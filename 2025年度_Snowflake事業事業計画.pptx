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2"/>
    <p:sldId id="257" r:id="rId3"/>
    <p:sldId id="258" r:id="rId4"/>
    <p:sldId id="259" r:id="rId5"/>
    <p:sldId id="260" r:id="rId6"/>
  </p:sldIdLst>
  <p:sldSz cx="9906000" cy="6858000" type="A4"/>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Yu Gothic UI"/>
        <a:ea typeface="Yu Gothic UI"/>
        <a:cs typeface="Yu Gothic UI"/>
        <a:sym typeface="Yu Gothic U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Yu Gothic UI"/>
        <a:ea typeface="Yu Gothic UI"/>
        <a:cs typeface="Yu Gothic UI"/>
        <a:sym typeface="Yu Gothic U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Yu Gothic UI"/>
        <a:ea typeface="Yu Gothic UI"/>
        <a:cs typeface="Yu Gothic UI"/>
        <a:sym typeface="Yu Gothic U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Yu Gothic UI"/>
        <a:ea typeface="Yu Gothic UI"/>
        <a:cs typeface="Yu Gothic UI"/>
        <a:sym typeface="Yu Gothic U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Yu Gothic UI"/>
        <a:ea typeface="Yu Gothic UI"/>
        <a:cs typeface="Yu Gothic UI"/>
        <a:sym typeface="Yu Gothic U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Yu Gothic UI"/>
        <a:ea typeface="Yu Gothic UI"/>
        <a:cs typeface="Yu Gothic UI"/>
        <a:sym typeface="Yu Gothic U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Yu Gothic UI"/>
        <a:ea typeface="Yu Gothic UI"/>
        <a:cs typeface="Yu Gothic UI"/>
        <a:sym typeface="Yu Gothic U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Yu Gothic UI"/>
        <a:ea typeface="Yu Gothic UI"/>
        <a:cs typeface="Yu Gothic UI"/>
        <a:sym typeface="Yu Gothic U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Yu Gothic UI"/>
        <a:ea typeface="Yu Gothic UI"/>
        <a:cs typeface="Yu Gothic UI"/>
        <a:sym typeface="Yu Gothic U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Yu Gothic UI"/>
          <a:ea typeface="Yu Gothic UI"/>
          <a:cs typeface="Yu Gothic U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D5"/>
          </a:solidFill>
        </a:fill>
      </a:tcStyle>
    </a:wholeTbl>
    <a:band2H>
      <a:tcTxStyle/>
      <a:tcStyle>
        <a:tcBdr/>
        <a:fill>
          <a:solidFill>
            <a:srgbClr val="E6E6EB"/>
          </a:solidFill>
        </a:fill>
      </a:tcStyle>
    </a:band2H>
    <a:firstCol>
      <a:tcTxStyle b="on" i="off">
        <a:font>
          <a:latin typeface="Yu Gothic UI"/>
          <a:ea typeface="Yu Gothic UI"/>
          <a:cs typeface="Yu Gothic U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Yu Gothic UI"/>
          <a:ea typeface="Yu Gothic UI"/>
          <a:cs typeface="Yu Gothic U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Yu Gothic UI"/>
          <a:ea typeface="Yu Gothic UI"/>
          <a:cs typeface="Yu Gothic U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Yu Gothic UI"/>
          <a:ea typeface="Yu Gothic UI"/>
          <a:cs typeface="Yu Gothic U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2E2F2"/>
          </a:solidFill>
        </a:fill>
      </a:tcStyle>
    </a:wholeTbl>
    <a:band2H>
      <a:tcTxStyle/>
      <a:tcStyle>
        <a:tcBdr/>
        <a:fill>
          <a:solidFill>
            <a:srgbClr val="EAF1F8"/>
          </a:solidFill>
        </a:fill>
      </a:tcStyle>
    </a:band2H>
    <a:firstCol>
      <a:tcTxStyle b="on" i="off">
        <a:font>
          <a:latin typeface="Yu Gothic UI"/>
          <a:ea typeface="Yu Gothic UI"/>
          <a:cs typeface="Yu Gothic U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Yu Gothic UI"/>
          <a:ea typeface="Yu Gothic UI"/>
          <a:cs typeface="Yu Gothic U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Yu Gothic UI"/>
          <a:ea typeface="Yu Gothic UI"/>
          <a:cs typeface="Yu Gothic U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Yu Gothic UI"/>
          <a:ea typeface="Yu Gothic UI"/>
          <a:cs typeface="Yu Gothic U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0E9"/>
          </a:solidFill>
        </a:fill>
      </a:tcStyle>
    </a:wholeTbl>
    <a:band2H>
      <a:tcTxStyle/>
      <a:tcStyle>
        <a:tcBdr/>
        <a:fill>
          <a:solidFill>
            <a:srgbClr val="E6E9F4"/>
          </a:solidFill>
        </a:fill>
      </a:tcStyle>
    </a:band2H>
    <a:firstCol>
      <a:tcTxStyle b="on" i="off">
        <a:font>
          <a:latin typeface="Yu Gothic UI"/>
          <a:ea typeface="Yu Gothic UI"/>
          <a:cs typeface="Yu Gothic U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Yu Gothic UI"/>
          <a:ea typeface="Yu Gothic UI"/>
          <a:cs typeface="Yu Gothic U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Yu Gothic UI"/>
          <a:ea typeface="Yu Gothic UI"/>
          <a:cs typeface="Yu Gothic U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Yu Gothic UI"/>
          <a:ea typeface="Yu Gothic UI"/>
          <a:cs typeface="Yu Gothic U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Yu Gothic UI"/>
          <a:ea typeface="Yu Gothic UI"/>
          <a:cs typeface="Yu Gothic U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Yu Gothic UI"/>
          <a:ea typeface="Yu Gothic UI"/>
          <a:cs typeface="Yu Gothic U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Yu Gothic UI"/>
          <a:ea typeface="Yu Gothic UI"/>
          <a:cs typeface="Yu Gothic U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Yu Gothic UI"/>
          <a:ea typeface="Yu Gothic UI"/>
          <a:cs typeface="Yu Gothic U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Yu Gothic UI"/>
          <a:ea typeface="Yu Gothic UI"/>
          <a:cs typeface="Yu Gothic U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Yu Gothic UI"/>
          <a:ea typeface="Yu Gothic UI"/>
          <a:cs typeface="Yu Gothic U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Yu Gothic UI"/>
          <a:ea typeface="Yu Gothic UI"/>
          <a:cs typeface="Yu Gothic U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Yu Gothic UI"/>
          <a:ea typeface="Yu Gothic UI"/>
          <a:cs typeface="Yu Gothic U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
          <a:latin typeface="Yu Gothic UI"/>
          <a:ea typeface="Yu Gothic UI"/>
          <a:cs typeface="Yu Gothic U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Yu Gothic UI"/>
          <a:ea typeface="Yu Gothic UI"/>
          <a:cs typeface="Yu Gothic U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Yu Gothic UI"/>
          <a:ea typeface="Yu Gothic UI"/>
          <a:cs typeface="Yu Gothic U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1" d="100"/>
          <a:sy n="121" d="100"/>
        </p:scale>
        <p:origin x="102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94" name="Shape 594"/>
          <p:cNvSpPr>
            <a:spLocks noGrp="1" noRot="1" noChangeAspect="1"/>
          </p:cNvSpPr>
          <p:nvPr>
            <p:ph type="sldImg"/>
          </p:nvPr>
        </p:nvSpPr>
        <p:spPr>
          <a:xfrm>
            <a:off x="1143000" y="685800"/>
            <a:ext cx="4572000" cy="3429000"/>
          </a:xfrm>
          <a:prstGeom prst="rect">
            <a:avLst/>
          </a:prstGeom>
        </p:spPr>
        <p:txBody>
          <a:bodyPr/>
          <a:lstStyle/>
          <a:p>
            <a:endParaRPr/>
          </a:p>
        </p:txBody>
      </p:sp>
      <p:sp>
        <p:nvSpPr>
          <p:cNvPr id="595" name="Shape 59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游ゴシック"/>
      </a:defRPr>
    </a:lvl1pPr>
    <a:lvl2pPr indent="228600" latinLnBrk="0">
      <a:defRPr sz="1200">
        <a:latin typeface="+mn-lt"/>
        <a:ea typeface="+mn-ea"/>
        <a:cs typeface="+mn-cs"/>
        <a:sym typeface="游ゴシック"/>
      </a:defRPr>
    </a:lvl2pPr>
    <a:lvl3pPr indent="457200" latinLnBrk="0">
      <a:defRPr sz="1200">
        <a:latin typeface="+mn-lt"/>
        <a:ea typeface="+mn-ea"/>
        <a:cs typeface="+mn-cs"/>
        <a:sym typeface="游ゴシック"/>
      </a:defRPr>
    </a:lvl3pPr>
    <a:lvl4pPr indent="685800" latinLnBrk="0">
      <a:defRPr sz="1200">
        <a:latin typeface="+mn-lt"/>
        <a:ea typeface="+mn-ea"/>
        <a:cs typeface="+mn-cs"/>
        <a:sym typeface="游ゴシック"/>
      </a:defRPr>
    </a:lvl4pPr>
    <a:lvl5pPr indent="914400" latinLnBrk="0">
      <a:defRPr sz="1200">
        <a:latin typeface="+mn-lt"/>
        <a:ea typeface="+mn-ea"/>
        <a:cs typeface="+mn-cs"/>
        <a:sym typeface="游ゴシック"/>
      </a:defRPr>
    </a:lvl5pPr>
    <a:lvl6pPr indent="1143000" latinLnBrk="0">
      <a:defRPr sz="1200">
        <a:latin typeface="+mn-lt"/>
        <a:ea typeface="+mn-ea"/>
        <a:cs typeface="+mn-cs"/>
        <a:sym typeface="游ゴシック"/>
      </a:defRPr>
    </a:lvl6pPr>
    <a:lvl7pPr indent="1371600" latinLnBrk="0">
      <a:defRPr sz="1200">
        <a:latin typeface="+mn-lt"/>
        <a:ea typeface="+mn-ea"/>
        <a:cs typeface="+mn-cs"/>
        <a:sym typeface="游ゴシック"/>
      </a:defRPr>
    </a:lvl7pPr>
    <a:lvl8pPr indent="1600200" latinLnBrk="0">
      <a:defRPr sz="1200">
        <a:latin typeface="+mn-lt"/>
        <a:ea typeface="+mn-ea"/>
        <a:cs typeface="+mn-cs"/>
        <a:sym typeface="游ゴシック"/>
      </a:defRPr>
    </a:lvl8pPr>
    <a:lvl9pPr indent="1828800" latinLnBrk="0">
      <a:defRPr sz="1200">
        <a:latin typeface="+mn-lt"/>
        <a:ea typeface="+mn-ea"/>
        <a:cs typeface="+mn-cs"/>
        <a:sym typeface="游ゴシック"/>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③ 表紙（写真なし）">
    <p:spTree>
      <p:nvGrpSpPr>
        <p:cNvPr id="1" name=""/>
        <p:cNvGrpSpPr/>
        <p:nvPr/>
      </p:nvGrpSpPr>
      <p:grpSpPr>
        <a:xfrm>
          <a:off x="0" y="0"/>
          <a:ext cx="0" cy="0"/>
          <a:chOff x="0" y="0"/>
          <a:chExt cx="0" cy="0"/>
        </a:xfrm>
      </p:grpSpPr>
      <p:sp>
        <p:nvSpPr>
          <p:cNvPr id="34" name="タイトルテキスト"/>
          <p:cNvSpPr txBox="1">
            <a:spLocks noGrp="1"/>
          </p:cNvSpPr>
          <p:nvPr>
            <p:ph type="title"/>
          </p:nvPr>
        </p:nvSpPr>
        <p:spPr>
          <a:xfrm>
            <a:off x="492765" y="2081178"/>
            <a:ext cx="8924285" cy="442035"/>
          </a:xfrm>
          <a:prstGeom prst="rect">
            <a:avLst/>
          </a:prstGeom>
          <a:noFill/>
        </p:spPr>
        <p:txBody>
          <a:bodyPr anchor="ctr">
            <a:normAutofit/>
          </a:bodyPr>
          <a:lstStyle>
            <a:lvl1pPr>
              <a:defRPr sz="2400"/>
            </a:lvl1pPr>
          </a:lstStyle>
          <a:p>
            <a:r>
              <a:t>タイトルテキスト</a:t>
            </a:r>
          </a:p>
        </p:txBody>
      </p:sp>
      <p:sp>
        <p:nvSpPr>
          <p:cNvPr id="35" name="本文レベル1…"/>
          <p:cNvSpPr txBox="1">
            <a:spLocks noGrp="1"/>
          </p:cNvSpPr>
          <p:nvPr>
            <p:ph type="body" sz="quarter" idx="1" hasCustomPrompt="1"/>
          </p:nvPr>
        </p:nvSpPr>
        <p:spPr>
          <a:xfrm>
            <a:off x="492388" y="700574"/>
            <a:ext cx="8924663" cy="344135"/>
          </a:xfrm>
          <a:prstGeom prst="rect">
            <a:avLst/>
          </a:prstGeom>
        </p:spPr>
        <p:txBody>
          <a:bodyPr lIns="0" tIns="0" rIns="0" bIns="0" anchor="ctr">
            <a:normAutofit/>
          </a:bodyPr>
          <a:lstStyle>
            <a:lvl1pPr marL="0" indent="0">
              <a:lnSpc>
                <a:spcPct val="110000"/>
              </a:lnSpc>
              <a:spcBef>
                <a:spcPts val="0"/>
              </a:spcBef>
              <a:buClrTx/>
              <a:buSzTx/>
              <a:buNone/>
              <a:defRPr b="1"/>
            </a:lvl1pPr>
            <a:lvl2pPr marL="0" indent="495284">
              <a:lnSpc>
                <a:spcPct val="110000"/>
              </a:lnSpc>
              <a:spcBef>
                <a:spcPts val="0"/>
              </a:spcBef>
              <a:buClrTx/>
              <a:buSzTx/>
              <a:buNone/>
              <a:defRPr b="1"/>
            </a:lvl2pPr>
            <a:lvl3pPr marL="0" indent="990569">
              <a:lnSpc>
                <a:spcPct val="110000"/>
              </a:lnSpc>
              <a:spcBef>
                <a:spcPts val="0"/>
              </a:spcBef>
              <a:buClrTx/>
              <a:buSzTx/>
              <a:buNone/>
              <a:defRPr b="1"/>
            </a:lvl3pPr>
            <a:lvl4pPr marL="0" indent="1485853">
              <a:lnSpc>
                <a:spcPct val="110000"/>
              </a:lnSpc>
              <a:spcBef>
                <a:spcPts val="0"/>
              </a:spcBef>
              <a:buClrTx/>
              <a:buSzTx/>
              <a:buNone/>
              <a:defRPr b="1"/>
            </a:lvl4pPr>
            <a:lvl5pPr marL="0" indent="1981138">
              <a:lnSpc>
                <a:spcPct val="110000"/>
              </a:lnSpc>
              <a:spcBef>
                <a:spcPts val="0"/>
              </a:spcBef>
              <a:buClrTx/>
              <a:buSzTx/>
              <a:buNone/>
              <a:defRPr b="1"/>
            </a:lvl5pPr>
          </a:lstStyle>
          <a:p>
            <a:r>
              <a:t>資料名など</a:t>
            </a:r>
          </a:p>
          <a:p>
            <a:pPr lvl="1"/>
            <a:endParaRPr/>
          </a:p>
          <a:p>
            <a:pPr lvl="2"/>
            <a:endParaRPr/>
          </a:p>
          <a:p>
            <a:pPr lvl="3"/>
            <a:endParaRPr/>
          </a:p>
          <a:p>
            <a:pPr lvl="4"/>
            <a:endParaRPr/>
          </a:p>
        </p:txBody>
      </p:sp>
      <p:sp>
        <p:nvSpPr>
          <p:cNvPr id="36" name="テキスト プレースホルダー 14"/>
          <p:cNvSpPr>
            <a:spLocks noGrp="1"/>
          </p:cNvSpPr>
          <p:nvPr>
            <p:ph type="body" sz="quarter" idx="21" hasCustomPrompt="1"/>
          </p:nvPr>
        </p:nvSpPr>
        <p:spPr>
          <a:xfrm>
            <a:off x="492388" y="5435999"/>
            <a:ext cx="6303233" cy="252001"/>
          </a:xfrm>
          <a:prstGeom prst="rect">
            <a:avLst/>
          </a:prstGeom>
        </p:spPr>
        <p:txBody>
          <a:bodyPr lIns="0" tIns="0" rIns="0" bIns="0" anchor="ctr">
            <a:normAutofit/>
          </a:bodyPr>
          <a:lstStyle>
            <a:lvl1pPr marL="0" indent="0">
              <a:spcBef>
                <a:spcPts val="0"/>
              </a:spcBef>
              <a:buClrTx/>
              <a:buSzTx/>
              <a:buNone/>
              <a:defRPr sz="1200" b="1"/>
            </a:lvl1pPr>
          </a:lstStyle>
          <a:p>
            <a:r>
              <a:t>日付</a:t>
            </a:r>
          </a:p>
        </p:txBody>
      </p:sp>
      <p:sp>
        <p:nvSpPr>
          <p:cNvPr id="37" name="テキスト プレースホルダー 14"/>
          <p:cNvSpPr>
            <a:spLocks noGrp="1"/>
          </p:cNvSpPr>
          <p:nvPr>
            <p:ph type="body" sz="quarter" idx="22" hasCustomPrompt="1"/>
          </p:nvPr>
        </p:nvSpPr>
        <p:spPr>
          <a:xfrm>
            <a:off x="492764" y="4265052"/>
            <a:ext cx="6303233" cy="1037559"/>
          </a:xfrm>
          <a:prstGeom prst="rect">
            <a:avLst/>
          </a:prstGeom>
        </p:spPr>
        <p:txBody>
          <a:bodyPr lIns="0" tIns="0" rIns="0" bIns="0">
            <a:normAutofit/>
          </a:bodyPr>
          <a:lstStyle>
            <a:lvl1pPr marL="0" indent="0">
              <a:lnSpc>
                <a:spcPct val="140000"/>
              </a:lnSpc>
              <a:spcBef>
                <a:spcPts val="0"/>
              </a:spcBef>
              <a:buClrTx/>
              <a:buSzTx/>
              <a:buNone/>
              <a:defRPr sz="1200" b="1"/>
            </a:lvl1pPr>
          </a:lstStyle>
          <a:p>
            <a:r>
              <a:t>部署</a:t>
            </a:r>
          </a:p>
        </p:txBody>
      </p:sp>
      <p:sp>
        <p:nvSpPr>
          <p:cNvPr id="38" name="テキスト プレースホルダー 4"/>
          <p:cNvSpPr>
            <a:spLocks noGrp="1"/>
          </p:cNvSpPr>
          <p:nvPr>
            <p:ph type="body" sz="quarter" idx="23" hasCustomPrompt="1"/>
          </p:nvPr>
        </p:nvSpPr>
        <p:spPr>
          <a:xfrm>
            <a:off x="492764" y="3790800"/>
            <a:ext cx="6303233" cy="342001"/>
          </a:xfrm>
          <a:prstGeom prst="rect">
            <a:avLst/>
          </a:prstGeom>
        </p:spPr>
        <p:txBody>
          <a:bodyPr lIns="0" tIns="0" rIns="0" bIns="0" anchor="ctr">
            <a:normAutofit/>
          </a:bodyPr>
          <a:lstStyle>
            <a:lvl1pPr marL="0" indent="0">
              <a:spcBef>
                <a:spcPts val="0"/>
              </a:spcBef>
              <a:buClrTx/>
              <a:buSzTx/>
              <a:buNone/>
              <a:defRPr b="1"/>
            </a:lvl1pPr>
          </a:lstStyle>
          <a:p>
            <a:r>
              <a:t>名前</a:t>
            </a:r>
          </a:p>
        </p:txBody>
      </p:sp>
      <p:sp>
        <p:nvSpPr>
          <p:cNvPr id="39" name="直線コネクタ 5"/>
          <p:cNvSpPr/>
          <p:nvPr/>
        </p:nvSpPr>
        <p:spPr>
          <a:xfrm>
            <a:off x="493199" y="3439940"/>
            <a:ext cx="4464001" cy="1"/>
          </a:xfrm>
          <a:prstGeom prst="line">
            <a:avLst/>
          </a:prstGeom>
          <a:ln w="31750">
            <a:solidFill>
              <a:schemeClr val="accent1"/>
            </a:solidFill>
            <a:miter/>
          </a:ln>
        </p:spPr>
        <p:txBody>
          <a:bodyPr lIns="45719" rIns="45719"/>
          <a:lstStyle/>
          <a:p>
            <a:endParaRPr/>
          </a:p>
        </p:txBody>
      </p:sp>
      <p:grpSp>
        <p:nvGrpSpPr>
          <p:cNvPr id="42" name="グループ化 12"/>
          <p:cNvGrpSpPr/>
          <p:nvPr/>
        </p:nvGrpSpPr>
        <p:grpSpPr>
          <a:xfrm>
            <a:off x="492766" y="6044136"/>
            <a:ext cx="766801" cy="385679"/>
            <a:chOff x="0" y="0"/>
            <a:chExt cx="766800" cy="385678"/>
          </a:xfrm>
        </p:grpSpPr>
        <p:sp>
          <p:nvSpPr>
            <p:cNvPr id="40" name="Freeform 290"/>
            <p:cNvSpPr/>
            <p:nvPr/>
          </p:nvSpPr>
          <p:spPr>
            <a:xfrm>
              <a:off x="664144" y="1555"/>
              <a:ext cx="102657" cy="3825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8" y="5312"/>
                  </a:lnTo>
                  <a:lnTo>
                    <a:pt x="1145" y="8034"/>
                  </a:lnTo>
                  <a:lnTo>
                    <a:pt x="1309" y="10800"/>
                  </a:lnTo>
                  <a:lnTo>
                    <a:pt x="1145" y="13610"/>
                  </a:lnTo>
                  <a:lnTo>
                    <a:pt x="818" y="16332"/>
                  </a:lnTo>
                  <a:lnTo>
                    <a:pt x="0" y="21600"/>
                  </a:lnTo>
                  <a:lnTo>
                    <a:pt x="21600" y="21600"/>
                  </a:lnTo>
                  <a:lnTo>
                    <a:pt x="20782" y="16332"/>
                  </a:lnTo>
                  <a:lnTo>
                    <a:pt x="20291" y="13610"/>
                  </a:lnTo>
                  <a:lnTo>
                    <a:pt x="20291" y="8034"/>
                  </a:lnTo>
                  <a:lnTo>
                    <a:pt x="20782" y="5312"/>
                  </a:lnTo>
                  <a:lnTo>
                    <a:pt x="21600" y="0"/>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sp>
          <p:nvSpPr>
            <p:cNvPr id="41" name="Freeform 291"/>
            <p:cNvSpPr/>
            <p:nvPr/>
          </p:nvSpPr>
          <p:spPr>
            <a:xfrm>
              <a:off x="0" y="-1"/>
              <a:ext cx="654814" cy="385680"/>
            </a:xfrm>
            <a:custGeom>
              <a:avLst/>
              <a:gdLst/>
              <a:ahLst/>
              <a:cxnLst>
                <a:cxn ang="0">
                  <a:pos x="wd2" y="hd2"/>
                </a:cxn>
                <a:cxn ang="5400000">
                  <a:pos x="wd2" y="hd2"/>
                </a:cxn>
                <a:cxn ang="10800000">
                  <a:pos x="wd2" y="hd2"/>
                </a:cxn>
                <a:cxn ang="16200000">
                  <a:pos x="wd2" y="hd2"/>
                </a:cxn>
              </a:cxnLst>
              <a:rect l="0" t="0" r="r" b="b"/>
              <a:pathLst>
                <a:path w="21600" h="21600" extrusionOk="0">
                  <a:moveTo>
                    <a:pt x="17167" y="11517"/>
                  </a:moveTo>
                  <a:lnTo>
                    <a:pt x="17859" y="11039"/>
                  </a:lnTo>
                  <a:lnTo>
                    <a:pt x="18423" y="10431"/>
                  </a:lnTo>
                  <a:lnTo>
                    <a:pt x="18961" y="9822"/>
                  </a:lnTo>
                  <a:lnTo>
                    <a:pt x="19396" y="9040"/>
                  </a:lnTo>
                  <a:lnTo>
                    <a:pt x="19730" y="8214"/>
                  </a:lnTo>
                  <a:lnTo>
                    <a:pt x="19986" y="7301"/>
                  </a:lnTo>
                  <a:lnTo>
                    <a:pt x="20088" y="6910"/>
                  </a:lnTo>
                  <a:lnTo>
                    <a:pt x="20140" y="6432"/>
                  </a:lnTo>
                  <a:lnTo>
                    <a:pt x="20191" y="5998"/>
                  </a:lnTo>
                  <a:lnTo>
                    <a:pt x="20191" y="4998"/>
                  </a:lnTo>
                  <a:lnTo>
                    <a:pt x="20140" y="4476"/>
                  </a:lnTo>
                  <a:lnTo>
                    <a:pt x="20088" y="3998"/>
                  </a:lnTo>
                  <a:lnTo>
                    <a:pt x="20011" y="3520"/>
                  </a:lnTo>
                  <a:lnTo>
                    <a:pt x="19883" y="3129"/>
                  </a:lnTo>
                  <a:lnTo>
                    <a:pt x="19730" y="2695"/>
                  </a:lnTo>
                  <a:lnTo>
                    <a:pt x="19601" y="2347"/>
                  </a:lnTo>
                  <a:lnTo>
                    <a:pt x="19396" y="1999"/>
                  </a:lnTo>
                  <a:lnTo>
                    <a:pt x="19012" y="1391"/>
                  </a:lnTo>
                  <a:lnTo>
                    <a:pt x="18551" y="956"/>
                  </a:lnTo>
                  <a:lnTo>
                    <a:pt x="18064" y="608"/>
                  </a:lnTo>
                  <a:lnTo>
                    <a:pt x="17500" y="348"/>
                  </a:lnTo>
                  <a:lnTo>
                    <a:pt x="16937" y="217"/>
                  </a:lnTo>
                  <a:lnTo>
                    <a:pt x="16322" y="87"/>
                  </a:lnTo>
                  <a:lnTo>
                    <a:pt x="15656" y="87"/>
                  </a:lnTo>
                  <a:lnTo>
                    <a:pt x="15015" y="0"/>
                  </a:lnTo>
                  <a:lnTo>
                    <a:pt x="13554" y="87"/>
                  </a:lnTo>
                  <a:lnTo>
                    <a:pt x="12043" y="130"/>
                  </a:lnTo>
                  <a:lnTo>
                    <a:pt x="10582" y="217"/>
                  </a:lnTo>
                  <a:lnTo>
                    <a:pt x="9327" y="217"/>
                  </a:lnTo>
                  <a:lnTo>
                    <a:pt x="9532" y="7258"/>
                  </a:lnTo>
                  <a:lnTo>
                    <a:pt x="9557" y="10561"/>
                  </a:lnTo>
                  <a:lnTo>
                    <a:pt x="9557" y="13603"/>
                  </a:lnTo>
                  <a:lnTo>
                    <a:pt x="7969" y="10518"/>
                  </a:lnTo>
                  <a:lnTo>
                    <a:pt x="6380" y="7171"/>
                  </a:lnTo>
                  <a:lnTo>
                    <a:pt x="4791" y="3738"/>
                  </a:lnTo>
                  <a:lnTo>
                    <a:pt x="3305" y="217"/>
                  </a:lnTo>
                  <a:lnTo>
                    <a:pt x="0" y="217"/>
                  </a:lnTo>
                  <a:lnTo>
                    <a:pt x="179" y="5476"/>
                  </a:lnTo>
                  <a:lnTo>
                    <a:pt x="205" y="8171"/>
                  </a:lnTo>
                  <a:lnTo>
                    <a:pt x="256" y="10909"/>
                  </a:lnTo>
                  <a:lnTo>
                    <a:pt x="205" y="13690"/>
                  </a:lnTo>
                  <a:lnTo>
                    <a:pt x="179" y="16385"/>
                  </a:lnTo>
                  <a:lnTo>
                    <a:pt x="0" y="21600"/>
                  </a:lnTo>
                  <a:lnTo>
                    <a:pt x="2742" y="21600"/>
                  </a:lnTo>
                  <a:lnTo>
                    <a:pt x="2562" y="17732"/>
                  </a:lnTo>
                  <a:lnTo>
                    <a:pt x="2485" y="13864"/>
                  </a:lnTo>
                  <a:lnTo>
                    <a:pt x="2434" y="10344"/>
                  </a:lnTo>
                  <a:lnTo>
                    <a:pt x="2434" y="7171"/>
                  </a:lnTo>
                  <a:lnTo>
                    <a:pt x="4151" y="10518"/>
                  </a:lnTo>
                  <a:lnTo>
                    <a:pt x="5893" y="14081"/>
                  </a:lnTo>
                  <a:lnTo>
                    <a:pt x="7661" y="17819"/>
                  </a:lnTo>
                  <a:lnTo>
                    <a:pt x="8456" y="19731"/>
                  </a:lnTo>
                  <a:lnTo>
                    <a:pt x="9275" y="21600"/>
                  </a:lnTo>
                  <a:lnTo>
                    <a:pt x="12120" y="21600"/>
                  </a:lnTo>
                  <a:lnTo>
                    <a:pt x="11991" y="16385"/>
                  </a:lnTo>
                  <a:lnTo>
                    <a:pt x="11966" y="13690"/>
                  </a:lnTo>
                  <a:lnTo>
                    <a:pt x="11915" y="10909"/>
                  </a:lnTo>
                  <a:lnTo>
                    <a:pt x="11915" y="6910"/>
                  </a:lnTo>
                  <a:lnTo>
                    <a:pt x="11991" y="2955"/>
                  </a:lnTo>
                  <a:lnTo>
                    <a:pt x="12863" y="2912"/>
                  </a:lnTo>
                  <a:lnTo>
                    <a:pt x="13913" y="2912"/>
                  </a:lnTo>
                  <a:lnTo>
                    <a:pt x="14554" y="2955"/>
                  </a:lnTo>
                  <a:lnTo>
                    <a:pt x="15143" y="3129"/>
                  </a:lnTo>
                  <a:lnTo>
                    <a:pt x="15630" y="3477"/>
                  </a:lnTo>
                  <a:lnTo>
                    <a:pt x="15835" y="3651"/>
                  </a:lnTo>
                  <a:lnTo>
                    <a:pt x="16142" y="4085"/>
                  </a:lnTo>
                  <a:lnTo>
                    <a:pt x="16270" y="4346"/>
                  </a:lnTo>
                  <a:lnTo>
                    <a:pt x="16475" y="4911"/>
                  </a:lnTo>
                  <a:lnTo>
                    <a:pt x="16604" y="5520"/>
                  </a:lnTo>
                  <a:lnTo>
                    <a:pt x="16629" y="6302"/>
                  </a:lnTo>
                  <a:lnTo>
                    <a:pt x="16604" y="6693"/>
                  </a:lnTo>
                  <a:lnTo>
                    <a:pt x="16552" y="7171"/>
                  </a:lnTo>
                  <a:lnTo>
                    <a:pt x="16475" y="7606"/>
                  </a:lnTo>
                  <a:lnTo>
                    <a:pt x="16347" y="7997"/>
                  </a:lnTo>
                  <a:lnTo>
                    <a:pt x="16245" y="8344"/>
                  </a:lnTo>
                  <a:lnTo>
                    <a:pt x="15835" y="9040"/>
                  </a:lnTo>
                  <a:lnTo>
                    <a:pt x="15630" y="9344"/>
                  </a:lnTo>
                  <a:lnTo>
                    <a:pt x="15092" y="9866"/>
                  </a:lnTo>
                  <a:lnTo>
                    <a:pt x="14528" y="10300"/>
                  </a:lnTo>
                  <a:lnTo>
                    <a:pt x="13888" y="10648"/>
                  </a:lnTo>
                  <a:lnTo>
                    <a:pt x="13196" y="10996"/>
                  </a:lnTo>
                  <a:lnTo>
                    <a:pt x="14272" y="13386"/>
                  </a:lnTo>
                  <a:lnTo>
                    <a:pt x="15451" y="16080"/>
                  </a:lnTo>
                  <a:lnTo>
                    <a:pt x="16604" y="18905"/>
                  </a:lnTo>
                  <a:lnTo>
                    <a:pt x="17654" y="21600"/>
                  </a:lnTo>
                  <a:lnTo>
                    <a:pt x="21600" y="21600"/>
                  </a:lnTo>
                  <a:lnTo>
                    <a:pt x="19166" y="16298"/>
                  </a:lnTo>
                  <a:lnTo>
                    <a:pt x="18115" y="13821"/>
                  </a:lnTo>
                  <a:lnTo>
                    <a:pt x="17167" y="11517"/>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grpSp>
      <p:grpSp>
        <p:nvGrpSpPr>
          <p:cNvPr id="65" name="グループ化 42"/>
          <p:cNvGrpSpPr/>
          <p:nvPr/>
        </p:nvGrpSpPr>
        <p:grpSpPr>
          <a:xfrm>
            <a:off x="7248453" y="5975818"/>
            <a:ext cx="1927259" cy="521567"/>
            <a:chOff x="0" y="0"/>
            <a:chExt cx="1927257" cy="521566"/>
          </a:xfrm>
        </p:grpSpPr>
        <p:grpSp>
          <p:nvGrpSpPr>
            <p:cNvPr id="62" name="グループ化 43"/>
            <p:cNvGrpSpPr/>
            <p:nvPr/>
          </p:nvGrpSpPr>
          <p:grpSpPr>
            <a:xfrm>
              <a:off x="62753" y="217010"/>
              <a:ext cx="1803145" cy="140161"/>
              <a:chOff x="0" y="0"/>
              <a:chExt cx="1803143" cy="140160"/>
            </a:xfrm>
          </p:grpSpPr>
          <p:sp>
            <p:nvSpPr>
              <p:cNvPr id="43" name="フリーフォーム: 図形 46"/>
              <p:cNvSpPr/>
              <p:nvPr/>
            </p:nvSpPr>
            <p:spPr>
              <a:xfrm>
                <a:off x="0" y="7342"/>
                <a:ext cx="99843" cy="132750"/>
              </a:xfrm>
              <a:custGeom>
                <a:avLst/>
                <a:gdLst/>
                <a:ahLst/>
                <a:cxnLst>
                  <a:cxn ang="0">
                    <a:pos x="wd2" y="hd2"/>
                  </a:cxn>
                  <a:cxn ang="5400000">
                    <a:pos x="wd2" y="hd2"/>
                  </a:cxn>
                  <a:cxn ang="10800000">
                    <a:pos x="wd2" y="hd2"/>
                  </a:cxn>
                  <a:cxn ang="16200000">
                    <a:pos x="wd2" y="hd2"/>
                  </a:cxn>
                </a:cxnLst>
                <a:rect l="0" t="0" r="r" b="b"/>
                <a:pathLst>
                  <a:path w="21600" h="21600" extrusionOk="0">
                    <a:moveTo>
                      <a:pt x="20284" y="4370"/>
                    </a:moveTo>
                    <a:cubicBezTo>
                      <a:pt x="18651" y="3739"/>
                      <a:pt x="16547" y="3291"/>
                      <a:pt x="14518" y="3291"/>
                    </a:cubicBezTo>
                    <a:cubicBezTo>
                      <a:pt x="12532" y="3291"/>
                      <a:pt x="9862" y="3889"/>
                      <a:pt x="9862" y="5686"/>
                    </a:cubicBezTo>
                    <a:cubicBezTo>
                      <a:pt x="9862" y="9038"/>
                      <a:pt x="19327" y="8828"/>
                      <a:pt x="19327" y="14630"/>
                    </a:cubicBezTo>
                    <a:cubicBezTo>
                      <a:pt x="19327" y="19747"/>
                      <a:pt x="13996" y="21600"/>
                      <a:pt x="7913" y="21600"/>
                    </a:cubicBezTo>
                    <a:cubicBezTo>
                      <a:pt x="5251" y="21600"/>
                      <a:pt x="2501" y="21124"/>
                      <a:pt x="0" y="20433"/>
                    </a:cubicBezTo>
                    <a:lnTo>
                      <a:pt x="1434" y="16871"/>
                    </a:lnTo>
                    <a:cubicBezTo>
                      <a:pt x="3582" y="17617"/>
                      <a:pt x="5847" y="18309"/>
                      <a:pt x="8237" y="18309"/>
                    </a:cubicBezTo>
                    <a:cubicBezTo>
                      <a:pt x="10907" y="18309"/>
                      <a:pt x="13525" y="17291"/>
                      <a:pt x="13525" y="15045"/>
                    </a:cubicBezTo>
                    <a:cubicBezTo>
                      <a:pt x="13525" y="11273"/>
                      <a:pt x="4060" y="11876"/>
                      <a:pt x="4060" y="6311"/>
                    </a:cubicBezTo>
                    <a:cubicBezTo>
                      <a:pt x="4060" y="1914"/>
                      <a:pt x="9068" y="0"/>
                      <a:pt x="14400" y="0"/>
                    </a:cubicBezTo>
                    <a:cubicBezTo>
                      <a:pt x="16827" y="0"/>
                      <a:pt x="19335" y="238"/>
                      <a:pt x="21600" y="929"/>
                    </a:cubicBezTo>
                    <a:lnTo>
                      <a:pt x="20284" y="4370"/>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44" name="フリーフォーム: 図形 47"/>
              <p:cNvSpPr/>
              <p:nvPr/>
            </p:nvSpPr>
            <p:spPr>
              <a:xfrm>
                <a:off x="96272" y="0"/>
                <a:ext cx="100455" cy="137951"/>
              </a:xfrm>
              <a:custGeom>
                <a:avLst/>
                <a:gdLst/>
                <a:ahLst/>
                <a:cxnLst>
                  <a:cxn ang="0">
                    <a:pos x="wd2" y="hd2"/>
                  </a:cxn>
                  <a:cxn ang="5400000">
                    <a:pos x="wd2" y="hd2"/>
                  </a:cxn>
                  <a:cxn ang="10800000">
                    <a:pos x="wd2" y="hd2"/>
                  </a:cxn>
                  <a:cxn ang="16200000">
                    <a:pos x="wd2" y="hd2"/>
                  </a:cxn>
                </a:cxnLst>
                <a:rect l="0" t="0" r="r" b="b"/>
                <a:pathLst>
                  <a:path w="21600" h="21600" extrusionOk="0">
                    <a:moveTo>
                      <a:pt x="6330" y="0"/>
                    </a:moveTo>
                    <a:lnTo>
                      <a:pt x="11630" y="0"/>
                    </a:lnTo>
                    <a:lnTo>
                      <a:pt x="9100" y="8208"/>
                    </a:lnTo>
                    <a:lnTo>
                      <a:pt x="9181" y="8208"/>
                    </a:lnTo>
                    <a:cubicBezTo>
                      <a:pt x="10643" y="7228"/>
                      <a:pt x="12660" y="6425"/>
                      <a:pt x="14956" y="6425"/>
                    </a:cubicBezTo>
                    <a:cubicBezTo>
                      <a:pt x="18947" y="6425"/>
                      <a:pt x="21600" y="8240"/>
                      <a:pt x="21600" y="11173"/>
                    </a:cubicBezTo>
                    <a:cubicBezTo>
                      <a:pt x="21600" y="12296"/>
                      <a:pt x="21205" y="13477"/>
                      <a:pt x="20928" y="14398"/>
                    </a:cubicBezTo>
                    <a:lnTo>
                      <a:pt x="18793" y="21595"/>
                    </a:lnTo>
                    <a:lnTo>
                      <a:pt x="13494" y="21595"/>
                    </a:lnTo>
                    <a:lnTo>
                      <a:pt x="15467" y="14600"/>
                    </a:lnTo>
                    <a:cubicBezTo>
                      <a:pt x="15745" y="13594"/>
                      <a:pt x="16059" y="12583"/>
                      <a:pt x="16059" y="11492"/>
                    </a:cubicBezTo>
                    <a:cubicBezTo>
                      <a:pt x="16059" y="10252"/>
                      <a:pt x="14875" y="9421"/>
                      <a:pt x="13172" y="9421"/>
                    </a:cubicBezTo>
                    <a:cubicBezTo>
                      <a:pt x="9495" y="9421"/>
                      <a:pt x="8150" y="11928"/>
                      <a:pt x="7478" y="14143"/>
                    </a:cubicBezTo>
                    <a:lnTo>
                      <a:pt x="5299" y="21600"/>
                    </a:lnTo>
                    <a:lnTo>
                      <a:pt x="0" y="21600"/>
                    </a:lnTo>
                    <a:lnTo>
                      <a:pt x="6330" y="0"/>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45" name="フリーフォーム: 図形 48"/>
              <p:cNvSpPr/>
              <p:nvPr/>
            </p:nvSpPr>
            <p:spPr>
              <a:xfrm>
                <a:off x="200500" y="40997"/>
                <a:ext cx="89951" cy="99129"/>
              </a:xfrm>
              <a:custGeom>
                <a:avLst/>
                <a:gdLst/>
                <a:ahLst/>
                <a:cxnLst>
                  <a:cxn ang="0">
                    <a:pos x="wd2" y="hd2"/>
                  </a:cxn>
                  <a:cxn ang="5400000">
                    <a:pos x="wd2" y="hd2"/>
                  </a:cxn>
                  <a:cxn ang="10800000">
                    <a:pos x="wd2" y="hd2"/>
                  </a:cxn>
                  <a:cxn ang="16200000">
                    <a:pos x="wd2" y="hd2"/>
                  </a:cxn>
                </a:cxnLst>
                <a:rect l="0" t="0" r="r" b="b"/>
                <a:pathLst>
                  <a:path w="21600" h="21600" extrusionOk="0">
                    <a:moveTo>
                      <a:pt x="14441" y="17956"/>
                    </a:moveTo>
                    <a:lnTo>
                      <a:pt x="14351" y="17956"/>
                    </a:lnTo>
                    <a:cubicBezTo>
                      <a:pt x="12318" y="20282"/>
                      <a:pt x="10286" y="21600"/>
                      <a:pt x="7020" y="21600"/>
                    </a:cubicBezTo>
                    <a:cubicBezTo>
                      <a:pt x="2914" y="21600"/>
                      <a:pt x="0" y="19518"/>
                      <a:pt x="0" y="15711"/>
                    </a:cubicBezTo>
                    <a:cubicBezTo>
                      <a:pt x="0" y="8896"/>
                      <a:pt x="8392" y="8378"/>
                      <a:pt x="13951" y="8378"/>
                    </a:cubicBezTo>
                    <a:lnTo>
                      <a:pt x="16024" y="8378"/>
                    </a:lnTo>
                    <a:cubicBezTo>
                      <a:pt x="16204" y="7815"/>
                      <a:pt x="16204" y="7215"/>
                      <a:pt x="16204" y="6615"/>
                    </a:cubicBezTo>
                    <a:cubicBezTo>
                      <a:pt x="16204" y="4533"/>
                      <a:pt x="13731" y="3933"/>
                      <a:pt x="11657" y="3933"/>
                    </a:cubicBezTo>
                    <a:cubicBezTo>
                      <a:pt x="9053" y="3933"/>
                      <a:pt x="6539" y="4533"/>
                      <a:pt x="4196" y="5533"/>
                    </a:cubicBezTo>
                    <a:lnTo>
                      <a:pt x="5037" y="1244"/>
                    </a:lnTo>
                    <a:cubicBezTo>
                      <a:pt x="7551" y="444"/>
                      <a:pt x="10114" y="0"/>
                      <a:pt x="12767" y="0"/>
                    </a:cubicBezTo>
                    <a:cubicBezTo>
                      <a:pt x="17314" y="0"/>
                      <a:pt x="21600" y="1526"/>
                      <a:pt x="21600" y="6370"/>
                    </a:cubicBezTo>
                    <a:cubicBezTo>
                      <a:pt x="21600" y="9133"/>
                      <a:pt x="19347" y="17230"/>
                      <a:pt x="18816" y="21111"/>
                    </a:cubicBezTo>
                    <a:lnTo>
                      <a:pt x="13829" y="21111"/>
                    </a:lnTo>
                    <a:lnTo>
                      <a:pt x="14441" y="17956"/>
                    </a:lnTo>
                    <a:close/>
                    <a:moveTo>
                      <a:pt x="8653" y="17674"/>
                    </a:moveTo>
                    <a:cubicBezTo>
                      <a:pt x="13069" y="17674"/>
                      <a:pt x="14441" y="14911"/>
                      <a:pt x="15363" y="11585"/>
                    </a:cubicBezTo>
                    <a:lnTo>
                      <a:pt x="13290" y="11585"/>
                    </a:lnTo>
                    <a:cubicBezTo>
                      <a:pt x="10416" y="11585"/>
                      <a:pt x="5649" y="12022"/>
                      <a:pt x="5649" y="15511"/>
                    </a:cubicBezTo>
                    <a:cubicBezTo>
                      <a:pt x="5649" y="16948"/>
                      <a:pt x="7151" y="17674"/>
                      <a:pt x="8653" y="17674"/>
                    </a:cubicBez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46" name="フリーフォーム: 図形 49"/>
              <p:cNvSpPr/>
              <p:nvPr/>
            </p:nvSpPr>
            <p:spPr>
              <a:xfrm>
                <a:off x="295379" y="41031"/>
                <a:ext cx="77067" cy="96920"/>
              </a:xfrm>
              <a:custGeom>
                <a:avLst/>
                <a:gdLst/>
                <a:ahLst/>
                <a:cxnLst>
                  <a:cxn ang="0">
                    <a:pos x="wd2" y="hd2"/>
                  </a:cxn>
                  <a:cxn ang="5400000">
                    <a:pos x="wd2" y="hd2"/>
                  </a:cxn>
                  <a:cxn ang="10800000">
                    <a:pos x="wd2" y="hd2"/>
                  </a:cxn>
                  <a:cxn ang="16200000">
                    <a:pos x="wd2" y="hd2"/>
                  </a:cxn>
                </a:cxnLst>
                <a:rect l="0" t="0" r="r" b="b"/>
                <a:pathLst>
                  <a:path w="21600" h="21600" extrusionOk="0">
                    <a:moveTo>
                      <a:pt x="4745" y="3318"/>
                    </a:moveTo>
                    <a:cubicBezTo>
                      <a:pt x="4955" y="2417"/>
                      <a:pt x="5155" y="1477"/>
                      <a:pt x="5364" y="492"/>
                    </a:cubicBezTo>
                    <a:lnTo>
                      <a:pt x="11958" y="492"/>
                    </a:lnTo>
                    <a:lnTo>
                      <a:pt x="11033" y="4470"/>
                    </a:lnTo>
                    <a:lnTo>
                      <a:pt x="11138" y="4470"/>
                    </a:lnTo>
                    <a:cubicBezTo>
                      <a:pt x="12377" y="2174"/>
                      <a:pt x="15778" y="0"/>
                      <a:pt x="18970" y="0"/>
                    </a:cubicBezTo>
                    <a:cubicBezTo>
                      <a:pt x="19847" y="0"/>
                      <a:pt x="20771" y="38"/>
                      <a:pt x="21600" y="205"/>
                    </a:cubicBezTo>
                    <a:lnTo>
                      <a:pt x="20161" y="5576"/>
                    </a:lnTo>
                    <a:cubicBezTo>
                      <a:pt x="19389" y="5372"/>
                      <a:pt x="18408" y="5250"/>
                      <a:pt x="17532" y="5250"/>
                    </a:cubicBezTo>
                    <a:cubicBezTo>
                      <a:pt x="12634" y="5250"/>
                      <a:pt x="10262" y="8735"/>
                      <a:pt x="9385" y="12137"/>
                    </a:cubicBezTo>
                    <a:lnTo>
                      <a:pt x="6908" y="21600"/>
                    </a:lnTo>
                    <a:lnTo>
                      <a:pt x="0" y="21600"/>
                    </a:lnTo>
                    <a:lnTo>
                      <a:pt x="4745" y="3318"/>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47" name="フリーフォーム: 図形 50"/>
              <p:cNvSpPr/>
              <p:nvPr/>
            </p:nvSpPr>
            <p:spPr>
              <a:xfrm>
                <a:off x="367448" y="41031"/>
                <a:ext cx="92670" cy="99095"/>
              </a:xfrm>
              <a:custGeom>
                <a:avLst/>
                <a:gdLst/>
                <a:ahLst/>
                <a:cxnLst>
                  <a:cxn ang="0">
                    <a:pos x="wd2" y="hd2"/>
                  </a:cxn>
                  <a:cxn ang="5400000">
                    <a:pos x="wd2" y="hd2"/>
                  </a:cxn>
                  <a:cxn ang="10800000">
                    <a:pos x="wd2" y="hd2"/>
                  </a:cxn>
                  <a:cxn ang="16200000">
                    <a:pos x="wd2" y="hd2"/>
                  </a:cxn>
                </a:cxnLst>
                <a:rect l="0" t="0" r="r" b="b"/>
                <a:pathLst>
                  <a:path w="21600" h="21600" extrusionOk="0">
                    <a:moveTo>
                      <a:pt x="5483" y="12464"/>
                    </a:moveTo>
                    <a:cubicBezTo>
                      <a:pt x="5483" y="16272"/>
                      <a:pt x="7670" y="17673"/>
                      <a:pt x="11608" y="17673"/>
                    </a:cubicBezTo>
                    <a:cubicBezTo>
                      <a:pt x="13962" y="17673"/>
                      <a:pt x="16236" y="17110"/>
                      <a:pt x="18383" y="16191"/>
                    </a:cubicBezTo>
                    <a:lnTo>
                      <a:pt x="17654" y="20437"/>
                    </a:lnTo>
                    <a:cubicBezTo>
                      <a:pt x="15428" y="21081"/>
                      <a:pt x="12979" y="21600"/>
                      <a:pt x="10626" y="21600"/>
                    </a:cubicBezTo>
                    <a:cubicBezTo>
                      <a:pt x="4279" y="21600"/>
                      <a:pt x="0" y="18718"/>
                      <a:pt x="0" y="12582"/>
                    </a:cubicBezTo>
                    <a:cubicBezTo>
                      <a:pt x="0" y="6172"/>
                      <a:pt x="5317" y="0"/>
                      <a:pt x="12559" y="0"/>
                    </a:cubicBezTo>
                    <a:cubicBezTo>
                      <a:pt x="18003" y="0"/>
                      <a:pt x="21600" y="2601"/>
                      <a:pt x="21600" y="7855"/>
                    </a:cubicBezTo>
                    <a:cubicBezTo>
                      <a:pt x="21600" y="9418"/>
                      <a:pt x="21386" y="10937"/>
                      <a:pt x="21045" y="12464"/>
                    </a:cubicBezTo>
                    <a:lnTo>
                      <a:pt x="5483" y="12464"/>
                    </a:lnTo>
                    <a:close/>
                    <a:moveTo>
                      <a:pt x="15990" y="8773"/>
                    </a:moveTo>
                    <a:cubicBezTo>
                      <a:pt x="16077" y="8292"/>
                      <a:pt x="16117" y="7855"/>
                      <a:pt x="16117" y="7373"/>
                    </a:cubicBezTo>
                    <a:cubicBezTo>
                      <a:pt x="16117" y="5172"/>
                      <a:pt x="14873" y="3927"/>
                      <a:pt x="12472" y="3927"/>
                    </a:cubicBezTo>
                    <a:cubicBezTo>
                      <a:pt x="8914" y="3927"/>
                      <a:pt x="7369" y="5928"/>
                      <a:pt x="6260" y="8773"/>
                    </a:cubicBezTo>
                    <a:lnTo>
                      <a:pt x="15990" y="8773"/>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48" name="フリーフォーム: 図形 51"/>
              <p:cNvSpPr/>
              <p:nvPr/>
            </p:nvSpPr>
            <p:spPr>
              <a:xfrm>
                <a:off x="503630" y="15093"/>
                <a:ext cx="68365" cy="125068"/>
              </a:xfrm>
              <a:custGeom>
                <a:avLst/>
                <a:gdLst/>
                <a:ahLst/>
                <a:cxnLst>
                  <a:cxn ang="0">
                    <a:pos x="wd2" y="hd2"/>
                  </a:cxn>
                  <a:cxn ang="5400000">
                    <a:pos x="wd2" y="hd2"/>
                  </a:cxn>
                  <a:cxn ang="10800000">
                    <a:pos x="wd2" y="hd2"/>
                  </a:cxn>
                  <a:cxn ang="16200000">
                    <a:pos x="wd2" y="hd2"/>
                  </a:cxn>
                </a:cxnLst>
                <a:rect l="0" t="0" r="r" b="b"/>
                <a:pathLst>
                  <a:path w="21600" h="21600" extrusionOk="0">
                    <a:moveTo>
                      <a:pt x="1203" y="4855"/>
                    </a:moveTo>
                    <a:lnTo>
                      <a:pt x="6842" y="4855"/>
                    </a:lnTo>
                    <a:lnTo>
                      <a:pt x="8174" y="1491"/>
                    </a:lnTo>
                    <a:lnTo>
                      <a:pt x="16541" y="0"/>
                    </a:lnTo>
                    <a:lnTo>
                      <a:pt x="14629" y="4861"/>
                    </a:lnTo>
                    <a:lnTo>
                      <a:pt x="21600" y="4861"/>
                    </a:lnTo>
                    <a:lnTo>
                      <a:pt x="20375" y="7973"/>
                    </a:lnTo>
                    <a:lnTo>
                      <a:pt x="13405" y="7973"/>
                    </a:lnTo>
                    <a:lnTo>
                      <a:pt x="10558" y="15118"/>
                    </a:lnTo>
                    <a:cubicBezTo>
                      <a:pt x="10386" y="15500"/>
                      <a:pt x="10215" y="16069"/>
                      <a:pt x="10215" y="16703"/>
                    </a:cubicBezTo>
                    <a:cubicBezTo>
                      <a:pt x="10215" y="17690"/>
                      <a:pt x="11439" y="18295"/>
                      <a:pt x="13179" y="18295"/>
                    </a:cubicBezTo>
                    <a:cubicBezTo>
                      <a:pt x="14575" y="18295"/>
                      <a:pt x="15972" y="18136"/>
                      <a:pt x="16949" y="17913"/>
                    </a:cubicBezTo>
                    <a:lnTo>
                      <a:pt x="15617" y="21218"/>
                    </a:lnTo>
                    <a:cubicBezTo>
                      <a:pt x="14285" y="21377"/>
                      <a:pt x="12771" y="21600"/>
                      <a:pt x="11439" y="21600"/>
                    </a:cubicBezTo>
                    <a:cubicBezTo>
                      <a:pt x="6155" y="21600"/>
                      <a:pt x="2438" y="20455"/>
                      <a:pt x="2438" y="17314"/>
                    </a:cubicBezTo>
                    <a:cubicBezTo>
                      <a:pt x="2438" y="16046"/>
                      <a:pt x="2900" y="14807"/>
                      <a:pt x="3426" y="13504"/>
                    </a:cubicBezTo>
                    <a:lnTo>
                      <a:pt x="5639" y="7979"/>
                    </a:lnTo>
                    <a:lnTo>
                      <a:pt x="0" y="7979"/>
                    </a:lnTo>
                    <a:lnTo>
                      <a:pt x="1203" y="4855"/>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49" name="フリーフォーム: 図形 52"/>
              <p:cNvSpPr/>
              <p:nvPr/>
            </p:nvSpPr>
            <p:spPr>
              <a:xfrm>
                <a:off x="564990" y="0"/>
                <a:ext cx="100388" cy="137951"/>
              </a:xfrm>
              <a:custGeom>
                <a:avLst/>
                <a:gdLst/>
                <a:ahLst/>
                <a:cxnLst>
                  <a:cxn ang="0">
                    <a:pos x="wd2" y="hd2"/>
                  </a:cxn>
                  <a:cxn ang="5400000">
                    <a:pos x="wd2" y="hd2"/>
                  </a:cxn>
                  <a:cxn ang="10800000">
                    <a:pos x="wd2" y="hd2"/>
                  </a:cxn>
                  <a:cxn ang="16200000">
                    <a:pos x="wd2" y="hd2"/>
                  </a:cxn>
                </a:cxnLst>
                <a:rect l="0" t="0" r="r" b="b"/>
                <a:pathLst>
                  <a:path w="21600" h="21600" extrusionOk="0">
                    <a:moveTo>
                      <a:pt x="6320" y="0"/>
                    </a:moveTo>
                    <a:lnTo>
                      <a:pt x="11623" y="0"/>
                    </a:lnTo>
                    <a:lnTo>
                      <a:pt x="9092" y="8208"/>
                    </a:lnTo>
                    <a:lnTo>
                      <a:pt x="9173" y="8208"/>
                    </a:lnTo>
                    <a:cubicBezTo>
                      <a:pt x="10635" y="7228"/>
                      <a:pt x="12654" y="6425"/>
                      <a:pt x="14951" y="6425"/>
                    </a:cubicBezTo>
                    <a:cubicBezTo>
                      <a:pt x="18945" y="6425"/>
                      <a:pt x="21600" y="8240"/>
                      <a:pt x="21600" y="11173"/>
                    </a:cubicBezTo>
                    <a:cubicBezTo>
                      <a:pt x="21600" y="12296"/>
                      <a:pt x="21205" y="13477"/>
                      <a:pt x="20927" y="14398"/>
                    </a:cubicBezTo>
                    <a:lnTo>
                      <a:pt x="18791" y="21595"/>
                    </a:lnTo>
                    <a:lnTo>
                      <a:pt x="13488" y="21595"/>
                    </a:lnTo>
                    <a:lnTo>
                      <a:pt x="15470" y="14600"/>
                    </a:lnTo>
                    <a:cubicBezTo>
                      <a:pt x="15748" y="13594"/>
                      <a:pt x="16063" y="12583"/>
                      <a:pt x="16063" y="11492"/>
                    </a:cubicBezTo>
                    <a:cubicBezTo>
                      <a:pt x="16063" y="10252"/>
                      <a:pt x="14878" y="9421"/>
                      <a:pt x="13174" y="9421"/>
                    </a:cubicBezTo>
                    <a:cubicBezTo>
                      <a:pt x="9494" y="9421"/>
                      <a:pt x="8148" y="11928"/>
                      <a:pt x="7476" y="14143"/>
                    </a:cubicBezTo>
                    <a:lnTo>
                      <a:pt x="5303" y="21600"/>
                    </a:lnTo>
                    <a:lnTo>
                      <a:pt x="0" y="21600"/>
                    </a:lnTo>
                    <a:lnTo>
                      <a:pt x="6320" y="0"/>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50" name="フリーフォーム: 図形 53"/>
              <p:cNvSpPr/>
              <p:nvPr/>
            </p:nvSpPr>
            <p:spPr>
              <a:xfrm>
                <a:off x="672209" y="41031"/>
                <a:ext cx="92671" cy="99095"/>
              </a:xfrm>
              <a:custGeom>
                <a:avLst/>
                <a:gdLst/>
                <a:ahLst/>
                <a:cxnLst>
                  <a:cxn ang="0">
                    <a:pos x="wd2" y="hd2"/>
                  </a:cxn>
                  <a:cxn ang="5400000">
                    <a:pos x="wd2" y="hd2"/>
                  </a:cxn>
                  <a:cxn ang="10800000">
                    <a:pos x="wd2" y="hd2"/>
                  </a:cxn>
                  <a:cxn ang="16200000">
                    <a:pos x="wd2" y="hd2"/>
                  </a:cxn>
                </a:cxnLst>
                <a:rect l="0" t="0" r="r" b="b"/>
                <a:pathLst>
                  <a:path w="21600" h="21600" extrusionOk="0">
                    <a:moveTo>
                      <a:pt x="5483" y="12464"/>
                    </a:moveTo>
                    <a:cubicBezTo>
                      <a:pt x="5483" y="16272"/>
                      <a:pt x="7670" y="17673"/>
                      <a:pt x="11608" y="17673"/>
                    </a:cubicBezTo>
                    <a:cubicBezTo>
                      <a:pt x="13962" y="17673"/>
                      <a:pt x="16236" y="17110"/>
                      <a:pt x="18383" y="16191"/>
                    </a:cubicBezTo>
                    <a:lnTo>
                      <a:pt x="17654" y="20437"/>
                    </a:lnTo>
                    <a:cubicBezTo>
                      <a:pt x="15428" y="21081"/>
                      <a:pt x="12979" y="21600"/>
                      <a:pt x="10626" y="21600"/>
                    </a:cubicBezTo>
                    <a:cubicBezTo>
                      <a:pt x="4279" y="21600"/>
                      <a:pt x="0" y="18718"/>
                      <a:pt x="0" y="12582"/>
                    </a:cubicBezTo>
                    <a:cubicBezTo>
                      <a:pt x="0" y="6172"/>
                      <a:pt x="5317" y="0"/>
                      <a:pt x="12559" y="0"/>
                    </a:cubicBezTo>
                    <a:cubicBezTo>
                      <a:pt x="18003" y="0"/>
                      <a:pt x="21600" y="2601"/>
                      <a:pt x="21600" y="7855"/>
                    </a:cubicBezTo>
                    <a:cubicBezTo>
                      <a:pt x="21600" y="9418"/>
                      <a:pt x="21386" y="10937"/>
                      <a:pt x="21045" y="12464"/>
                    </a:cubicBezTo>
                    <a:lnTo>
                      <a:pt x="5483" y="12464"/>
                    </a:lnTo>
                    <a:close/>
                    <a:moveTo>
                      <a:pt x="15982" y="8773"/>
                    </a:moveTo>
                    <a:cubicBezTo>
                      <a:pt x="16069" y="8292"/>
                      <a:pt x="16109" y="7855"/>
                      <a:pt x="16109" y="7373"/>
                    </a:cubicBezTo>
                    <a:cubicBezTo>
                      <a:pt x="16109" y="5172"/>
                      <a:pt x="14865" y="3927"/>
                      <a:pt x="12464" y="3927"/>
                    </a:cubicBezTo>
                    <a:cubicBezTo>
                      <a:pt x="8906" y="3927"/>
                      <a:pt x="7361" y="5928"/>
                      <a:pt x="6252" y="8773"/>
                    </a:cubicBezTo>
                    <a:lnTo>
                      <a:pt x="15982" y="8773"/>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51" name="フリーフォーム: 図形 54"/>
              <p:cNvSpPr/>
              <p:nvPr/>
            </p:nvSpPr>
            <p:spPr>
              <a:xfrm>
                <a:off x="802783" y="9586"/>
                <a:ext cx="133158" cy="128331"/>
              </a:xfrm>
              <a:custGeom>
                <a:avLst/>
                <a:gdLst/>
                <a:ahLst/>
                <a:cxnLst>
                  <a:cxn ang="0">
                    <a:pos x="wd2" y="hd2"/>
                  </a:cxn>
                  <a:cxn ang="5400000">
                    <a:pos x="wd2" y="hd2"/>
                  </a:cxn>
                  <a:cxn ang="10800000">
                    <a:pos x="wd2" y="hd2"/>
                  </a:cxn>
                  <a:cxn ang="16200000">
                    <a:pos x="wd2" y="hd2"/>
                  </a:cxn>
                </a:cxnLst>
                <a:rect l="0" t="0" r="r" b="b"/>
                <a:pathLst>
                  <a:path w="21600" h="21600" extrusionOk="0">
                    <a:moveTo>
                      <a:pt x="4478" y="0"/>
                    </a:moveTo>
                    <a:lnTo>
                      <a:pt x="9755" y="0"/>
                    </a:lnTo>
                    <a:lnTo>
                      <a:pt x="14200" y="16405"/>
                    </a:lnTo>
                    <a:lnTo>
                      <a:pt x="14260" y="16405"/>
                    </a:lnTo>
                    <a:lnTo>
                      <a:pt x="17663" y="0"/>
                    </a:lnTo>
                    <a:lnTo>
                      <a:pt x="21600" y="0"/>
                    </a:lnTo>
                    <a:lnTo>
                      <a:pt x="17095" y="21600"/>
                    </a:lnTo>
                    <a:lnTo>
                      <a:pt x="11724" y="21600"/>
                    </a:lnTo>
                    <a:lnTo>
                      <a:pt x="7367" y="5041"/>
                    </a:lnTo>
                    <a:lnTo>
                      <a:pt x="7307" y="5041"/>
                    </a:lnTo>
                    <a:lnTo>
                      <a:pt x="3998" y="21600"/>
                    </a:lnTo>
                    <a:lnTo>
                      <a:pt x="0" y="21600"/>
                    </a:lnTo>
                    <a:lnTo>
                      <a:pt x="4478" y="0"/>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52" name="フリーフォーム: 図形 55"/>
              <p:cNvSpPr/>
              <p:nvPr/>
            </p:nvSpPr>
            <p:spPr>
              <a:xfrm>
                <a:off x="930229" y="41031"/>
                <a:ext cx="92670" cy="99095"/>
              </a:xfrm>
              <a:custGeom>
                <a:avLst/>
                <a:gdLst/>
                <a:ahLst/>
                <a:cxnLst>
                  <a:cxn ang="0">
                    <a:pos x="wd2" y="hd2"/>
                  </a:cxn>
                  <a:cxn ang="5400000">
                    <a:pos x="wd2" y="hd2"/>
                  </a:cxn>
                  <a:cxn ang="10800000">
                    <a:pos x="wd2" y="hd2"/>
                  </a:cxn>
                  <a:cxn ang="16200000">
                    <a:pos x="wd2" y="hd2"/>
                  </a:cxn>
                </a:cxnLst>
                <a:rect l="0" t="0" r="r" b="b"/>
                <a:pathLst>
                  <a:path w="21600" h="21600" extrusionOk="0">
                    <a:moveTo>
                      <a:pt x="5483" y="12464"/>
                    </a:moveTo>
                    <a:cubicBezTo>
                      <a:pt x="5483" y="16272"/>
                      <a:pt x="7670" y="17673"/>
                      <a:pt x="11608" y="17673"/>
                    </a:cubicBezTo>
                    <a:cubicBezTo>
                      <a:pt x="13962" y="17673"/>
                      <a:pt x="16236" y="17110"/>
                      <a:pt x="18383" y="16191"/>
                    </a:cubicBezTo>
                    <a:lnTo>
                      <a:pt x="17654" y="20437"/>
                    </a:lnTo>
                    <a:cubicBezTo>
                      <a:pt x="15428" y="21081"/>
                      <a:pt x="12979" y="21600"/>
                      <a:pt x="10626" y="21600"/>
                    </a:cubicBezTo>
                    <a:cubicBezTo>
                      <a:pt x="4279" y="21600"/>
                      <a:pt x="0" y="18718"/>
                      <a:pt x="0" y="12582"/>
                    </a:cubicBezTo>
                    <a:cubicBezTo>
                      <a:pt x="0" y="6172"/>
                      <a:pt x="5317" y="0"/>
                      <a:pt x="12559" y="0"/>
                    </a:cubicBezTo>
                    <a:cubicBezTo>
                      <a:pt x="18003" y="0"/>
                      <a:pt x="21600" y="2601"/>
                      <a:pt x="21600" y="7855"/>
                    </a:cubicBezTo>
                    <a:cubicBezTo>
                      <a:pt x="21600" y="9418"/>
                      <a:pt x="21386" y="10937"/>
                      <a:pt x="21045" y="12464"/>
                    </a:cubicBezTo>
                    <a:lnTo>
                      <a:pt x="5483" y="12464"/>
                    </a:lnTo>
                    <a:close/>
                    <a:moveTo>
                      <a:pt x="15982" y="8773"/>
                    </a:moveTo>
                    <a:cubicBezTo>
                      <a:pt x="16069" y="8292"/>
                      <a:pt x="16109" y="7855"/>
                      <a:pt x="16109" y="7373"/>
                    </a:cubicBezTo>
                    <a:cubicBezTo>
                      <a:pt x="16109" y="5172"/>
                      <a:pt x="14865" y="3927"/>
                      <a:pt x="12464" y="3927"/>
                    </a:cubicBezTo>
                    <a:cubicBezTo>
                      <a:pt x="8906" y="3927"/>
                      <a:pt x="7361" y="5928"/>
                      <a:pt x="6252" y="8773"/>
                    </a:cubicBezTo>
                    <a:lnTo>
                      <a:pt x="15982" y="8773"/>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53" name="フリーフォーム: 図形 56"/>
              <p:cNvSpPr/>
              <p:nvPr/>
            </p:nvSpPr>
            <p:spPr>
              <a:xfrm>
                <a:off x="1012360" y="43241"/>
                <a:ext cx="116772" cy="94710"/>
              </a:xfrm>
              <a:custGeom>
                <a:avLst/>
                <a:gdLst/>
                <a:ahLst/>
                <a:cxnLst>
                  <a:cxn ang="0">
                    <a:pos x="wd2" y="hd2"/>
                  </a:cxn>
                  <a:cxn ang="5400000">
                    <a:pos x="wd2" y="hd2"/>
                  </a:cxn>
                  <a:cxn ang="10800000">
                    <a:pos x="wd2" y="hd2"/>
                  </a:cxn>
                  <a:cxn ang="16200000">
                    <a:pos x="wd2" y="hd2"/>
                  </a:cxn>
                </a:cxnLst>
                <a:rect l="0" t="0" r="r" b="b"/>
                <a:pathLst>
                  <a:path w="21600" h="21600" extrusionOk="0">
                    <a:moveTo>
                      <a:pt x="11231" y="7420"/>
                    </a:moveTo>
                    <a:lnTo>
                      <a:pt x="16161" y="0"/>
                    </a:lnTo>
                    <a:lnTo>
                      <a:pt x="21600" y="0"/>
                    </a:lnTo>
                    <a:lnTo>
                      <a:pt x="14148" y="10319"/>
                    </a:lnTo>
                    <a:lnTo>
                      <a:pt x="18330" y="21600"/>
                    </a:lnTo>
                    <a:lnTo>
                      <a:pt x="13362" y="21600"/>
                    </a:lnTo>
                    <a:lnTo>
                      <a:pt x="10677" y="13335"/>
                    </a:lnTo>
                    <a:lnTo>
                      <a:pt x="5439" y="21600"/>
                    </a:lnTo>
                    <a:lnTo>
                      <a:pt x="0" y="21600"/>
                    </a:lnTo>
                    <a:lnTo>
                      <a:pt x="7923" y="10319"/>
                    </a:lnTo>
                    <a:lnTo>
                      <a:pt x="4213" y="0"/>
                    </a:lnTo>
                    <a:lnTo>
                      <a:pt x="8942" y="0"/>
                    </a:lnTo>
                    <a:lnTo>
                      <a:pt x="11231" y="7420"/>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54" name="フリーフォーム: 図形 57"/>
              <p:cNvSpPr/>
              <p:nvPr/>
            </p:nvSpPr>
            <p:spPr>
              <a:xfrm>
                <a:off x="1131851" y="15093"/>
                <a:ext cx="68365" cy="125068"/>
              </a:xfrm>
              <a:custGeom>
                <a:avLst/>
                <a:gdLst/>
                <a:ahLst/>
                <a:cxnLst>
                  <a:cxn ang="0">
                    <a:pos x="wd2" y="hd2"/>
                  </a:cxn>
                  <a:cxn ang="5400000">
                    <a:pos x="wd2" y="hd2"/>
                  </a:cxn>
                  <a:cxn ang="10800000">
                    <a:pos x="wd2" y="hd2"/>
                  </a:cxn>
                  <a:cxn ang="16200000">
                    <a:pos x="wd2" y="hd2"/>
                  </a:cxn>
                </a:cxnLst>
                <a:rect l="0" t="0" r="r" b="b"/>
                <a:pathLst>
                  <a:path w="21600" h="21600" extrusionOk="0">
                    <a:moveTo>
                      <a:pt x="1214" y="4855"/>
                    </a:moveTo>
                    <a:lnTo>
                      <a:pt x="6853" y="4855"/>
                    </a:lnTo>
                    <a:lnTo>
                      <a:pt x="8185" y="1491"/>
                    </a:lnTo>
                    <a:lnTo>
                      <a:pt x="16552" y="0"/>
                    </a:lnTo>
                    <a:lnTo>
                      <a:pt x="14629" y="4861"/>
                    </a:lnTo>
                    <a:lnTo>
                      <a:pt x="21600" y="4861"/>
                    </a:lnTo>
                    <a:lnTo>
                      <a:pt x="20375" y="7973"/>
                    </a:lnTo>
                    <a:lnTo>
                      <a:pt x="13405" y="7973"/>
                    </a:lnTo>
                    <a:lnTo>
                      <a:pt x="10558" y="15118"/>
                    </a:lnTo>
                    <a:cubicBezTo>
                      <a:pt x="10386" y="15500"/>
                      <a:pt x="10204" y="16069"/>
                      <a:pt x="10204" y="16703"/>
                    </a:cubicBezTo>
                    <a:cubicBezTo>
                      <a:pt x="10204" y="17690"/>
                      <a:pt x="11428" y="18295"/>
                      <a:pt x="13168" y="18295"/>
                    </a:cubicBezTo>
                    <a:cubicBezTo>
                      <a:pt x="14565" y="18295"/>
                      <a:pt x="15961" y="18136"/>
                      <a:pt x="16949" y="17913"/>
                    </a:cubicBezTo>
                    <a:lnTo>
                      <a:pt x="15617" y="21218"/>
                    </a:lnTo>
                    <a:cubicBezTo>
                      <a:pt x="14285" y="21377"/>
                      <a:pt x="12771" y="21600"/>
                      <a:pt x="11439" y="21600"/>
                    </a:cubicBezTo>
                    <a:cubicBezTo>
                      <a:pt x="6155" y="21600"/>
                      <a:pt x="2438" y="20455"/>
                      <a:pt x="2438" y="17314"/>
                    </a:cubicBezTo>
                    <a:cubicBezTo>
                      <a:pt x="2438" y="16046"/>
                      <a:pt x="2900" y="14807"/>
                      <a:pt x="3426" y="13504"/>
                    </a:cubicBezTo>
                    <a:lnTo>
                      <a:pt x="5639" y="7979"/>
                    </a:lnTo>
                    <a:lnTo>
                      <a:pt x="0" y="7979"/>
                    </a:lnTo>
                    <a:lnTo>
                      <a:pt x="1214" y="4855"/>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55" name="フリーフォーム: 図形 58"/>
              <p:cNvSpPr/>
              <p:nvPr/>
            </p:nvSpPr>
            <p:spPr>
              <a:xfrm>
                <a:off x="1242605" y="9586"/>
                <a:ext cx="119357" cy="12833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4657" y="0"/>
                    </a:lnTo>
                    <a:lnTo>
                      <a:pt x="6823" y="16805"/>
                    </a:lnTo>
                    <a:lnTo>
                      <a:pt x="6890" y="16805"/>
                    </a:lnTo>
                    <a:lnTo>
                      <a:pt x="16543" y="0"/>
                    </a:lnTo>
                    <a:lnTo>
                      <a:pt x="21600" y="0"/>
                    </a:lnTo>
                    <a:lnTo>
                      <a:pt x="8619" y="21600"/>
                    </a:lnTo>
                    <a:lnTo>
                      <a:pt x="3064" y="21600"/>
                    </a:lnTo>
                    <a:lnTo>
                      <a:pt x="0" y="0"/>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56" name="フリーフォーム: 図形 59"/>
              <p:cNvSpPr/>
              <p:nvPr/>
            </p:nvSpPr>
            <p:spPr>
              <a:xfrm>
                <a:off x="1333439" y="40997"/>
                <a:ext cx="89952" cy="99129"/>
              </a:xfrm>
              <a:custGeom>
                <a:avLst/>
                <a:gdLst/>
                <a:ahLst/>
                <a:cxnLst>
                  <a:cxn ang="0">
                    <a:pos x="wd2" y="hd2"/>
                  </a:cxn>
                  <a:cxn ang="5400000">
                    <a:pos x="wd2" y="hd2"/>
                  </a:cxn>
                  <a:cxn ang="10800000">
                    <a:pos x="wd2" y="hd2"/>
                  </a:cxn>
                  <a:cxn ang="16200000">
                    <a:pos x="wd2" y="hd2"/>
                  </a:cxn>
                </a:cxnLst>
                <a:rect l="0" t="0" r="r" b="b"/>
                <a:pathLst>
                  <a:path w="21600" h="21600" extrusionOk="0">
                    <a:moveTo>
                      <a:pt x="14441" y="17956"/>
                    </a:moveTo>
                    <a:lnTo>
                      <a:pt x="14351" y="17956"/>
                    </a:lnTo>
                    <a:cubicBezTo>
                      <a:pt x="12318" y="20282"/>
                      <a:pt x="10286" y="21600"/>
                      <a:pt x="7020" y="21600"/>
                    </a:cubicBezTo>
                    <a:cubicBezTo>
                      <a:pt x="2914" y="21600"/>
                      <a:pt x="0" y="19518"/>
                      <a:pt x="0" y="15711"/>
                    </a:cubicBezTo>
                    <a:cubicBezTo>
                      <a:pt x="0" y="8896"/>
                      <a:pt x="8392" y="8378"/>
                      <a:pt x="13951" y="8378"/>
                    </a:cubicBezTo>
                    <a:lnTo>
                      <a:pt x="16024" y="8378"/>
                    </a:lnTo>
                    <a:cubicBezTo>
                      <a:pt x="16204" y="7815"/>
                      <a:pt x="16204" y="7215"/>
                      <a:pt x="16204" y="6615"/>
                    </a:cubicBezTo>
                    <a:cubicBezTo>
                      <a:pt x="16204" y="4533"/>
                      <a:pt x="13731" y="3933"/>
                      <a:pt x="11657" y="3933"/>
                    </a:cubicBezTo>
                    <a:cubicBezTo>
                      <a:pt x="9053" y="3933"/>
                      <a:pt x="6539" y="4533"/>
                      <a:pt x="4196" y="5533"/>
                    </a:cubicBezTo>
                    <a:lnTo>
                      <a:pt x="5037" y="1244"/>
                    </a:lnTo>
                    <a:cubicBezTo>
                      <a:pt x="7551" y="444"/>
                      <a:pt x="10114" y="0"/>
                      <a:pt x="12767" y="0"/>
                    </a:cubicBezTo>
                    <a:cubicBezTo>
                      <a:pt x="17314" y="0"/>
                      <a:pt x="21600" y="1526"/>
                      <a:pt x="21600" y="6370"/>
                    </a:cubicBezTo>
                    <a:cubicBezTo>
                      <a:pt x="21600" y="9133"/>
                      <a:pt x="19347" y="17230"/>
                      <a:pt x="18816" y="21111"/>
                    </a:cubicBezTo>
                    <a:lnTo>
                      <a:pt x="13829" y="21111"/>
                    </a:lnTo>
                    <a:lnTo>
                      <a:pt x="14441" y="17956"/>
                    </a:lnTo>
                    <a:close/>
                    <a:moveTo>
                      <a:pt x="8653" y="17674"/>
                    </a:moveTo>
                    <a:cubicBezTo>
                      <a:pt x="13069" y="17674"/>
                      <a:pt x="14441" y="14911"/>
                      <a:pt x="15363" y="11585"/>
                    </a:cubicBezTo>
                    <a:lnTo>
                      <a:pt x="13290" y="11585"/>
                    </a:lnTo>
                    <a:cubicBezTo>
                      <a:pt x="10416" y="11585"/>
                      <a:pt x="5649" y="12022"/>
                      <a:pt x="5649" y="15511"/>
                    </a:cubicBezTo>
                    <a:cubicBezTo>
                      <a:pt x="5649" y="16948"/>
                      <a:pt x="7151" y="17674"/>
                      <a:pt x="8653" y="17674"/>
                    </a:cubicBez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57" name="フリーフォーム: 図形 60"/>
              <p:cNvSpPr/>
              <p:nvPr/>
            </p:nvSpPr>
            <p:spPr>
              <a:xfrm>
                <a:off x="1427094" y="0"/>
                <a:ext cx="53883" cy="137917"/>
              </a:xfrm>
              <a:custGeom>
                <a:avLst/>
                <a:gdLst/>
                <a:ahLst/>
                <a:cxnLst>
                  <a:cxn ang="0">
                    <a:pos x="wd2" y="hd2"/>
                  </a:cxn>
                  <a:cxn ang="5400000">
                    <a:pos x="wd2" y="hd2"/>
                  </a:cxn>
                  <a:cxn ang="10800000">
                    <a:pos x="wd2" y="hd2"/>
                  </a:cxn>
                  <a:cxn ang="16200000">
                    <a:pos x="wd2" y="hd2"/>
                  </a:cxn>
                </a:cxnLst>
                <a:rect l="0" t="0" r="r" b="b"/>
                <a:pathLst>
                  <a:path w="21600" h="21600" extrusionOk="0">
                    <a:moveTo>
                      <a:pt x="11720" y="0"/>
                    </a:moveTo>
                    <a:lnTo>
                      <a:pt x="21600" y="0"/>
                    </a:lnTo>
                    <a:lnTo>
                      <a:pt x="9880" y="21600"/>
                    </a:lnTo>
                    <a:lnTo>
                      <a:pt x="0" y="21600"/>
                    </a:lnTo>
                    <a:lnTo>
                      <a:pt x="11720" y="0"/>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58" name="フリーフォーム: 図形 61"/>
              <p:cNvSpPr/>
              <p:nvPr/>
            </p:nvSpPr>
            <p:spPr>
              <a:xfrm>
                <a:off x="1476081" y="43241"/>
                <a:ext cx="100387" cy="96885"/>
              </a:xfrm>
              <a:custGeom>
                <a:avLst/>
                <a:gdLst/>
                <a:ahLst/>
                <a:cxnLst>
                  <a:cxn ang="0">
                    <a:pos x="wd2" y="hd2"/>
                  </a:cxn>
                  <a:cxn ang="5400000">
                    <a:pos x="wd2" y="hd2"/>
                  </a:cxn>
                  <a:cxn ang="10800000">
                    <a:pos x="wd2" y="hd2"/>
                  </a:cxn>
                  <a:cxn ang="16200000">
                    <a:pos x="wd2" y="hd2"/>
                  </a:cxn>
                </a:cxnLst>
                <a:rect l="0" t="0" r="r" b="b"/>
                <a:pathLst>
                  <a:path w="21600" h="21600" extrusionOk="0">
                    <a:moveTo>
                      <a:pt x="17848" y="18076"/>
                    </a:moveTo>
                    <a:cubicBezTo>
                      <a:pt x="17606" y="19349"/>
                      <a:pt x="17409" y="20456"/>
                      <a:pt x="17336" y="21107"/>
                    </a:cubicBezTo>
                    <a:lnTo>
                      <a:pt x="12150" y="21107"/>
                    </a:lnTo>
                    <a:lnTo>
                      <a:pt x="12508" y="19061"/>
                    </a:lnTo>
                    <a:lnTo>
                      <a:pt x="12427" y="19061"/>
                    </a:lnTo>
                    <a:cubicBezTo>
                      <a:pt x="10965" y="20456"/>
                      <a:pt x="8946" y="21600"/>
                      <a:pt x="6649" y="21600"/>
                    </a:cubicBezTo>
                    <a:cubicBezTo>
                      <a:pt x="2655" y="21600"/>
                      <a:pt x="0" y="19016"/>
                      <a:pt x="0" y="14840"/>
                    </a:cubicBezTo>
                    <a:cubicBezTo>
                      <a:pt x="0" y="13240"/>
                      <a:pt x="395" y="11558"/>
                      <a:pt x="673" y="10247"/>
                    </a:cubicBezTo>
                    <a:lnTo>
                      <a:pt x="2809" y="0"/>
                    </a:lnTo>
                    <a:lnTo>
                      <a:pt x="8112" y="0"/>
                    </a:lnTo>
                    <a:lnTo>
                      <a:pt x="6130" y="9959"/>
                    </a:lnTo>
                    <a:cubicBezTo>
                      <a:pt x="5852" y="11391"/>
                      <a:pt x="5537" y="12831"/>
                      <a:pt x="5537" y="14385"/>
                    </a:cubicBezTo>
                    <a:cubicBezTo>
                      <a:pt x="5537" y="16151"/>
                      <a:pt x="6722" y="17341"/>
                      <a:pt x="8426" y="17341"/>
                    </a:cubicBezTo>
                    <a:cubicBezTo>
                      <a:pt x="12106" y="17341"/>
                      <a:pt x="13451" y="13771"/>
                      <a:pt x="14124" y="10618"/>
                    </a:cubicBezTo>
                    <a:lnTo>
                      <a:pt x="16297" y="0"/>
                    </a:lnTo>
                    <a:lnTo>
                      <a:pt x="21600" y="0"/>
                    </a:lnTo>
                    <a:lnTo>
                      <a:pt x="17848" y="18076"/>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59" name="フリーフォーム: 図形 62"/>
              <p:cNvSpPr/>
              <p:nvPr/>
            </p:nvSpPr>
            <p:spPr>
              <a:xfrm>
                <a:off x="1577113" y="41031"/>
                <a:ext cx="92671" cy="99095"/>
              </a:xfrm>
              <a:custGeom>
                <a:avLst/>
                <a:gdLst/>
                <a:ahLst/>
                <a:cxnLst>
                  <a:cxn ang="0">
                    <a:pos x="wd2" y="hd2"/>
                  </a:cxn>
                  <a:cxn ang="5400000">
                    <a:pos x="wd2" y="hd2"/>
                  </a:cxn>
                  <a:cxn ang="10800000">
                    <a:pos x="wd2" y="hd2"/>
                  </a:cxn>
                  <a:cxn ang="16200000">
                    <a:pos x="wd2" y="hd2"/>
                  </a:cxn>
                </a:cxnLst>
                <a:rect l="0" t="0" r="r" b="b"/>
                <a:pathLst>
                  <a:path w="21600" h="21600" extrusionOk="0">
                    <a:moveTo>
                      <a:pt x="5483" y="12464"/>
                    </a:moveTo>
                    <a:cubicBezTo>
                      <a:pt x="5483" y="16272"/>
                      <a:pt x="7670" y="17673"/>
                      <a:pt x="11608" y="17673"/>
                    </a:cubicBezTo>
                    <a:cubicBezTo>
                      <a:pt x="13962" y="17673"/>
                      <a:pt x="16236" y="17110"/>
                      <a:pt x="18383" y="16191"/>
                    </a:cubicBezTo>
                    <a:lnTo>
                      <a:pt x="17654" y="20437"/>
                    </a:lnTo>
                    <a:cubicBezTo>
                      <a:pt x="15427" y="21081"/>
                      <a:pt x="12979" y="21600"/>
                      <a:pt x="10626" y="21600"/>
                    </a:cubicBezTo>
                    <a:cubicBezTo>
                      <a:pt x="4279" y="21600"/>
                      <a:pt x="0" y="18718"/>
                      <a:pt x="0" y="12582"/>
                    </a:cubicBezTo>
                    <a:cubicBezTo>
                      <a:pt x="0" y="6172"/>
                      <a:pt x="5317" y="0"/>
                      <a:pt x="12559" y="0"/>
                    </a:cubicBezTo>
                    <a:cubicBezTo>
                      <a:pt x="18003" y="0"/>
                      <a:pt x="21600" y="2601"/>
                      <a:pt x="21600" y="7855"/>
                    </a:cubicBezTo>
                    <a:cubicBezTo>
                      <a:pt x="21600" y="9418"/>
                      <a:pt x="21386" y="10937"/>
                      <a:pt x="21045" y="12464"/>
                    </a:cubicBezTo>
                    <a:lnTo>
                      <a:pt x="5483" y="12464"/>
                    </a:lnTo>
                    <a:close/>
                    <a:moveTo>
                      <a:pt x="15982" y="8773"/>
                    </a:moveTo>
                    <a:cubicBezTo>
                      <a:pt x="16069" y="8292"/>
                      <a:pt x="16109" y="7855"/>
                      <a:pt x="16109" y="7373"/>
                    </a:cubicBezTo>
                    <a:cubicBezTo>
                      <a:pt x="16109" y="5172"/>
                      <a:pt x="14865" y="3927"/>
                      <a:pt x="12464" y="3927"/>
                    </a:cubicBezTo>
                    <a:cubicBezTo>
                      <a:pt x="8906" y="3927"/>
                      <a:pt x="7361" y="5928"/>
                      <a:pt x="6252" y="8773"/>
                    </a:cubicBezTo>
                    <a:lnTo>
                      <a:pt x="15982" y="8773"/>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60" name="フリーフォーム: 図形 63"/>
              <p:cNvSpPr/>
              <p:nvPr/>
            </p:nvSpPr>
            <p:spPr>
              <a:xfrm>
                <a:off x="1667777" y="40963"/>
                <a:ext cx="81656" cy="99129"/>
              </a:xfrm>
              <a:custGeom>
                <a:avLst/>
                <a:gdLst/>
                <a:ahLst/>
                <a:cxnLst>
                  <a:cxn ang="0">
                    <a:pos x="wd2" y="hd2"/>
                  </a:cxn>
                  <a:cxn ang="5400000">
                    <a:pos x="wd2" y="hd2"/>
                  </a:cxn>
                  <a:cxn ang="10800000">
                    <a:pos x="wd2" y="hd2"/>
                  </a:cxn>
                  <a:cxn ang="16200000">
                    <a:pos x="wd2" y="hd2"/>
                  </a:cxn>
                </a:cxnLst>
                <a:rect l="0" t="0" r="r" b="b"/>
                <a:pathLst>
                  <a:path w="21600" h="21600" extrusionOk="0">
                    <a:moveTo>
                      <a:pt x="20188" y="4896"/>
                    </a:moveTo>
                    <a:cubicBezTo>
                      <a:pt x="18489" y="4378"/>
                      <a:pt x="16690" y="3933"/>
                      <a:pt x="14838" y="3933"/>
                    </a:cubicBezTo>
                    <a:cubicBezTo>
                      <a:pt x="12895" y="3933"/>
                      <a:pt x="10458" y="4370"/>
                      <a:pt x="10458" y="6015"/>
                    </a:cubicBezTo>
                    <a:cubicBezTo>
                      <a:pt x="10458" y="8622"/>
                      <a:pt x="18920" y="9585"/>
                      <a:pt x="18920" y="14630"/>
                    </a:cubicBezTo>
                    <a:cubicBezTo>
                      <a:pt x="18920" y="20000"/>
                      <a:pt x="13228" y="21600"/>
                      <a:pt x="7635" y="21600"/>
                    </a:cubicBezTo>
                    <a:cubicBezTo>
                      <a:pt x="5009" y="21600"/>
                      <a:pt x="2383" y="21282"/>
                      <a:pt x="0" y="20356"/>
                    </a:cubicBezTo>
                    <a:lnTo>
                      <a:pt x="1412" y="16067"/>
                    </a:lnTo>
                    <a:cubicBezTo>
                      <a:pt x="3264" y="16911"/>
                      <a:pt x="5108" y="17667"/>
                      <a:pt x="7635" y="17667"/>
                    </a:cubicBezTo>
                    <a:cubicBezTo>
                      <a:pt x="9820" y="17667"/>
                      <a:pt x="12113" y="17067"/>
                      <a:pt x="12113" y="15385"/>
                    </a:cubicBezTo>
                    <a:cubicBezTo>
                      <a:pt x="12113" y="12059"/>
                      <a:pt x="3651" y="11741"/>
                      <a:pt x="3651" y="6570"/>
                    </a:cubicBezTo>
                    <a:cubicBezTo>
                      <a:pt x="3651" y="1719"/>
                      <a:pt x="9343" y="0"/>
                      <a:pt x="14496" y="0"/>
                    </a:cubicBezTo>
                    <a:cubicBezTo>
                      <a:pt x="16879" y="0"/>
                      <a:pt x="19316" y="363"/>
                      <a:pt x="21600" y="844"/>
                    </a:cubicBezTo>
                    <a:lnTo>
                      <a:pt x="20188" y="4896"/>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61" name="フリーフォーム: 図形 64"/>
              <p:cNvSpPr/>
              <p:nvPr/>
            </p:nvSpPr>
            <p:spPr>
              <a:xfrm>
                <a:off x="1749295" y="9586"/>
                <a:ext cx="53849" cy="128331"/>
              </a:xfrm>
              <a:custGeom>
                <a:avLst/>
                <a:gdLst/>
                <a:ahLst/>
                <a:cxnLst>
                  <a:cxn ang="0">
                    <a:pos x="wd2" y="hd2"/>
                  </a:cxn>
                  <a:cxn ang="5400000">
                    <a:pos x="wd2" y="hd2"/>
                  </a:cxn>
                  <a:cxn ang="10800000">
                    <a:pos x="wd2" y="hd2"/>
                  </a:cxn>
                  <a:cxn ang="16200000">
                    <a:pos x="wd2" y="hd2"/>
                  </a:cxn>
                </a:cxnLst>
                <a:rect l="0" t="0" r="r" b="b"/>
                <a:pathLst>
                  <a:path w="21600" h="21600" extrusionOk="0">
                    <a:moveTo>
                      <a:pt x="12464" y="17269"/>
                    </a:moveTo>
                    <a:lnTo>
                      <a:pt x="10323" y="21600"/>
                    </a:lnTo>
                    <a:lnTo>
                      <a:pt x="0" y="21600"/>
                    </a:lnTo>
                    <a:lnTo>
                      <a:pt x="2141" y="17269"/>
                    </a:lnTo>
                    <a:lnTo>
                      <a:pt x="12464" y="17269"/>
                    </a:lnTo>
                    <a:close/>
                    <a:moveTo>
                      <a:pt x="10023" y="0"/>
                    </a:moveTo>
                    <a:lnTo>
                      <a:pt x="21600" y="0"/>
                    </a:lnTo>
                    <a:lnTo>
                      <a:pt x="12314" y="15260"/>
                    </a:lnTo>
                    <a:lnTo>
                      <a:pt x="4132" y="15260"/>
                    </a:lnTo>
                    <a:lnTo>
                      <a:pt x="10023" y="0"/>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grpSp>
        <p:sp>
          <p:nvSpPr>
            <p:cNvPr id="63" name="フリーフォーム: 図形 44"/>
            <p:cNvSpPr/>
            <p:nvPr/>
          </p:nvSpPr>
          <p:spPr>
            <a:xfrm>
              <a:off x="1021742" y="0"/>
              <a:ext cx="905516" cy="206065"/>
            </a:xfrm>
            <a:custGeom>
              <a:avLst/>
              <a:gdLst/>
              <a:ahLst/>
              <a:cxnLst>
                <a:cxn ang="0">
                  <a:pos x="wd2" y="hd2"/>
                </a:cxn>
                <a:cxn ang="5400000">
                  <a:pos x="wd2" y="hd2"/>
                </a:cxn>
                <a:cxn ang="10800000">
                  <a:pos x="wd2" y="hd2"/>
                </a:cxn>
                <a:cxn ang="16200000">
                  <a:pos x="wd2" y="hd2"/>
                </a:cxn>
              </a:cxnLst>
              <a:rect l="0" t="0" r="r" b="b"/>
              <a:pathLst>
                <a:path w="21600" h="19493" extrusionOk="0">
                  <a:moveTo>
                    <a:pt x="0" y="19493"/>
                  </a:moveTo>
                  <a:cubicBezTo>
                    <a:pt x="6426" y="-988"/>
                    <a:pt x="14983" y="-2107"/>
                    <a:pt x="21600" y="1762"/>
                  </a:cubicBezTo>
                  <a:lnTo>
                    <a:pt x="20669" y="13409"/>
                  </a:lnTo>
                  <a:cubicBezTo>
                    <a:pt x="16097" y="7029"/>
                    <a:pt x="7279" y="3135"/>
                    <a:pt x="0" y="19493"/>
                  </a:cubicBezTo>
                  <a:close/>
                </a:path>
              </a:pathLst>
            </a:custGeom>
            <a:gradFill flip="none" rotWithShape="1">
              <a:gsLst>
                <a:gs pos="25000">
                  <a:srgbClr val="005BAC"/>
                </a:gs>
                <a:gs pos="52000">
                  <a:srgbClr val="E50059"/>
                </a:gs>
                <a:gs pos="100000">
                  <a:srgbClr val="EA5B02"/>
                </a:gs>
              </a:gsLst>
              <a:lin ang="0" scaled="0"/>
            </a:gradFill>
            <a:ln w="12700" cap="flat">
              <a:noFill/>
              <a:miter lim="400000"/>
            </a:ln>
            <a:effectLst/>
          </p:spPr>
          <p:txBody>
            <a:bodyPr wrap="square" lIns="45719" tIns="45719" rIns="45719" bIns="45719" numCol="1" anchor="ctr">
              <a:noAutofit/>
            </a:bodyPr>
            <a:lstStyle/>
            <a:p>
              <a:endParaRPr/>
            </a:p>
          </p:txBody>
        </p:sp>
        <p:sp>
          <p:nvSpPr>
            <p:cNvPr id="64" name="フリーフォーム: 図形 45"/>
            <p:cNvSpPr/>
            <p:nvPr/>
          </p:nvSpPr>
          <p:spPr>
            <a:xfrm>
              <a:off x="0" y="378280"/>
              <a:ext cx="839498" cy="143287"/>
            </a:xfrm>
            <a:custGeom>
              <a:avLst/>
              <a:gdLst/>
              <a:ahLst/>
              <a:cxnLst>
                <a:cxn ang="0">
                  <a:pos x="wd2" y="hd2"/>
                </a:cxn>
                <a:cxn ang="5400000">
                  <a:pos x="wd2" y="hd2"/>
                </a:cxn>
                <a:cxn ang="10800000">
                  <a:pos x="wd2" y="hd2"/>
                </a:cxn>
                <a:cxn ang="16200000">
                  <a:pos x="wd2" y="hd2"/>
                </a:cxn>
              </a:cxnLst>
              <a:rect l="0" t="0" r="r" b="b"/>
              <a:pathLst>
                <a:path w="21600" h="16963" extrusionOk="0">
                  <a:moveTo>
                    <a:pt x="21600" y="0"/>
                  </a:moveTo>
                  <a:cubicBezTo>
                    <a:pt x="17530" y="12847"/>
                    <a:pt x="8807" y="21600"/>
                    <a:pt x="0" y="14328"/>
                  </a:cubicBezTo>
                  <a:lnTo>
                    <a:pt x="1058" y="2777"/>
                  </a:lnTo>
                  <a:cubicBezTo>
                    <a:pt x="9674" y="11969"/>
                    <a:pt x="17750" y="7156"/>
                    <a:pt x="21600" y="0"/>
                  </a:cubicBezTo>
                  <a:close/>
                </a:path>
              </a:pathLst>
            </a:custGeom>
            <a:gradFill flip="none" rotWithShape="1">
              <a:gsLst>
                <a:gs pos="0">
                  <a:srgbClr val="009EE7"/>
                </a:gs>
                <a:gs pos="47000">
                  <a:srgbClr val="005BAC"/>
                </a:gs>
              </a:gsLst>
              <a:lin ang="0" scaled="0"/>
            </a:gradFill>
            <a:ln w="12700" cap="flat">
              <a:noFill/>
              <a:miter lim="400000"/>
            </a:ln>
            <a:effectLst/>
          </p:spPr>
          <p:txBody>
            <a:bodyPr wrap="square" lIns="45719" tIns="45719" rIns="45719" bIns="45719" numCol="1" anchor="ctr">
              <a:noAutofit/>
            </a:bodyPr>
            <a:lstStyle/>
            <a:p>
              <a:endParaRPr/>
            </a:p>
          </p:txBody>
        </p:sp>
      </p:grpSp>
      <p:sp>
        <p:nvSpPr>
          <p:cNvPr id="66" name="スライド番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④ 表紙+サブタイトル（写真なし）">
    <p:spTree>
      <p:nvGrpSpPr>
        <p:cNvPr id="1" name=""/>
        <p:cNvGrpSpPr/>
        <p:nvPr/>
      </p:nvGrpSpPr>
      <p:grpSpPr>
        <a:xfrm>
          <a:off x="0" y="0"/>
          <a:ext cx="0" cy="0"/>
          <a:chOff x="0" y="0"/>
          <a:chExt cx="0" cy="0"/>
        </a:xfrm>
      </p:grpSpPr>
      <p:sp>
        <p:nvSpPr>
          <p:cNvPr id="73" name="タイトルテキスト"/>
          <p:cNvSpPr txBox="1">
            <a:spLocks noGrp="1"/>
          </p:cNvSpPr>
          <p:nvPr>
            <p:ph type="title"/>
          </p:nvPr>
        </p:nvSpPr>
        <p:spPr>
          <a:xfrm>
            <a:off x="492765" y="2156184"/>
            <a:ext cx="8924285" cy="442036"/>
          </a:xfrm>
          <a:prstGeom prst="rect">
            <a:avLst/>
          </a:prstGeom>
          <a:noFill/>
        </p:spPr>
        <p:txBody>
          <a:bodyPr anchor="ctr">
            <a:normAutofit/>
          </a:bodyPr>
          <a:lstStyle>
            <a:lvl1pPr>
              <a:defRPr sz="2400"/>
            </a:lvl1pPr>
          </a:lstStyle>
          <a:p>
            <a:r>
              <a:t>タイトルテキスト</a:t>
            </a:r>
          </a:p>
        </p:txBody>
      </p:sp>
      <p:sp>
        <p:nvSpPr>
          <p:cNvPr id="74" name="本文レベル1…"/>
          <p:cNvSpPr txBox="1">
            <a:spLocks noGrp="1"/>
          </p:cNvSpPr>
          <p:nvPr>
            <p:ph type="body" sz="quarter" idx="1" hasCustomPrompt="1"/>
          </p:nvPr>
        </p:nvSpPr>
        <p:spPr>
          <a:xfrm>
            <a:off x="492386" y="418973"/>
            <a:ext cx="8924664" cy="344135"/>
          </a:xfrm>
          <a:prstGeom prst="rect">
            <a:avLst/>
          </a:prstGeom>
        </p:spPr>
        <p:txBody>
          <a:bodyPr lIns="0" tIns="0" rIns="0" bIns="0" anchor="ctr">
            <a:normAutofit/>
          </a:bodyPr>
          <a:lstStyle>
            <a:lvl1pPr marL="0" indent="0">
              <a:lnSpc>
                <a:spcPct val="110000"/>
              </a:lnSpc>
              <a:spcBef>
                <a:spcPts val="0"/>
              </a:spcBef>
              <a:buClrTx/>
              <a:buSzTx/>
              <a:buNone/>
              <a:defRPr b="1"/>
            </a:lvl1pPr>
            <a:lvl2pPr marL="0" indent="495284">
              <a:lnSpc>
                <a:spcPct val="110000"/>
              </a:lnSpc>
              <a:spcBef>
                <a:spcPts val="0"/>
              </a:spcBef>
              <a:buClrTx/>
              <a:buSzTx/>
              <a:buNone/>
              <a:defRPr b="1"/>
            </a:lvl2pPr>
            <a:lvl3pPr marL="0" indent="990569">
              <a:lnSpc>
                <a:spcPct val="110000"/>
              </a:lnSpc>
              <a:spcBef>
                <a:spcPts val="0"/>
              </a:spcBef>
              <a:buClrTx/>
              <a:buSzTx/>
              <a:buNone/>
              <a:defRPr b="1"/>
            </a:lvl3pPr>
            <a:lvl4pPr marL="0" indent="1485853">
              <a:lnSpc>
                <a:spcPct val="110000"/>
              </a:lnSpc>
              <a:spcBef>
                <a:spcPts val="0"/>
              </a:spcBef>
              <a:buClrTx/>
              <a:buSzTx/>
              <a:buNone/>
              <a:defRPr b="1"/>
            </a:lvl4pPr>
            <a:lvl5pPr marL="0" indent="1981138">
              <a:lnSpc>
                <a:spcPct val="110000"/>
              </a:lnSpc>
              <a:spcBef>
                <a:spcPts val="0"/>
              </a:spcBef>
              <a:buClrTx/>
              <a:buSzTx/>
              <a:buNone/>
              <a:defRPr b="1"/>
            </a:lvl5pPr>
          </a:lstStyle>
          <a:p>
            <a:r>
              <a:t>資料名など</a:t>
            </a:r>
          </a:p>
          <a:p>
            <a:pPr lvl="1"/>
            <a:endParaRPr/>
          </a:p>
          <a:p>
            <a:pPr lvl="2"/>
            <a:endParaRPr/>
          </a:p>
          <a:p>
            <a:pPr lvl="3"/>
            <a:endParaRPr/>
          </a:p>
          <a:p>
            <a:pPr lvl="4"/>
            <a:endParaRPr/>
          </a:p>
        </p:txBody>
      </p:sp>
      <p:sp>
        <p:nvSpPr>
          <p:cNvPr id="75" name="テキスト プレースホルダー 14"/>
          <p:cNvSpPr>
            <a:spLocks noGrp="1"/>
          </p:cNvSpPr>
          <p:nvPr>
            <p:ph type="body" sz="quarter" idx="21" hasCustomPrompt="1"/>
          </p:nvPr>
        </p:nvSpPr>
        <p:spPr>
          <a:xfrm>
            <a:off x="492388" y="5435999"/>
            <a:ext cx="6303233" cy="252001"/>
          </a:xfrm>
          <a:prstGeom prst="rect">
            <a:avLst/>
          </a:prstGeom>
        </p:spPr>
        <p:txBody>
          <a:bodyPr lIns="0" tIns="0" rIns="0" bIns="0" anchor="ctr">
            <a:normAutofit/>
          </a:bodyPr>
          <a:lstStyle>
            <a:lvl1pPr marL="0" indent="0">
              <a:spcBef>
                <a:spcPts val="0"/>
              </a:spcBef>
              <a:buClrTx/>
              <a:buSzTx/>
              <a:buNone/>
              <a:defRPr sz="1200" b="1"/>
            </a:lvl1pPr>
          </a:lstStyle>
          <a:p>
            <a:r>
              <a:t>日付</a:t>
            </a:r>
          </a:p>
        </p:txBody>
      </p:sp>
      <p:sp>
        <p:nvSpPr>
          <p:cNvPr id="76" name="テキスト プレースホルダー 14"/>
          <p:cNvSpPr>
            <a:spLocks noGrp="1"/>
          </p:cNvSpPr>
          <p:nvPr>
            <p:ph type="body" sz="quarter" idx="22" hasCustomPrompt="1"/>
          </p:nvPr>
        </p:nvSpPr>
        <p:spPr>
          <a:xfrm>
            <a:off x="492764" y="4265052"/>
            <a:ext cx="6303233" cy="1037559"/>
          </a:xfrm>
          <a:prstGeom prst="rect">
            <a:avLst/>
          </a:prstGeom>
        </p:spPr>
        <p:txBody>
          <a:bodyPr lIns="0" tIns="0" rIns="0" bIns="0">
            <a:normAutofit/>
          </a:bodyPr>
          <a:lstStyle>
            <a:lvl1pPr marL="0" indent="0">
              <a:lnSpc>
                <a:spcPct val="140000"/>
              </a:lnSpc>
              <a:spcBef>
                <a:spcPts val="0"/>
              </a:spcBef>
              <a:buClrTx/>
              <a:buSzTx/>
              <a:buNone/>
              <a:defRPr sz="1200" b="1"/>
            </a:lvl1pPr>
          </a:lstStyle>
          <a:p>
            <a:r>
              <a:t>部署</a:t>
            </a:r>
          </a:p>
        </p:txBody>
      </p:sp>
      <p:sp>
        <p:nvSpPr>
          <p:cNvPr id="77" name="テキスト プレースホルダー 4"/>
          <p:cNvSpPr>
            <a:spLocks noGrp="1"/>
          </p:cNvSpPr>
          <p:nvPr>
            <p:ph type="body" sz="quarter" idx="23" hasCustomPrompt="1"/>
          </p:nvPr>
        </p:nvSpPr>
        <p:spPr>
          <a:xfrm>
            <a:off x="492764" y="3790798"/>
            <a:ext cx="6303233" cy="342001"/>
          </a:xfrm>
          <a:prstGeom prst="rect">
            <a:avLst/>
          </a:prstGeom>
        </p:spPr>
        <p:txBody>
          <a:bodyPr lIns="0" tIns="0" rIns="0" bIns="0" anchor="ctr">
            <a:normAutofit/>
          </a:bodyPr>
          <a:lstStyle>
            <a:lvl1pPr marL="0" indent="0">
              <a:spcBef>
                <a:spcPts val="0"/>
              </a:spcBef>
              <a:buClrTx/>
              <a:buSzTx/>
              <a:buNone/>
              <a:defRPr b="1"/>
            </a:lvl1pPr>
          </a:lstStyle>
          <a:p>
            <a:r>
              <a:t>名前</a:t>
            </a:r>
          </a:p>
        </p:txBody>
      </p:sp>
      <p:sp>
        <p:nvSpPr>
          <p:cNvPr id="78" name="テキスト プレースホルダー 7"/>
          <p:cNvSpPr>
            <a:spLocks noGrp="1"/>
          </p:cNvSpPr>
          <p:nvPr>
            <p:ph type="body" sz="quarter" idx="24" hasCustomPrompt="1"/>
          </p:nvPr>
        </p:nvSpPr>
        <p:spPr>
          <a:xfrm>
            <a:off x="492763" y="1189666"/>
            <a:ext cx="8924287" cy="349703"/>
          </a:xfrm>
          <a:prstGeom prst="rect">
            <a:avLst/>
          </a:prstGeom>
        </p:spPr>
        <p:txBody>
          <a:bodyPr lIns="0" tIns="0" rIns="0" bIns="0" anchor="ctr">
            <a:normAutofit/>
          </a:bodyPr>
          <a:lstStyle>
            <a:lvl1pPr marL="0" indent="0">
              <a:spcBef>
                <a:spcPts val="0"/>
              </a:spcBef>
              <a:buClrTx/>
              <a:buSzTx/>
              <a:buNone/>
              <a:defRPr sz="1800" b="1">
                <a:solidFill>
                  <a:schemeClr val="accent1"/>
                </a:solidFill>
              </a:defRPr>
            </a:lvl1pPr>
          </a:lstStyle>
          <a:p>
            <a:r>
              <a:t>サブタイトル</a:t>
            </a:r>
          </a:p>
        </p:txBody>
      </p:sp>
      <p:sp>
        <p:nvSpPr>
          <p:cNvPr id="79" name="直線コネクタ 5"/>
          <p:cNvSpPr/>
          <p:nvPr/>
        </p:nvSpPr>
        <p:spPr>
          <a:xfrm>
            <a:off x="493199" y="3439940"/>
            <a:ext cx="4464001" cy="1"/>
          </a:xfrm>
          <a:prstGeom prst="line">
            <a:avLst/>
          </a:prstGeom>
          <a:ln w="31750">
            <a:solidFill>
              <a:schemeClr val="accent1"/>
            </a:solidFill>
            <a:miter/>
          </a:ln>
        </p:spPr>
        <p:txBody>
          <a:bodyPr lIns="45719" rIns="45719"/>
          <a:lstStyle/>
          <a:p>
            <a:endParaRPr/>
          </a:p>
        </p:txBody>
      </p:sp>
      <p:grpSp>
        <p:nvGrpSpPr>
          <p:cNvPr id="82" name="グループ化 10"/>
          <p:cNvGrpSpPr/>
          <p:nvPr/>
        </p:nvGrpSpPr>
        <p:grpSpPr>
          <a:xfrm>
            <a:off x="492766" y="6044136"/>
            <a:ext cx="766801" cy="385679"/>
            <a:chOff x="0" y="0"/>
            <a:chExt cx="766800" cy="385678"/>
          </a:xfrm>
        </p:grpSpPr>
        <p:sp>
          <p:nvSpPr>
            <p:cNvPr id="80" name="Freeform 290"/>
            <p:cNvSpPr/>
            <p:nvPr/>
          </p:nvSpPr>
          <p:spPr>
            <a:xfrm>
              <a:off x="664144" y="1555"/>
              <a:ext cx="102657" cy="3825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8" y="5312"/>
                  </a:lnTo>
                  <a:lnTo>
                    <a:pt x="1145" y="8034"/>
                  </a:lnTo>
                  <a:lnTo>
                    <a:pt x="1309" y="10800"/>
                  </a:lnTo>
                  <a:lnTo>
                    <a:pt x="1145" y="13610"/>
                  </a:lnTo>
                  <a:lnTo>
                    <a:pt x="818" y="16332"/>
                  </a:lnTo>
                  <a:lnTo>
                    <a:pt x="0" y="21600"/>
                  </a:lnTo>
                  <a:lnTo>
                    <a:pt x="21600" y="21600"/>
                  </a:lnTo>
                  <a:lnTo>
                    <a:pt x="20782" y="16332"/>
                  </a:lnTo>
                  <a:lnTo>
                    <a:pt x="20291" y="13610"/>
                  </a:lnTo>
                  <a:lnTo>
                    <a:pt x="20291" y="8034"/>
                  </a:lnTo>
                  <a:lnTo>
                    <a:pt x="20782" y="5312"/>
                  </a:lnTo>
                  <a:lnTo>
                    <a:pt x="21600" y="0"/>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sp>
          <p:nvSpPr>
            <p:cNvPr id="81" name="Freeform 291"/>
            <p:cNvSpPr/>
            <p:nvPr/>
          </p:nvSpPr>
          <p:spPr>
            <a:xfrm>
              <a:off x="0" y="-1"/>
              <a:ext cx="654814" cy="385680"/>
            </a:xfrm>
            <a:custGeom>
              <a:avLst/>
              <a:gdLst/>
              <a:ahLst/>
              <a:cxnLst>
                <a:cxn ang="0">
                  <a:pos x="wd2" y="hd2"/>
                </a:cxn>
                <a:cxn ang="5400000">
                  <a:pos x="wd2" y="hd2"/>
                </a:cxn>
                <a:cxn ang="10800000">
                  <a:pos x="wd2" y="hd2"/>
                </a:cxn>
                <a:cxn ang="16200000">
                  <a:pos x="wd2" y="hd2"/>
                </a:cxn>
              </a:cxnLst>
              <a:rect l="0" t="0" r="r" b="b"/>
              <a:pathLst>
                <a:path w="21600" h="21600" extrusionOk="0">
                  <a:moveTo>
                    <a:pt x="17167" y="11517"/>
                  </a:moveTo>
                  <a:lnTo>
                    <a:pt x="17859" y="11039"/>
                  </a:lnTo>
                  <a:lnTo>
                    <a:pt x="18423" y="10431"/>
                  </a:lnTo>
                  <a:lnTo>
                    <a:pt x="18961" y="9822"/>
                  </a:lnTo>
                  <a:lnTo>
                    <a:pt x="19396" y="9040"/>
                  </a:lnTo>
                  <a:lnTo>
                    <a:pt x="19730" y="8214"/>
                  </a:lnTo>
                  <a:lnTo>
                    <a:pt x="19986" y="7301"/>
                  </a:lnTo>
                  <a:lnTo>
                    <a:pt x="20088" y="6910"/>
                  </a:lnTo>
                  <a:lnTo>
                    <a:pt x="20140" y="6432"/>
                  </a:lnTo>
                  <a:lnTo>
                    <a:pt x="20191" y="5998"/>
                  </a:lnTo>
                  <a:lnTo>
                    <a:pt x="20191" y="4998"/>
                  </a:lnTo>
                  <a:lnTo>
                    <a:pt x="20140" y="4476"/>
                  </a:lnTo>
                  <a:lnTo>
                    <a:pt x="20088" y="3998"/>
                  </a:lnTo>
                  <a:lnTo>
                    <a:pt x="20011" y="3520"/>
                  </a:lnTo>
                  <a:lnTo>
                    <a:pt x="19883" y="3129"/>
                  </a:lnTo>
                  <a:lnTo>
                    <a:pt x="19730" y="2695"/>
                  </a:lnTo>
                  <a:lnTo>
                    <a:pt x="19601" y="2347"/>
                  </a:lnTo>
                  <a:lnTo>
                    <a:pt x="19396" y="1999"/>
                  </a:lnTo>
                  <a:lnTo>
                    <a:pt x="19012" y="1391"/>
                  </a:lnTo>
                  <a:lnTo>
                    <a:pt x="18551" y="956"/>
                  </a:lnTo>
                  <a:lnTo>
                    <a:pt x="18064" y="608"/>
                  </a:lnTo>
                  <a:lnTo>
                    <a:pt x="17500" y="348"/>
                  </a:lnTo>
                  <a:lnTo>
                    <a:pt x="16937" y="217"/>
                  </a:lnTo>
                  <a:lnTo>
                    <a:pt x="16322" y="87"/>
                  </a:lnTo>
                  <a:lnTo>
                    <a:pt x="15656" y="87"/>
                  </a:lnTo>
                  <a:lnTo>
                    <a:pt x="15015" y="0"/>
                  </a:lnTo>
                  <a:lnTo>
                    <a:pt x="13554" y="87"/>
                  </a:lnTo>
                  <a:lnTo>
                    <a:pt x="12043" y="130"/>
                  </a:lnTo>
                  <a:lnTo>
                    <a:pt x="10582" y="217"/>
                  </a:lnTo>
                  <a:lnTo>
                    <a:pt x="9327" y="217"/>
                  </a:lnTo>
                  <a:lnTo>
                    <a:pt x="9532" y="7258"/>
                  </a:lnTo>
                  <a:lnTo>
                    <a:pt x="9557" y="10561"/>
                  </a:lnTo>
                  <a:lnTo>
                    <a:pt x="9557" y="13603"/>
                  </a:lnTo>
                  <a:lnTo>
                    <a:pt x="7969" y="10518"/>
                  </a:lnTo>
                  <a:lnTo>
                    <a:pt x="6380" y="7171"/>
                  </a:lnTo>
                  <a:lnTo>
                    <a:pt x="4791" y="3738"/>
                  </a:lnTo>
                  <a:lnTo>
                    <a:pt x="3305" y="217"/>
                  </a:lnTo>
                  <a:lnTo>
                    <a:pt x="0" y="217"/>
                  </a:lnTo>
                  <a:lnTo>
                    <a:pt x="179" y="5476"/>
                  </a:lnTo>
                  <a:lnTo>
                    <a:pt x="205" y="8171"/>
                  </a:lnTo>
                  <a:lnTo>
                    <a:pt x="256" y="10909"/>
                  </a:lnTo>
                  <a:lnTo>
                    <a:pt x="205" y="13690"/>
                  </a:lnTo>
                  <a:lnTo>
                    <a:pt x="179" y="16385"/>
                  </a:lnTo>
                  <a:lnTo>
                    <a:pt x="0" y="21600"/>
                  </a:lnTo>
                  <a:lnTo>
                    <a:pt x="2742" y="21600"/>
                  </a:lnTo>
                  <a:lnTo>
                    <a:pt x="2562" y="17732"/>
                  </a:lnTo>
                  <a:lnTo>
                    <a:pt x="2485" y="13864"/>
                  </a:lnTo>
                  <a:lnTo>
                    <a:pt x="2434" y="10344"/>
                  </a:lnTo>
                  <a:lnTo>
                    <a:pt x="2434" y="7171"/>
                  </a:lnTo>
                  <a:lnTo>
                    <a:pt x="4151" y="10518"/>
                  </a:lnTo>
                  <a:lnTo>
                    <a:pt x="5893" y="14081"/>
                  </a:lnTo>
                  <a:lnTo>
                    <a:pt x="7661" y="17819"/>
                  </a:lnTo>
                  <a:lnTo>
                    <a:pt x="8456" y="19731"/>
                  </a:lnTo>
                  <a:lnTo>
                    <a:pt x="9275" y="21600"/>
                  </a:lnTo>
                  <a:lnTo>
                    <a:pt x="12120" y="21600"/>
                  </a:lnTo>
                  <a:lnTo>
                    <a:pt x="11991" y="16385"/>
                  </a:lnTo>
                  <a:lnTo>
                    <a:pt x="11966" y="13690"/>
                  </a:lnTo>
                  <a:lnTo>
                    <a:pt x="11915" y="10909"/>
                  </a:lnTo>
                  <a:lnTo>
                    <a:pt x="11915" y="6910"/>
                  </a:lnTo>
                  <a:lnTo>
                    <a:pt x="11991" y="2955"/>
                  </a:lnTo>
                  <a:lnTo>
                    <a:pt x="12863" y="2912"/>
                  </a:lnTo>
                  <a:lnTo>
                    <a:pt x="13913" y="2912"/>
                  </a:lnTo>
                  <a:lnTo>
                    <a:pt x="14554" y="2955"/>
                  </a:lnTo>
                  <a:lnTo>
                    <a:pt x="15143" y="3129"/>
                  </a:lnTo>
                  <a:lnTo>
                    <a:pt x="15630" y="3477"/>
                  </a:lnTo>
                  <a:lnTo>
                    <a:pt x="15835" y="3651"/>
                  </a:lnTo>
                  <a:lnTo>
                    <a:pt x="16142" y="4085"/>
                  </a:lnTo>
                  <a:lnTo>
                    <a:pt x="16270" y="4346"/>
                  </a:lnTo>
                  <a:lnTo>
                    <a:pt x="16475" y="4911"/>
                  </a:lnTo>
                  <a:lnTo>
                    <a:pt x="16604" y="5520"/>
                  </a:lnTo>
                  <a:lnTo>
                    <a:pt x="16629" y="6302"/>
                  </a:lnTo>
                  <a:lnTo>
                    <a:pt x="16604" y="6693"/>
                  </a:lnTo>
                  <a:lnTo>
                    <a:pt x="16552" y="7171"/>
                  </a:lnTo>
                  <a:lnTo>
                    <a:pt x="16475" y="7606"/>
                  </a:lnTo>
                  <a:lnTo>
                    <a:pt x="16347" y="7997"/>
                  </a:lnTo>
                  <a:lnTo>
                    <a:pt x="16245" y="8344"/>
                  </a:lnTo>
                  <a:lnTo>
                    <a:pt x="15835" y="9040"/>
                  </a:lnTo>
                  <a:lnTo>
                    <a:pt x="15630" y="9344"/>
                  </a:lnTo>
                  <a:lnTo>
                    <a:pt x="15092" y="9866"/>
                  </a:lnTo>
                  <a:lnTo>
                    <a:pt x="14528" y="10300"/>
                  </a:lnTo>
                  <a:lnTo>
                    <a:pt x="13888" y="10648"/>
                  </a:lnTo>
                  <a:lnTo>
                    <a:pt x="13196" y="10996"/>
                  </a:lnTo>
                  <a:lnTo>
                    <a:pt x="14272" y="13386"/>
                  </a:lnTo>
                  <a:lnTo>
                    <a:pt x="15451" y="16080"/>
                  </a:lnTo>
                  <a:lnTo>
                    <a:pt x="16604" y="18905"/>
                  </a:lnTo>
                  <a:lnTo>
                    <a:pt x="17654" y="21600"/>
                  </a:lnTo>
                  <a:lnTo>
                    <a:pt x="21600" y="21600"/>
                  </a:lnTo>
                  <a:lnTo>
                    <a:pt x="19166" y="16298"/>
                  </a:lnTo>
                  <a:lnTo>
                    <a:pt x="18115" y="13821"/>
                  </a:lnTo>
                  <a:lnTo>
                    <a:pt x="17167" y="11517"/>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grpSp>
      <p:grpSp>
        <p:nvGrpSpPr>
          <p:cNvPr id="105" name="グループ化 13"/>
          <p:cNvGrpSpPr/>
          <p:nvPr/>
        </p:nvGrpSpPr>
        <p:grpSpPr>
          <a:xfrm>
            <a:off x="7248453" y="5975818"/>
            <a:ext cx="1927259" cy="521567"/>
            <a:chOff x="0" y="0"/>
            <a:chExt cx="1927257" cy="521566"/>
          </a:xfrm>
        </p:grpSpPr>
        <p:grpSp>
          <p:nvGrpSpPr>
            <p:cNvPr id="102" name="グループ化 18"/>
            <p:cNvGrpSpPr/>
            <p:nvPr/>
          </p:nvGrpSpPr>
          <p:grpSpPr>
            <a:xfrm>
              <a:off x="62753" y="217010"/>
              <a:ext cx="1803145" cy="140161"/>
              <a:chOff x="0" y="0"/>
              <a:chExt cx="1803143" cy="140160"/>
            </a:xfrm>
          </p:grpSpPr>
          <p:sp>
            <p:nvSpPr>
              <p:cNvPr id="83" name="フリーフォーム: 図形 21"/>
              <p:cNvSpPr/>
              <p:nvPr/>
            </p:nvSpPr>
            <p:spPr>
              <a:xfrm>
                <a:off x="0" y="7342"/>
                <a:ext cx="99843" cy="132750"/>
              </a:xfrm>
              <a:custGeom>
                <a:avLst/>
                <a:gdLst/>
                <a:ahLst/>
                <a:cxnLst>
                  <a:cxn ang="0">
                    <a:pos x="wd2" y="hd2"/>
                  </a:cxn>
                  <a:cxn ang="5400000">
                    <a:pos x="wd2" y="hd2"/>
                  </a:cxn>
                  <a:cxn ang="10800000">
                    <a:pos x="wd2" y="hd2"/>
                  </a:cxn>
                  <a:cxn ang="16200000">
                    <a:pos x="wd2" y="hd2"/>
                  </a:cxn>
                </a:cxnLst>
                <a:rect l="0" t="0" r="r" b="b"/>
                <a:pathLst>
                  <a:path w="21600" h="21600" extrusionOk="0">
                    <a:moveTo>
                      <a:pt x="20284" y="4370"/>
                    </a:moveTo>
                    <a:cubicBezTo>
                      <a:pt x="18651" y="3739"/>
                      <a:pt x="16547" y="3291"/>
                      <a:pt x="14518" y="3291"/>
                    </a:cubicBezTo>
                    <a:cubicBezTo>
                      <a:pt x="12532" y="3291"/>
                      <a:pt x="9862" y="3889"/>
                      <a:pt x="9862" y="5686"/>
                    </a:cubicBezTo>
                    <a:cubicBezTo>
                      <a:pt x="9862" y="9038"/>
                      <a:pt x="19327" y="8828"/>
                      <a:pt x="19327" y="14630"/>
                    </a:cubicBezTo>
                    <a:cubicBezTo>
                      <a:pt x="19327" y="19747"/>
                      <a:pt x="13996" y="21600"/>
                      <a:pt x="7913" y="21600"/>
                    </a:cubicBezTo>
                    <a:cubicBezTo>
                      <a:pt x="5251" y="21600"/>
                      <a:pt x="2501" y="21124"/>
                      <a:pt x="0" y="20433"/>
                    </a:cubicBezTo>
                    <a:lnTo>
                      <a:pt x="1434" y="16871"/>
                    </a:lnTo>
                    <a:cubicBezTo>
                      <a:pt x="3582" y="17617"/>
                      <a:pt x="5847" y="18309"/>
                      <a:pt x="8237" y="18309"/>
                    </a:cubicBezTo>
                    <a:cubicBezTo>
                      <a:pt x="10907" y="18309"/>
                      <a:pt x="13525" y="17291"/>
                      <a:pt x="13525" y="15045"/>
                    </a:cubicBezTo>
                    <a:cubicBezTo>
                      <a:pt x="13525" y="11273"/>
                      <a:pt x="4060" y="11876"/>
                      <a:pt x="4060" y="6311"/>
                    </a:cubicBezTo>
                    <a:cubicBezTo>
                      <a:pt x="4060" y="1914"/>
                      <a:pt x="9068" y="0"/>
                      <a:pt x="14400" y="0"/>
                    </a:cubicBezTo>
                    <a:cubicBezTo>
                      <a:pt x="16827" y="0"/>
                      <a:pt x="19335" y="238"/>
                      <a:pt x="21600" y="929"/>
                    </a:cubicBezTo>
                    <a:lnTo>
                      <a:pt x="20284" y="4370"/>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84" name="フリーフォーム: 図形 22"/>
              <p:cNvSpPr/>
              <p:nvPr/>
            </p:nvSpPr>
            <p:spPr>
              <a:xfrm>
                <a:off x="96272" y="0"/>
                <a:ext cx="100455" cy="137951"/>
              </a:xfrm>
              <a:custGeom>
                <a:avLst/>
                <a:gdLst/>
                <a:ahLst/>
                <a:cxnLst>
                  <a:cxn ang="0">
                    <a:pos x="wd2" y="hd2"/>
                  </a:cxn>
                  <a:cxn ang="5400000">
                    <a:pos x="wd2" y="hd2"/>
                  </a:cxn>
                  <a:cxn ang="10800000">
                    <a:pos x="wd2" y="hd2"/>
                  </a:cxn>
                  <a:cxn ang="16200000">
                    <a:pos x="wd2" y="hd2"/>
                  </a:cxn>
                </a:cxnLst>
                <a:rect l="0" t="0" r="r" b="b"/>
                <a:pathLst>
                  <a:path w="21600" h="21600" extrusionOk="0">
                    <a:moveTo>
                      <a:pt x="6330" y="0"/>
                    </a:moveTo>
                    <a:lnTo>
                      <a:pt x="11630" y="0"/>
                    </a:lnTo>
                    <a:lnTo>
                      <a:pt x="9100" y="8208"/>
                    </a:lnTo>
                    <a:lnTo>
                      <a:pt x="9181" y="8208"/>
                    </a:lnTo>
                    <a:cubicBezTo>
                      <a:pt x="10643" y="7228"/>
                      <a:pt x="12660" y="6425"/>
                      <a:pt x="14956" y="6425"/>
                    </a:cubicBezTo>
                    <a:cubicBezTo>
                      <a:pt x="18947" y="6425"/>
                      <a:pt x="21600" y="8240"/>
                      <a:pt x="21600" y="11173"/>
                    </a:cubicBezTo>
                    <a:cubicBezTo>
                      <a:pt x="21600" y="12296"/>
                      <a:pt x="21205" y="13477"/>
                      <a:pt x="20928" y="14398"/>
                    </a:cubicBezTo>
                    <a:lnTo>
                      <a:pt x="18793" y="21595"/>
                    </a:lnTo>
                    <a:lnTo>
                      <a:pt x="13494" y="21595"/>
                    </a:lnTo>
                    <a:lnTo>
                      <a:pt x="15467" y="14600"/>
                    </a:lnTo>
                    <a:cubicBezTo>
                      <a:pt x="15745" y="13594"/>
                      <a:pt x="16059" y="12583"/>
                      <a:pt x="16059" y="11492"/>
                    </a:cubicBezTo>
                    <a:cubicBezTo>
                      <a:pt x="16059" y="10252"/>
                      <a:pt x="14875" y="9421"/>
                      <a:pt x="13172" y="9421"/>
                    </a:cubicBezTo>
                    <a:cubicBezTo>
                      <a:pt x="9495" y="9421"/>
                      <a:pt x="8150" y="11928"/>
                      <a:pt x="7478" y="14143"/>
                    </a:cubicBezTo>
                    <a:lnTo>
                      <a:pt x="5299" y="21600"/>
                    </a:lnTo>
                    <a:lnTo>
                      <a:pt x="0" y="21600"/>
                    </a:lnTo>
                    <a:lnTo>
                      <a:pt x="6330" y="0"/>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85" name="フリーフォーム: 図形 23"/>
              <p:cNvSpPr/>
              <p:nvPr/>
            </p:nvSpPr>
            <p:spPr>
              <a:xfrm>
                <a:off x="200500" y="40997"/>
                <a:ext cx="89951" cy="99129"/>
              </a:xfrm>
              <a:custGeom>
                <a:avLst/>
                <a:gdLst/>
                <a:ahLst/>
                <a:cxnLst>
                  <a:cxn ang="0">
                    <a:pos x="wd2" y="hd2"/>
                  </a:cxn>
                  <a:cxn ang="5400000">
                    <a:pos x="wd2" y="hd2"/>
                  </a:cxn>
                  <a:cxn ang="10800000">
                    <a:pos x="wd2" y="hd2"/>
                  </a:cxn>
                  <a:cxn ang="16200000">
                    <a:pos x="wd2" y="hd2"/>
                  </a:cxn>
                </a:cxnLst>
                <a:rect l="0" t="0" r="r" b="b"/>
                <a:pathLst>
                  <a:path w="21600" h="21600" extrusionOk="0">
                    <a:moveTo>
                      <a:pt x="14441" y="17956"/>
                    </a:moveTo>
                    <a:lnTo>
                      <a:pt x="14351" y="17956"/>
                    </a:lnTo>
                    <a:cubicBezTo>
                      <a:pt x="12318" y="20282"/>
                      <a:pt x="10286" y="21600"/>
                      <a:pt x="7020" y="21600"/>
                    </a:cubicBezTo>
                    <a:cubicBezTo>
                      <a:pt x="2914" y="21600"/>
                      <a:pt x="0" y="19518"/>
                      <a:pt x="0" y="15711"/>
                    </a:cubicBezTo>
                    <a:cubicBezTo>
                      <a:pt x="0" y="8896"/>
                      <a:pt x="8392" y="8378"/>
                      <a:pt x="13951" y="8378"/>
                    </a:cubicBezTo>
                    <a:lnTo>
                      <a:pt x="16024" y="8378"/>
                    </a:lnTo>
                    <a:cubicBezTo>
                      <a:pt x="16204" y="7815"/>
                      <a:pt x="16204" y="7215"/>
                      <a:pt x="16204" y="6615"/>
                    </a:cubicBezTo>
                    <a:cubicBezTo>
                      <a:pt x="16204" y="4533"/>
                      <a:pt x="13731" y="3933"/>
                      <a:pt x="11657" y="3933"/>
                    </a:cubicBezTo>
                    <a:cubicBezTo>
                      <a:pt x="9053" y="3933"/>
                      <a:pt x="6539" y="4533"/>
                      <a:pt x="4196" y="5533"/>
                    </a:cubicBezTo>
                    <a:lnTo>
                      <a:pt x="5037" y="1244"/>
                    </a:lnTo>
                    <a:cubicBezTo>
                      <a:pt x="7551" y="444"/>
                      <a:pt x="10114" y="0"/>
                      <a:pt x="12767" y="0"/>
                    </a:cubicBezTo>
                    <a:cubicBezTo>
                      <a:pt x="17314" y="0"/>
                      <a:pt x="21600" y="1526"/>
                      <a:pt x="21600" y="6370"/>
                    </a:cubicBezTo>
                    <a:cubicBezTo>
                      <a:pt x="21600" y="9133"/>
                      <a:pt x="19347" y="17230"/>
                      <a:pt x="18816" y="21111"/>
                    </a:cubicBezTo>
                    <a:lnTo>
                      <a:pt x="13829" y="21111"/>
                    </a:lnTo>
                    <a:lnTo>
                      <a:pt x="14441" y="17956"/>
                    </a:lnTo>
                    <a:close/>
                    <a:moveTo>
                      <a:pt x="8653" y="17674"/>
                    </a:moveTo>
                    <a:cubicBezTo>
                      <a:pt x="13069" y="17674"/>
                      <a:pt x="14441" y="14911"/>
                      <a:pt x="15363" y="11585"/>
                    </a:cubicBezTo>
                    <a:lnTo>
                      <a:pt x="13290" y="11585"/>
                    </a:lnTo>
                    <a:cubicBezTo>
                      <a:pt x="10416" y="11585"/>
                      <a:pt x="5649" y="12022"/>
                      <a:pt x="5649" y="15511"/>
                    </a:cubicBezTo>
                    <a:cubicBezTo>
                      <a:pt x="5649" y="16948"/>
                      <a:pt x="7151" y="17674"/>
                      <a:pt x="8653" y="17674"/>
                    </a:cubicBez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86" name="フリーフォーム: 図形 24"/>
              <p:cNvSpPr/>
              <p:nvPr/>
            </p:nvSpPr>
            <p:spPr>
              <a:xfrm>
                <a:off x="295379" y="41031"/>
                <a:ext cx="77067" cy="96920"/>
              </a:xfrm>
              <a:custGeom>
                <a:avLst/>
                <a:gdLst/>
                <a:ahLst/>
                <a:cxnLst>
                  <a:cxn ang="0">
                    <a:pos x="wd2" y="hd2"/>
                  </a:cxn>
                  <a:cxn ang="5400000">
                    <a:pos x="wd2" y="hd2"/>
                  </a:cxn>
                  <a:cxn ang="10800000">
                    <a:pos x="wd2" y="hd2"/>
                  </a:cxn>
                  <a:cxn ang="16200000">
                    <a:pos x="wd2" y="hd2"/>
                  </a:cxn>
                </a:cxnLst>
                <a:rect l="0" t="0" r="r" b="b"/>
                <a:pathLst>
                  <a:path w="21600" h="21600" extrusionOk="0">
                    <a:moveTo>
                      <a:pt x="4745" y="3318"/>
                    </a:moveTo>
                    <a:cubicBezTo>
                      <a:pt x="4955" y="2417"/>
                      <a:pt x="5155" y="1477"/>
                      <a:pt x="5364" y="492"/>
                    </a:cubicBezTo>
                    <a:lnTo>
                      <a:pt x="11958" y="492"/>
                    </a:lnTo>
                    <a:lnTo>
                      <a:pt x="11033" y="4470"/>
                    </a:lnTo>
                    <a:lnTo>
                      <a:pt x="11138" y="4470"/>
                    </a:lnTo>
                    <a:cubicBezTo>
                      <a:pt x="12377" y="2174"/>
                      <a:pt x="15778" y="0"/>
                      <a:pt x="18970" y="0"/>
                    </a:cubicBezTo>
                    <a:cubicBezTo>
                      <a:pt x="19847" y="0"/>
                      <a:pt x="20771" y="38"/>
                      <a:pt x="21600" y="205"/>
                    </a:cubicBezTo>
                    <a:lnTo>
                      <a:pt x="20161" y="5576"/>
                    </a:lnTo>
                    <a:cubicBezTo>
                      <a:pt x="19389" y="5372"/>
                      <a:pt x="18408" y="5250"/>
                      <a:pt x="17532" y="5250"/>
                    </a:cubicBezTo>
                    <a:cubicBezTo>
                      <a:pt x="12634" y="5250"/>
                      <a:pt x="10262" y="8735"/>
                      <a:pt x="9385" y="12137"/>
                    </a:cubicBezTo>
                    <a:lnTo>
                      <a:pt x="6908" y="21600"/>
                    </a:lnTo>
                    <a:lnTo>
                      <a:pt x="0" y="21600"/>
                    </a:lnTo>
                    <a:lnTo>
                      <a:pt x="4745" y="3318"/>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87" name="フリーフォーム: 図形 25"/>
              <p:cNvSpPr/>
              <p:nvPr/>
            </p:nvSpPr>
            <p:spPr>
              <a:xfrm>
                <a:off x="367448" y="41031"/>
                <a:ext cx="92670" cy="99095"/>
              </a:xfrm>
              <a:custGeom>
                <a:avLst/>
                <a:gdLst/>
                <a:ahLst/>
                <a:cxnLst>
                  <a:cxn ang="0">
                    <a:pos x="wd2" y="hd2"/>
                  </a:cxn>
                  <a:cxn ang="5400000">
                    <a:pos x="wd2" y="hd2"/>
                  </a:cxn>
                  <a:cxn ang="10800000">
                    <a:pos x="wd2" y="hd2"/>
                  </a:cxn>
                  <a:cxn ang="16200000">
                    <a:pos x="wd2" y="hd2"/>
                  </a:cxn>
                </a:cxnLst>
                <a:rect l="0" t="0" r="r" b="b"/>
                <a:pathLst>
                  <a:path w="21600" h="21600" extrusionOk="0">
                    <a:moveTo>
                      <a:pt x="5483" y="12464"/>
                    </a:moveTo>
                    <a:cubicBezTo>
                      <a:pt x="5483" y="16272"/>
                      <a:pt x="7670" y="17673"/>
                      <a:pt x="11608" y="17673"/>
                    </a:cubicBezTo>
                    <a:cubicBezTo>
                      <a:pt x="13962" y="17673"/>
                      <a:pt x="16236" y="17110"/>
                      <a:pt x="18383" y="16191"/>
                    </a:cubicBezTo>
                    <a:lnTo>
                      <a:pt x="17654" y="20437"/>
                    </a:lnTo>
                    <a:cubicBezTo>
                      <a:pt x="15428" y="21081"/>
                      <a:pt x="12979" y="21600"/>
                      <a:pt x="10626" y="21600"/>
                    </a:cubicBezTo>
                    <a:cubicBezTo>
                      <a:pt x="4279" y="21600"/>
                      <a:pt x="0" y="18718"/>
                      <a:pt x="0" y="12582"/>
                    </a:cubicBezTo>
                    <a:cubicBezTo>
                      <a:pt x="0" y="6172"/>
                      <a:pt x="5317" y="0"/>
                      <a:pt x="12559" y="0"/>
                    </a:cubicBezTo>
                    <a:cubicBezTo>
                      <a:pt x="18003" y="0"/>
                      <a:pt x="21600" y="2601"/>
                      <a:pt x="21600" y="7855"/>
                    </a:cubicBezTo>
                    <a:cubicBezTo>
                      <a:pt x="21600" y="9418"/>
                      <a:pt x="21386" y="10937"/>
                      <a:pt x="21045" y="12464"/>
                    </a:cubicBezTo>
                    <a:lnTo>
                      <a:pt x="5483" y="12464"/>
                    </a:lnTo>
                    <a:close/>
                    <a:moveTo>
                      <a:pt x="15990" y="8773"/>
                    </a:moveTo>
                    <a:cubicBezTo>
                      <a:pt x="16077" y="8292"/>
                      <a:pt x="16117" y="7855"/>
                      <a:pt x="16117" y="7373"/>
                    </a:cubicBezTo>
                    <a:cubicBezTo>
                      <a:pt x="16117" y="5172"/>
                      <a:pt x="14873" y="3927"/>
                      <a:pt x="12472" y="3927"/>
                    </a:cubicBezTo>
                    <a:cubicBezTo>
                      <a:pt x="8914" y="3927"/>
                      <a:pt x="7369" y="5928"/>
                      <a:pt x="6260" y="8773"/>
                    </a:cubicBezTo>
                    <a:lnTo>
                      <a:pt x="15990" y="8773"/>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88" name="フリーフォーム: 図形 26"/>
              <p:cNvSpPr/>
              <p:nvPr/>
            </p:nvSpPr>
            <p:spPr>
              <a:xfrm>
                <a:off x="503630" y="15093"/>
                <a:ext cx="68365" cy="125068"/>
              </a:xfrm>
              <a:custGeom>
                <a:avLst/>
                <a:gdLst/>
                <a:ahLst/>
                <a:cxnLst>
                  <a:cxn ang="0">
                    <a:pos x="wd2" y="hd2"/>
                  </a:cxn>
                  <a:cxn ang="5400000">
                    <a:pos x="wd2" y="hd2"/>
                  </a:cxn>
                  <a:cxn ang="10800000">
                    <a:pos x="wd2" y="hd2"/>
                  </a:cxn>
                  <a:cxn ang="16200000">
                    <a:pos x="wd2" y="hd2"/>
                  </a:cxn>
                </a:cxnLst>
                <a:rect l="0" t="0" r="r" b="b"/>
                <a:pathLst>
                  <a:path w="21600" h="21600" extrusionOk="0">
                    <a:moveTo>
                      <a:pt x="1203" y="4855"/>
                    </a:moveTo>
                    <a:lnTo>
                      <a:pt x="6842" y="4855"/>
                    </a:lnTo>
                    <a:lnTo>
                      <a:pt x="8174" y="1491"/>
                    </a:lnTo>
                    <a:lnTo>
                      <a:pt x="16541" y="0"/>
                    </a:lnTo>
                    <a:lnTo>
                      <a:pt x="14629" y="4861"/>
                    </a:lnTo>
                    <a:lnTo>
                      <a:pt x="21600" y="4861"/>
                    </a:lnTo>
                    <a:lnTo>
                      <a:pt x="20375" y="7973"/>
                    </a:lnTo>
                    <a:lnTo>
                      <a:pt x="13405" y="7973"/>
                    </a:lnTo>
                    <a:lnTo>
                      <a:pt x="10558" y="15118"/>
                    </a:lnTo>
                    <a:cubicBezTo>
                      <a:pt x="10386" y="15500"/>
                      <a:pt x="10215" y="16069"/>
                      <a:pt x="10215" y="16703"/>
                    </a:cubicBezTo>
                    <a:cubicBezTo>
                      <a:pt x="10215" y="17690"/>
                      <a:pt x="11439" y="18295"/>
                      <a:pt x="13179" y="18295"/>
                    </a:cubicBezTo>
                    <a:cubicBezTo>
                      <a:pt x="14575" y="18295"/>
                      <a:pt x="15972" y="18136"/>
                      <a:pt x="16949" y="17913"/>
                    </a:cubicBezTo>
                    <a:lnTo>
                      <a:pt x="15617" y="21218"/>
                    </a:lnTo>
                    <a:cubicBezTo>
                      <a:pt x="14285" y="21377"/>
                      <a:pt x="12771" y="21600"/>
                      <a:pt x="11439" y="21600"/>
                    </a:cubicBezTo>
                    <a:cubicBezTo>
                      <a:pt x="6155" y="21600"/>
                      <a:pt x="2438" y="20455"/>
                      <a:pt x="2438" y="17314"/>
                    </a:cubicBezTo>
                    <a:cubicBezTo>
                      <a:pt x="2438" y="16046"/>
                      <a:pt x="2900" y="14807"/>
                      <a:pt x="3426" y="13504"/>
                    </a:cubicBezTo>
                    <a:lnTo>
                      <a:pt x="5639" y="7979"/>
                    </a:lnTo>
                    <a:lnTo>
                      <a:pt x="0" y="7979"/>
                    </a:lnTo>
                    <a:lnTo>
                      <a:pt x="1203" y="4855"/>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89" name="フリーフォーム: 図形 27"/>
              <p:cNvSpPr/>
              <p:nvPr/>
            </p:nvSpPr>
            <p:spPr>
              <a:xfrm>
                <a:off x="564990" y="0"/>
                <a:ext cx="100388" cy="137951"/>
              </a:xfrm>
              <a:custGeom>
                <a:avLst/>
                <a:gdLst/>
                <a:ahLst/>
                <a:cxnLst>
                  <a:cxn ang="0">
                    <a:pos x="wd2" y="hd2"/>
                  </a:cxn>
                  <a:cxn ang="5400000">
                    <a:pos x="wd2" y="hd2"/>
                  </a:cxn>
                  <a:cxn ang="10800000">
                    <a:pos x="wd2" y="hd2"/>
                  </a:cxn>
                  <a:cxn ang="16200000">
                    <a:pos x="wd2" y="hd2"/>
                  </a:cxn>
                </a:cxnLst>
                <a:rect l="0" t="0" r="r" b="b"/>
                <a:pathLst>
                  <a:path w="21600" h="21600" extrusionOk="0">
                    <a:moveTo>
                      <a:pt x="6320" y="0"/>
                    </a:moveTo>
                    <a:lnTo>
                      <a:pt x="11623" y="0"/>
                    </a:lnTo>
                    <a:lnTo>
                      <a:pt x="9092" y="8208"/>
                    </a:lnTo>
                    <a:lnTo>
                      <a:pt x="9173" y="8208"/>
                    </a:lnTo>
                    <a:cubicBezTo>
                      <a:pt x="10635" y="7228"/>
                      <a:pt x="12654" y="6425"/>
                      <a:pt x="14951" y="6425"/>
                    </a:cubicBezTo>
                    <a:cubicBezTo>
                      <a:pt x="18945" y="6425"/>
                      <a:pt x="21600" y="8240"/>
                      <a:pt x="21600" y="11173"/>
                    </a:cubicBezTo>
                    <a:cubicBezTo>
                      <a:pt x="21600" y="12296"/>
                      <a:pt x="21205" y="13477"/>
                      <a:pt x="20927" y="14398"/>
                    </a:cubicBezTo>
                    <a:lnTo>
                      <a:pt x="18791" y="21595"/>
                    </a:lnTo>
                    <a:lnTo>
                      <a:pt x="13488" y="21595"/>
                    </a:lnTo>
                    <a:lnTo>
                      <a:pt x="15470" y="14600"/>
                    </a:lnTo>
                    <a:cubicBezTo>
                      <a:pt x="15748" y="13594"/>
                      <a:pt x="16063" y="12583"/>
                      <a:pt x="16063" y="11492"/>
                    </a:cubicBezTo>
                    <a:cubicBezTo>
                      <a:pt x="16063" y="10252"/>
                      <a:pt x="14878" y="9421"/>
                      <a:pt x="13174" y="9421"/>
                    </a:cubicBezTo>
                    <a:cubicBezTo>
                      <a:pt x="9494" y="9421"/>
                      <a:pt x="8148" y="11928"/>
                      <a:pt x="7476" y="14143"/>
                    </a:cubicBezTo>
                    <a:lnTo>
                      <a:pt x="5303" y="21600"/>
                    </a:lnTo>
                    <a:lnTo>
                      <a:pt x="0" y="21600"/>
                    </a:lnTo>
                    <a:lnTo>
                      <a:pt x="6320" y="0"/>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90" name="フリーフォーム: 図形 28"/>
              <p:cNvSpPr/>
              <p:nvPr/>
            </p:nvSpPr>
            <p:spPr>
              <a:xfrm>
                <a:off x="672209" y="41031"/>
                <a:ext cx="92671" cy="99095"/>
              </a:xfrm>
              <a:custGeom>
                <a:avLst/>
                <a:gdLst/>
                <a:ahLst/>
                <a:cxnLst>
                  <a:cxn ang="0">
                    <a:pos x="wd2" y="hd2"/>
                  </a:cxn>
                  <a:cxn ang="5400000">
                    <a:pos x="wd2" y="hd2"/>
                  </a:cxn>
                  <a:cxn ang="10800000">
                    <a:pos x="wd2" y="hd2"/>
                  </a:cxn>
                  <a:cxn ang="16200000">
                    <a:pos x="wd2" y="hd2"/>
                  </a:cxn>
                </a:cxnLst>
                <a:rect l="0" t="0" r="r" b="b"/>
                <a:pathLst>
                  <a:path w="21600" h="21600" extrusionOk="0">
                    <a:moveTo>
                      <a:pt x="5483" y="12464"/>
                    </a:moveTo>
                    <a:cubicBezTo>
                      <a:pt x="5483" y="16272"/>
                      <a:pt x="7670" y="17673"/>
                      <a:pt x="11608" y="17673"/>
                    </a:cubicBezTo>
                    <a:cubicBezTo>
                      <a:pt x="13962" y="17673"/>
                      <a:pt x="16236" y="17110"/>
                      <a:pt x="18383" y="16191"/>
                    </a:cubicBezTo>
                    <a:lnTo>
                      <a:pt x="17654" y="20437"/>
                    </a:lnTo>
                    <a:cubicBezTo>
                      <a:pt x="15428" y="21081"/>
                      <a:pt x="12979" y="21600"/>
                      <a:pt x="10626" y="21600"/>
                    </a:cubicBezTo>
                    <a:cubicBezTo>
                      <a:pt x="4279" y="21600"/>
                      <a:pt x="0" y="18718"/>
                      <a:pt x="0" y="12582"/>
                    </a:cubicBezTo>
                    <a:cubicBezTo>
                      <a:pt x="0" y="6172"/>
                      <a:pt x="5317" y="0"/>
                      <a:pt x="12559" y="0"/>
                    </a:cubicBezTo>
                    <a:cubicBezTo>
                      <a:pt x="18003" y="0"/>
                      <a:pt x="21600" y="2601"/>
                      <a:pt x="21600" y="7855"/>
                    </a:cubicBezTo>
                    <a:cubicBezTo>
                      <a:pt x="21600" y="9418"/>
                      <a:pt x="21386" y="10937"/>
                      <a:pt x="21045" y="12464"/>
                    </a:cubicBezTo>
                    <a:lnTo>
                      <a:pt x="5483" y="12464"/>
                    </a:lnTo>
                    <a:close/>
                    <a:moveTo>
                      <a:pt x="15982" y="8773"/>
                    </a:moveTo>
                    <a:cubicBezTo>
                      <a:pt x="16069" y="8292"/>
                      <a:pt x="16109" y="7855"/>
                      <a:pt x="16109" y="7373"/>
                    </a:cubicBezTo>
                    <a:cubicBezTo>
                      <a:pt x="16109" y="5172"/>
                      <a:pt x="14865" y="3927"/>
                      <a:pt x="12464" y="3927"/>
                    </a:cubicBezTo>
                    <a:cubicBezTo>
                      <a:pt x="8906" y="3927"/>
                      <a:pt x="7361" y="5928"/>
                      <a:pt x="6252" y="8773"/>
                    </a:cubicBezTo>
                    <a:lnTo>
                      <a:pt x="15982" y="8773"/>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91" name="フリーフォーム: 図形 29"/>
              <p:cNvSpPr/>
              <p:nvPr/>
            </p:nvSpPr>
            <p:spPr>
              <a:xfrm>
                <a:off x="802783" y="9586"/>
                <a:ext cx="133158" cy="128331"/>
              </a:xfrm>
              <a:custGeom>
                <a:avLst/>
                <a:gdLst/>
                <a:ahLst/>
                <a:cxnLst>
                  <a:cxn ang="0">
                    <a:pos x="wd2" y="hd2"/>
                  </a:cxn>
                  <a:cxn ang="5400000">
                    <a:pos x="wd2" y="hd2"/>
                  </a:cxn>
                  <a:cxn ang="10800000">
                    <a:pos x="wd2" y="hd2"/>
                  </a:cxn>
                  <a:cxn ang="16200000">
                    <a:pos x="wd2" y="hd2"/>
                  </a:cxn>
                </a:cxnLst>
                <a:rect l="0" t="0" r="r" b="b"/>
                <a:pathLst>
                  <a:path w="21600" h="21600" extrusionOk="0">
                    <a:moveTo>
                      <a:pt x="4478" y="0"/>
                    </a:moveTo>
                    <a:lnTo>
                      <a:pt x="9755" y="0"/>
                    </a:lnTo>
                    <a:lnTo>
                      <a:pt x="14200" y="16405"/>
                    </a:lnTo>
                    <a:lnTo>
                      <a:pt x="14260" y="16405"/>
                    </a:lnTo>
                    <a:lnTo>
                      <a:pt x="17663" y="0"/>
                    </a:lnTo>
                    <a:lnTo>
                      <a:pt x="21600" y="0"/>
                    </a:lnTo>
                    <a:lnTo>
                      <a:pt x="17095" y="21600"/>
                    </a:lnTo>
                    <a:lnTo>
                      <a:pt x="11724" y="21600"/>
                    </a:lnTo>
                    <a:lnTo>
                      <a:pt x="7367" y="5041"/>
                    </a:lnTo>
                    <a:lnTo>
                      <a:pt x="7307" y="5041"/>
                    </a:lnTo>
                    <a:lnTo>
                      <a:pt x="3998" y="21600"/>
                    </a:lnTo>
                    <a:lnTo>
                      <a:pt x="0" y="21600"/>
                    </a:lnTo>
                    <a:lnTo>
                      <a:pt x="4478" y="0"/>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92" name="フリーフォーム: 図形 30"/>
              <p:cNvSpPr/>
              <p:nvPr/>
            </p:nvSpPr>
            <p:spPr>
              <a:xfrm>
                <a:off x="930229" y="41031"/>
                <a:ext cx="92670" cy="99095"/>
              </a:xfrm>
              <a:custGeom>
                <a:avLst/>
                <a:gdLst/>
                <a:ahLst/>
                <a:cxnLst>
                  <a:cxn ang="0">
                    <a:pos x="wd2" y="hd2"/>
                  </a:cxn>
                  <a:cxn ang="5400000">
                    <a:pos x="wd2" y="hd2"/>
                  </a:cxn>
                  <a:cxn ang="10800000">
                    <a:pos x="wd2" y="hd2"/>
                  </a:cxn>
                  <a:cxn ang="16200000">
                    <a:pos x="wd2" y="hd2"/>
                  </a:cxn>
                </a:cxnLst>
                <a:rect l="0" t="0" r="r" b="b"/>
                <a:pathLst>
                  <a:path w="21600" h="21600" extrusionOk="0">
                    <a:moveTo>
                      <a:pt x="5483" y="12464"/>
                    </a:moveTo>
                    <a:cubicBezTo>
                      <a:pt x="5483" y="16272"/>
                      <a:pt x="7670" y="17673"/>
                      <a:pt x="11608" y="17673"/>
                    </a:cubicBezTo>
                    <a:cubicBezTo>
                      <a:pt x="13962" y="17673"/>
                      <a:pt x="16236" y="17110"/>
                      <a:pt x="18383" y="16191"/>
                    </a:cubicBezTo>
                    <a:lnTo>
                      <a:pt x="17654" y="20437"/>
                    </a:lnTo>
                    <a:cubicBezTo>
                      <a:pt x="15428" y="21081"/>
                      <a:pt x="12979" y="21600"/>
                      <a:pt x="10626" y="21600"/>
                    </a:cubicBezTo>
                    <a:cubicBezTo>
                      <a:pt x="4279" y="21600"/>
                      <a:pt x="0" y="18718"/>
                      <a:pt x="0" y="12582"/>
                    </a:cubicBezTo>
                    <a:cubicBezTo>
                      <a:pt x="0" y="6172"/>
                      <a:pt x="5317" y="0"/>
                      <a:pt x="12559" y="0"/>
                    </a:cubicBezTo>
                    <a:cubicBezTo>
                      <a:pt x="18003" y="0"/>
                      <a:pt x="21600" y="2601"/>
                      <a:pt x="21600" y="7855"/>
                    </a:cubicBezTo>
                    <a:cubicBezTo>
                      <a:pt x="21600" y="9418"/>
                      <a:pt x="21386" y="10937"/>
                      <a:pt x="21045" y="12464"/>
                    </a:cubicBezTo>
                    <a:lnTo>
                      <a:pt x="5483" y="12464"/>
                    </a:lnTo>
                    <a:close/>
                    <a:moveTo>
                      <a:pt x="15982" y="8773"/>
                    </a:moveTo>
                    <a:cubicBezTo>
                      <a:pt x="16069" y="8292"/>
                      <a:pt x="16109" y="7855"/>
                      <a:pt x="16109" y="7373"/>
                    </a:cubicBezTo>
                    <a:cubicBezTo>
                      <a:pt x="16109" y="5172"/>
                      <a:pt x="14865" y="3927"/>
                      <a:pt x="12464" y="3927"/>
                    </a:cubicBezTo>
                    <a:cubicBezTo>
                      <a:pt x="8906" y="3927"/>
                      <a:pt x="7361" y="5928"/>
                      <a:pt x="6252" y="8773"/>
                    </a:cubicBezTo>
                    <a:lnTo>
                      <a:pt x="15982" y="8773"/>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93" name="フリーフォーム: 図形 31"/>
              <p:cNvSpPr/>
              <p:nvPr/>
            </p:nvSpPr>
            <p:spPr>
              <a:xfrm>
                <a:off x="1012360" y="43241"/>
                <a:ext cx="116772" cy="94710"/>
              </a:xfrm>
              <a:custGeom>
                <a:avLst/>
                <a:gdLst/>
                <a:ahLst/>
                <a:cxnLst>
                  <a:cxn ang="0">
                    <a:pos x="wd2" y="hd2"/>
                  </a:cxn>
                  <a:cxn ang="5400000">
                    <a:pos x="wd2" y="hd2"/>
                  </a:cxn>
                  <a:cxn ang="10800000">
                    <a:pos x="wd2" y="hd2"/>
                  </a:cxn>
                  <a:cxn ang="16200000">
                    <a:pos x="wd2" y="hd2"/>
                  </a:cxn>
                </a:cxnLst>
                <a:rect l="0" t="0" r="r" b="b"/>
                <a:pathLst>
                  <a:path w="21600" h="21600" extrusionOk="0">
                    <a:moveTo>
                      <a:pt x="11231" y="7420"/>
                    </a:moveTo>
                    <a:lnTo>
                      <a:pt x="16161" y="0"/>
                    </a:lnTo>
                    <a:lnTo>
                      <a:pt x="21600" y="0"/>
                    </a:lnTo>
                    <a:lnTo>
                      <a:pt x="14148" y="10319"/>
                    </a:lnTo>
                    <a:lnTo>
                      <a:pt x="18330" y="21600"/>
                    </a:lnTo>
                    <a:lnTo>
                      <a:pt x="13362" y="21600"/>
                    </a:lnTo>
                    <a:lnTo>
                      <a:pt x="10677" y="13335"/>
                    </a:lnTo>
                    <a:lnTo>
                      <a:pt x="5439" y="21600"/>
                    </a:lnTo>
                    <a:lnTo>
                      <a:pt x="0" y="21600"/>
                    </a:lnTo>
                    <a:lnTo>
                      <a:pt x="7923" y="10319"/>
                    </a:lnTo>
                    <a:lnTo>
                      <a:pt x="4213" y="0"/>
                    </a:lnTo>
                    <a:lnTo>
                      <a:pt x="8942" y="0"/>
                    </a:lnTo>
                    <a:lnTo>
                      <a:pt x="11231" y="7420"/>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94" name="フリーフォーム: 図形 32"/>
              <p:cNvSpPr/>
              <p:nvPr/>
            </p:nvSpPr>
            <p:spPr>
              <a:xfrm>
                <a:off x="1131851" y="15093"/>
                <a:ext cx="68365" cy="125068"/>
              </a:xfrm>
              <a:custGeom>
                <a:avLst/>
                <a:gdLst/>
                <a:ahLst/>
                <a:cxnLst>
                  <a:cxn ang="0">
                    <a:pos x="wd2" y="hd2"/>
                  </a:cxn>
                  <a:cxn ang="5400000">
                    <a:pos x="wd2" y="hd2"/>
                  </a:cxn>
                  <a:cxn ang="10800000">
                    <a:pos x="wd2" y="hd2"/>
                  </a:cxn>
                  <a:cxn ang="16200000">
                    <a:pos x="wd2" y="hd2"/>
                  </a:cxn>
                </a:cxnLst>
                <a:rect l="0" t="0" r="r" b="b"/>
                <a:pathLst>
                  <a:path w="21600" h="21600" extrusionOk="0">
                    <a:moveTo>
                      <a:pt x="1214" y="4855"/>
                    </a:moveTo>
                    <a:lnTo>
                      <a:pt x="6853" y="4855"/>
                    </a:lnTo>
                    <a:lnTo>
                      <a:pt x="8185" y="1491"/>
                    </a:lnTo>
                    <a:lnTo>
                      <a:pt x="16552" y="0"/>
                    </a:lnTo>
                    <a:lnTo>
                      <a:pt x="14629" y="4861"/>
                    </a:lnTo>
                    <a:lnTo>
                      <a:pt x="21600" y="4861"/>
                    </a:lnTo>
                    <a:lnTo>
                      <a:pt x="20375" y="7973"/>
                    </a:lnTo>
                    <a:lnTo>
                      <a:pt x="13405" y="7973"/>
                    </a:lnTo>
                    <a:lnTo>
                      <a:pt x="10558" y="15118"/>
                    </a:lnTo>
                    <a:cubicBezTo>
                      <a:pt x="10386" y="15500"/>
                      <a:pt x="10204" y="16069"/>
                      <a:pt x="10204" y="16703"/>
                    </a:cubicBezTo>
                    <a:cubicBezTo>
                      <a:pt x="10204" y="17690"/>
                      <a:pt x="11428" y="18295"/>
                      <a:pt x="13168" y="18295"/>
                    </a:cubicBezTo>
                    <a:cubicBezTo>
                      <a:pt x="14565" y="18295"/>
                      <a:pt x="15961" y="18136"/>
                      <a:pt x="16949" y="17913"/>
                    </a:cubicBezTo>
                    <a:lnTo>
                      <a:pt x="15617" y="21218"/>
                    </a:lnTo>
                    <a:cubicBezTo>
                      <a:pt x="14285" y="21377"/>
                      <a:pt x="12771" y="21600"/>
                      <a:pt x="11439" y="21600"/>
                    </a:cubicBezTo>
                    <a:cubicBezTo>
                      <a:pt x="6155" y="21600"/>
                      <a:pt x="2438" y="20455"/>
                      <a:pt x="2438" y="17314"/>
                    </a:cubicBezTo>
                    <a:cubicBezTo>
                      <a:pt x="2438" y="16046"/>
                      <a:pt x="2900" y="14807"/>
                      <a:pt x="3426" y="13504"/>
                    </a:cubicBezTo>
                    <a:lnTo>
                      <a:pt x="5639" y="7979"/>
                    </a:lnTo>
                    <a:lnTo>
                      <a:pt x="0" y="7979"/>
                    </a:lnTo>
                    <a:lnTo>
                      <a:pt x="1214" y="4855"/>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95" name="フリーフォーム: 図形 33"/>
              <p:cNvSpPr/>
              <p:nvPr/>
            </p:nvSpPr>
            <p:spPr>
              <a:xfrm>
                <a:off x="1242605" y="9586"/>
                <a:ext cx="119357" cy="12833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4657" y="0"/>
                    </a:lnTo>
                    <a:lnTo>
                      <a:pt x="6823" y="16805"/>
                    </a:lnTo>
                    <a:lnTo>
                      <a:pt x="6890" y="16805"/>
                    </a:lnTo>
                    <a:lnTo>
                      <a:pt x="16543" y="0"/>
                    </a:lnTo>
                    <a:lnTo>
                      <a:pt x="21600" y="0"/>
                    </a:lnTo>
                    <a:lnTo>
                      <a:pt x="8619" y="21600"/>
                    </a:lnTo>
                    <a:lnTo>
                      <a:pt x="3064" y="21600"/>
                    </a:lnTo>
                    <a:lnTo>
                      <a:pt x="0" y="0"/>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96" name="フリーフォーム: 図形 34"/>
              <p:cNvSpPr/>
              <p:nvPr/>
            </p:nvSpPr>
            <p:spPr>
              <a:xfrm>
                <a:off x="1333439" y="40997"/>
                <a:ext cx="89952" cy="99129"/>
              </a:xfrm>
              <a:custGeom>
                <a:avLst/>
                <a:gdLst/>
                <a:ahLst/>
                <a:cxnLst>
                  <a:cxn ang="0">
                    <a:pos x="wd2" y="hd2"/>
                  </a:cxn>
                  <a:cxn ang="5400000">
                    <a:pos x="wd2" y="hd2"/>
                  </a:cxn>
                  <a:cxn ang="10800000">
                    <a:pos x="wd2" y="hd2"/>
                  </a:cxn>
                  <a:cxn ang="16200000">
                    <a:pos x="wd2" y="hd2"/>
                  </a:cxn>
                </a:cxnLst>
                <a:rect l="0" t="0" r="r" b="b"/>
                <a:pathLst>
                  <a:path w="21600" h="21600" extrusionOk="0">
                    <a:moveTo>
                      <a:pt x="14441" y="17956"/>
                    </a:moveTo>
                    <a:lnTo>
                      <a:pt x="14351" y="17956"/>
                    </a:lnTo>
                    <a:cubicBezTo>
                      <a:pt x="12318" y="20282"/>
                      <a:pt x="10286" y="21600"/>
                      <a:pt x="7020" y="21600"/>
                    </a:cubicBezTo>
                    <a:cubicBezTo>
                      <a:pt x="2914" y="21600"/>
                      <a:pt x="0" y="19518"/>
                      <a:pt x="0" y="15711"/>
                    </a:cubicBezTo>
                    <a:cubicBezTo>
                      <a:pt x="0" y="8896"/>
                      <a:pt x="8392" y="8378"/>
                      <a:pt x="13951" y="8378"/>
                    </a:cubicBezTo>
                    <a:lnTo>
                      <a:pt x="16024" y="8378"/>
                    </a:lnTo>
                    <a:cubicBezTo>
                      <a:pt x="16204" y="7815"/>
                      <a:pt x="16204" y="7215"/>
                      <a:pt x="16204" y="6615"/>
                    </a:cubicBezTo>
                    <a:cubicBezTo>
                      <a:pt x="16204" y="4533"/>
                      <a:pt x="13731" y="3933"/>
                      <a:pt x="11657" y="3933"/>
                    </a:cubicBezTo>
                    <a:cubicBezTo>
                      <a:pt x="9053" y="3933"/>
                      <a:pt x="6539" y="4533"/>
                      <a:pt x="4196" y="5533"/>
                    </a:cubicBezTo>
                    <a:lnTo>
                      <a:pt x="5037" y="1244"/>
                    </a:lnTo>
                    <a:cubicBezTo>
                      <a:pt x="7551" y="444"/>
                      <a:pt x="10114" y="0"/>
                      <a:pt x="12767" y="0"/>
                    </a:cubicBezTo>
                    <a:cubicBezTo>
                      <a:pt x="17314" y="0"/>
                      <a:pt x="21600" y="1526"/>
                      <a:pt x="21600" y="6370"/>
                    </a:cubicBezTo>
                    <a:cubicBezTo>
                      <a:pt x="21600" y="9133"/>
                      <a:pt x="19347" y="17230"/>
                      <a:pt x="18816" y="21111"/>
                    </a:cubicBezTo>
                    <a:lnTo>
                      <a:pt x="13829" y="21111"/>
                    </a:lnTo>
                    <a:lnTo>
                      <a:pt x="14441" y="17956"/>
                    </a:lnTo>
                    <a:close/>
                    <a:moveTo>
                      <a:pt x="8653" y="17674"/>
                    </a:moveTo>
                    <a:cubicBezTo>
                      <a:pt x="13069" y="17674"/>
                      <a:pt x="14441" y="14911"/>
                      <a:pt x="15363" y="11585"/>
                    </a:cubicBezTo>
                    <a:lnTo>
                      <a:pt x="13290" y="11585"/>
                    </a:lnTo>
                    <a:cubicBezTo>
                      <a:pt x="10416" y="11585"/>
                      <a:pt x="5649" y="12022"/>
                      <a:pt x="5649" y="15511"/>
                    </a:cubicBezTo>
                    <a:cubicBezTo>
                      <a:pt x="5649" y="16948"/>
                      <a:pt x="7151" y="17674"/>
                      <a:pt x="8653" y="17674"/>
                    </a:cubicBez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97" name="フリーフォーム: 図形 35"/>
              <p:cNvSpPr/>
              <p:nvPr/>
            </p:nvSpPr>
            <p:spPr>
              <a:xfrm>
                <a:off x="1427094" y="0"/>
                <a:ext cx="53883" cy="137917"/>
              </a:xfrm>
              <a:custGeom>
                <a:avLst/>
                <a:gdLst/>
                <a:ahLst/>
                <a:cxnLst>
                  <a:cxn ang="0">
                    <a:pos x="wd2" y="hd2"/>
                  </a:cxn>
                  <a:cxn ang="5400000">
                    <a:pos x="wd2" y="hd2"/>
                  </a:cxn>
                  <a:cxn ang="10800000">
                    <a:pos x="wd2" y="hd2"/>
                  </a:cxn>
                  <a:cxn ang="16200000">
                    <a:pos x="wd2" y="hd2"/>
                  </a:cxn>
                </a:cxnLst>
                <a:rect l="0" t="0" r="r" b="b"/>
                <a:pathLst>
                  <a:path w="21600" h="21600" extrusionOk="0">
                    <a:moveTo>
                      <a:pt x="11720" y="0"/>
                    </a:moveTo>
                    <a:lnTo>
                      <a:pt x="21600" y="0"/>
                    </a:lnTo>
                    <a:lnTo>
                      <a:pt x="9880" y="21600"/>
                    </a:lnTo>
                    <a:lnTo>
                      <a:pt x="0" y="21600"/>
                    </a:lnTo>
                    <a:lnTo>
                      <a:pt x="11720" y="0"/>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98" name="フリーフォーム: 図形 36"/>
              <p:cNvSpPr/>
              <p:nvPr/>
            </p:nvSpPr>
            <p:spPr>
              <a:xfrm>
                <a:off x="1476081" y="43241"/>
                <a:ext cx="100387" cy="96885"/>
              </a:xfrm>
              <a:custGeom>
                <a:avLst/>
                <a:gdLst/>
                <a:ahLst/>
                <a:cxnLst>
                  <a:cxn ang="0">
                    <a:pos x="wd2" y="hd2"/>
                  </a:cxn>
                  <a:cxn ang="5400000">
                    <a:pos x="wd2" y="hd2"/>
                  </a:cxn>
                  <a:cxn ang="10800000">
                    <a:pos x="wd2" y="hd2"/>
                  </a:cxn>
                  <a:cxn ang="16200000">
                    <a:pos x="wd2" y="hd2"/>
                  </a:cxn>
                </a:cxnLst>
                <a:rect l="0" t="0" r="r" b="b"/>
                <a:pathLst>
                  <a:path w="21600" h="21600" extrusionOk="0">
                    <a:moveTo>
                      <a:pt x="17848" y="18076"/>
                    </a:moveTo>
                    <a:cubicBezTo>
                      <a:pt x="17606" y="19349"/>
                      <a:pt x="17409" y="20456"/>
                      <a:pt x="17336" y="21107"/>
                    </a:cubicBezTo>
                    <a:lnTo>
                      <a:pt x="12150" y="21107"/>
                    </a:lnTo>
                    <a:lnTo>
                      <a:pt x="12508" y="19061"/>
                    </a:lnTo>
                    <a:lnTo>
                      <a:pt x="12427" y="19061"/>
                    </a:lnTo>
                    <a:cubicBezTo>
                      <a:pt x="10965" y="20456"/>
                      <a:pt x="8946" y="21600"/>
                      <a:pt x="6649" y="21600"/>
                    </a:cubicBezTo>
                    <a:cubicBezTo>
                      <a:pt x="2655" y="21600"/>
                      <a:pt x="0" y="19016"/>
                      <a:pt x="0" y="14840"/>
                    </a:cubicBezTo>
                    <a:cubicBezTo>
                      <a:pt x="0" y="13240"/>
                      <a:pt x="395" y="11558"/>
                      <a:pt x="673" y="10247"/>
                    </a:cubicBezTo>
                    <a:lnTo>
                      <a:pt x="2809" y="0"/>
                    </a:lnTo>
                    <a:lnTo>
                      <a:pt x="8112" y="0"/>
                    </a:lnTo>
                    <a:lnTo>
                      <a:pt x="6130" y="9959"/>
                    </a:lnTo>
                    <a:cubicBezTo>
                      <a:pt x="5852" y="11391"/>
                      <a:pt x="5537" y="12831"/>
                      <a:pt x="5537" y="14385"/>
                    </a:cubicBezTo>
                    <a:cubicBezTo>
                      <a:pt x="5537" y="16151"/>
                      <a:pt x="6722" y="17341"/>
                      <a:pt x="8426" y="17341"/>
                    </a:cubicBezTo>
                    <a:cubicBezTo>
                      <a:pt x="12106" y="17341"/>
                      <a:pt x="13451" y="13771"/>
                      <a:pt x="14124" y="10618"/>
                    </a:cubicBezTo>
                    <a:lnTo>
                      <a:pt x="16297" y="0"/>
                    </a:lnTo>
                    <a:lnTo>
                      <a:pt x="21600" y="0"/>
                    </a:lnTo>
                    <a:lnTo>
                      <a:pt x="17848" y="18076"/>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99" name="フリーフォーム: 図形 37"/>
              <p:cNvSpPr/>
              <p:nvPr/>
            </p:nvSpPr>
            <p:spPr>
              <a:xfrm>
                <a:off x="1577113" y="41031"/>
                <a:ext cx="92671" cy="99095"/>
              </a:xfrm>
              <a:custGeom>
                <a:avLst/>
                <a:gdLst/>
                <a:ahLst/>
                <a:cxnLst>
                  <a:cxn ang="0">
                    <a:pos x="wd2" y="hd2"/>
                  </a:cxn>
                  <a:cxn ang="5400000">
                    <a:pos x="wd2" y="hd2"/>
                  </a:cxn>
                  <a:cxn ang="10800000">
                    <a:pos x="wd2" y="hd2"/>
                  </a:cxn>
                  <a:cxn ang="16200000">
                    <a:pos x="wd2" y="hd2"/>
                  </a:cxn>
                </a:cxnLst>
                <a:rect l="0" t="0" r="r" b="b"/>
                <a:pathLst>
                  <a:path w="21600" h="21600" extrusionOk="0">
                    <a:moveTo>
                      <a:pt x="5483" y="12464"/>
                    </a:moveTo>
                    <a:cubicBezTo>
                      <a:pt x="5483" y="16272"/>
                      <a:pt x="7670" y="17673"/>
                      <a:pt x="11608" y="17673"/>
                    </a:cubicBezTo>
                    <a:cubicBezTo>
                      <a:pt x="13962" y="17673"/>
                      <a:pt x="16236" y="17110"/>
                      <a:pt x="18383" y="16191"/>
                    </a:cubicBezTo>
                    <a:lnTo>
                      <a:pt x="17654" y="20437"/>
                    </a:lnTo>
                    <a:cubicBezTo>
                      <a:pt x="15427" y="21081"/>
                      <a:pt x="12979" y="21600"/>
                      <a:pt x="10626" y="21600"/>
                    </a:cubicBezTo>
                    <a:cubicBezTo>
                      <a:pt x="4279" y="21600"/>
                      <a:pt x="0" y="18718"/>
                      <a:pt x="0" y="12582"/>
                    </a:cubicBezTo>
                    <a:cubicBezTo>
                      <a:pt x="0" y="6172"/>
                      <a:pt x="5317" y="0"/>
                      <a:pt x="12559" y="0"/>
                    </a:cubicBezTo>
                    <a:cubicBezTo>
                      <a:pt x="18003" y="0"/>
                      <a:pt x="21600" y="2601"/>
                      <a:pt x="21600" y="7855"/>
                    </a:cubicBezTo>
                    <a:cubicBezTo>
                      <a:pt x="21600" y="9418"/>
                      <a:pt x="21386" y="10937"/>
                      <a:pt x="21045" y="12464"/>
                    </a:cubicBezTo>
                    <a:lnTo>
                      <a:pt x="5483" y="12464"/>
                    </a:lnTo>
                    <a:close/>
                    <a:moveTo>
                      <a:pt x="15982" y="8773"/>
                    </a:moveTo>
                    <a:cubicBezTo>
                      <a:pt x="16069" y="8292"/>
                      <a:pt x="16109" y="7855"/>
                      <a:pt x="16109" y="7373"/>
                    </a:cubicBezTo>
                    <a:cubicBezTo>
                      <a:pt x="16109" y="5172"/>
                      <a:pt x="14865" y="3927"/>
                      <a:pt x="12464" y="3927"/>
                    </a:cubicBezTo>
                    <a:cubicBezTo>
                      <a:pt x="8906" y="3927"/>
                      <a:pt x="7361" y="5928"/>
                      <a:pt x="6252" y="8773"/>
                    </a:cubicBezTo>
                    <a:lnTo>
                      <a:pt x="15982" y="8773"/>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100" name="フリーフォーム: 図形 38"/>
              <p:cNvSpPr/>
              <p:nvPr/>
            </p:nvSpPr>
            <p:spPr>
              <a:xfrm>
                <a:off x="1667777" y="40963"/>
                <a:ext cx="81656" cy="99129"/>
              </a:xfrm>
              <a:custGeom>
                <a:avLst/>
                <a:gdLst/>
                <a:ahLst/>
                <a:cxnLst>
                  <a:cxn ang="0">
                    <a:pos x="wd2" y="hd2"/>
                  </a:cxn>
                  <a:cxn ang="5400000">
                    <a:pos x="wd2" y="hd2"/>
                  </a:cxn>
                  <a:cxn ang="10800000">
                    <a:pos x="wd2" y="hd2"/>
                  </a:cxn>
                  <a:cxn ang="16200000">
                    <a:pos x="wd2" y="hd2"/>
                  </a:cxn>
                </a:cxnLst>
                <a:rect l="0" t="0" r="r" b="b"/>
                <a:pathLst>
                  <a:path w="21600" h="21600" extrusionOk="0">
                    <a:moveTo>
                      <a:pt x="20188" y="4896"/>
                    </a:moveTo>
                    <a:cubicBezTo>
                      <a:pt x="18489" y="4378"/>
                      <a:pt x="16690" y="3933"/>
                      <a:pt x="14838" y="3933"/>
                    </a:cubicBezTo>
                    <a:cubicBezTo>
                      <a:pt x="12895" y="3933"/>
                      <a:pt x="10458" y="4370"/>
                      <a:pt x="10458" y="6015"/>
                    </a:cubicBezTo>
                    <a:cubicBezTo>
                      <a:pt x="10458" y="8622"/>
                      <a:pt x="18920" y="9585"/>
                      <a:pt x="18920" y="14630"/>
                    </a:cubicBezTo>
                    <a:cubicBezTo>
                      <a:pt x="18920" y="20000"/>
                      <a:pt x="13228" y="21600"/>
                      <a:pt x="7635" y="21600"/>
                    </a:cubicBezTo>
                    <a:cubicBezTo>
                      <a:pt x="5009" y="21600"/>
                      <a:pt x="2383" y="21282"/>
                      <a:pt x="0" y="20356"/>
                    </a:cubicBezTo>
                    <a:lnTo>
                      <a:pt x="1412" y="16067"/>
                    </a:lnTo>
                    <a:cubicBezTo>
                      <a:pt x="3264" y="16911"/>
                      <a:pt x="5108" y="17667"/>
                      <a:pt x="7635" y="17667"/>
                    </a:cubicBezTo>
                    <a:cubicBezTo>
                      <a:pt x="9820" y="17667"/>
                      <a:pt x="12113" y="17067"/>
                      <a:pt x="12113" y="15385"/>
                    </a:cubicBezTo>
                    <a:cubicBezTo>
                      <a:pt x="12113" y="12059"/>
                      <a:pt x="3651" y="11741"/>
                      <a:pt x="3651" y="6570"/>
                    </a:cubicBezTo>
                    <a:cubicBezTo>
                      <a:pt x="3651" y="1719"/>
                      <a:pt x="9343" y="0"/>
                      <a:pt x="14496" y="0"/>
                    </a:cubicBezTo>
                    <a:cubicBezTo>
                      <a:pt x="16879" y="0"/>
                      <a:pt x="19316" y="363"/>
                      <a:pt x="21600" y="844"/>
                    </a:cubicBezTo>
                    <a:lnTo>
                      <a:pt x="20188" y="4896"/>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101" name="フリーフォーム: 図形 39"/>
              <p:cNvSpPr/>
              <p:nvPr/>
            </p:nvSpPr>
            <p:spPr>
              <a:xfrm>
                <a:off x="1749295" y="9586"/>
                <a:ext cx="53849" cy="128331"/>
              </a:xfrm>
              <a:custGeom>
                <a:avLst/>
                <a:gdLst/>
                <a:ahLst/>
                <a:cxnLst>
                  <a:cxn ang="0">
                    <a:pos x="wd2" y="hd2"/>
                  </a:cxn>
                  <a:cxn ang="5400000">
                    <a:pos x="wd2" y="hd2"/>
                  </a:cxn>
                  <a:cxn ang="10800000">
                    <a:pos x="wd2" y="hd2"/>
                  </a:cxn>
                  <a:cxn ang="16200000">
                    <a:pos x="wd2" y="hd2"/>
                  </a:cxn>
                </a:cxnLst>
                <a:rect l="0" t="0" r="r" b="b"/>
                <a:pathLst>
                  <a:path w="21600" h="21600" extrusionOk="0">
                    <a:moveTo>
                      <a:pt x="12464" y="17269"/>
                    </a:moveTo>
                    <a:lnTo>
                      <a:pt x="10323" y="21600"/>
                    </a:lnTo>
                    <a:lnTo>
                      <a:pt x="0" y="21600"/>
                    </a:lnTo>
                    <a:lnTo>
                      <a:pt x="2141" y="17269"/>
                    </a:lnTo>
                    <a:lnTo>
                      <a:pt x="12464" y="17269"/>
                    </a:lnTo>
                    <a:close/>
                    <a:moveTo>
                      <a:pt x="10023" y="0"/>
                    </a:moveTo>
                    <a:lnTo>
                      <a:pt x="21600" y="0"/>
                    </a:lnTo>
                    <a:lnTo>
                      <a:pt x="12314" y="15260"/>
                    </a:lnTo>
                    <a:lnTo>
                      <a:pt x="4132" y="15260"/>
                    </a:lnTo>
                    <a:lnTo>
                      <a:pt x="10023" y="0"/>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grpSp>
        <p:sp>
          <p:nvSpPr>
            <p:cNvPr id="103" name="フリーフォーム: 図形 19"/>
            <p:cNvSpPr/>
            <p:nvPr/>
          </p:nvSpPr>
          <p:spPr>
            <a:xfrm>
              <a:off x="1021742" y="0"/>
              <a:ext cx="905516" cy="206065"/>
            </a:xfrm>
            <a:custGeom>
              <a:avLst/>
              <a:gdLst/>
              <a:ahLst/>
              <a:cxnLst>
                <a:cxn ang="0">
                  <a:pos x="wd2" y="hd2"/>
                </a:cxn>
                <a:cxn ang="5400000">
                  <a:pos x="wd2" y="hd2"/>
                </a:cxn>
                <a:cxn ang="10800000">
                  <a:pos x="wd2" y="hd2"/>
                </a:cxn>
                <a:cxn ang="16200000">
                  <a:pos x="wd2" y="hd2"/>
                </a:cxn>
              </a:cxnLst>
              <a:rect l="0" t="0" r="r" b="b"/>
              <a:pathLst>
                <a:path w="21600" h="19493" extrusionOk="0">
                  <a:moveTo>
                    <a:pt x="0" y="19493"/>
                  </a:moveTo>
                  <a:cubicBezTo>
                    <a:pt x="6426" y="-988"/>
                    <a:pt x="14983" y="-2107"/>
                    <a:pt x="21600" y="1762"/>
                  </a:cubicBezTo>
                  <a:lnTo>
                    <a:pt x="20669" y="13409"/>
                  </a:lnTo>
                  <a:cubicBezTo>
                    <a:pt x="16097" y="7029"/>
                    <a:pt x="7279" y="3135"/>
                    <a:pt x="0" y="19493"/>
                  </a:cubicBezTo>
                  <a:close/>
                </a:path>
              </a:pathLst>
            </a:custGeom>
            <a:gradFill flip="none" rotWithShape="1">
              <a:gsLst>
                <a:gs pos="25000">
                  <a:srgbClr val="005BAC"/>
                </a:gs>
                <a:gs pos="52000">
                  <a:srgbClr val="E50059"/>
                </a:gs>
                <a:gs pos="100000">
                  <a:srgbClr val="EA5B02"/>
                </a:gs>
              </a:gsLst>
              <a:lin ang="0" scaled="0"/>
            </a:gradFill>
            <a:ln w="12700" cap="flat">
              <a:noFill/>
              <a:miter lim="400000"/>
            </a:ln>
            <a:effectLst/>
          </p:spPr>
          <p:txBody>
            <a:bodyPr wrap="square" lIns="45719" tIns="45719" rIns="45719" bIns="45719" numCol="1" anchor="ctr">
              <a:noAutofit/>
            </a:bodyPr>
            <a:lstStyle/>
            <a:p>
              <a:endParaRPr/>
            </a:p>
          </p:txBody>
        </p:sp>
        <p:sp>
          <p:nvSpPr>
            <p:cNvPr id="104" name="フリーフォーム: 図形 20"/>
            <p:cNvSpPr/>
            <p:nvPr/>
          </p:nvSpPr>
          <p:spPr>
            <a:xfrm>
              <a:off x="0" y="378280"/>
              <a:ext cx="839498" cy="143287"/>
            </a:xfrm>
            <a:custGeom>
              <a:avLst/>
              <a:gdLst/>
              <a:ahLst/>
              <a:cxnLst>
                <a:cxn ang="0">
                  <a:pos x="wd2" y="hd2"/>
                </a:cxn>
                <a:cxn ang="5400000">
                  <a:pos x="wd2" y="hd2"/>
                </a:cxn>
                <a:cxn ang="10800000">
                  <a:pos x="wd2" y="hd2"/>
                </a:cxn>
                <a:cxn ang="16200000">
                  <a:pos x="wd2" y="hd2"/>
                </a:cxn>
              </a:cxnLst>
              <a:rect l="0" t="0" r="r" b="b"/>
              <a:pathLst>
                <a:path w="21600" h="16963" extrusionOk="0">
                  <a:moveTo>
                    <a:pt x="21600" y="0"/>
                  </a:moveTo>
                  <a:cubicBezTo>
                    <a:pt x="17530" y="12847"/>
                    <a:pt x="8807" y="21600"/>
                    <a:pt x="0" y="14328"/>
                  </a:cubicBezTo>
                  <a:lnTo>
                    <a:pt x="1058" y="2777"/>
                  </a:lnTo>
                  <a:cubicBezTo>
                    <a:pt x="9674" y="11969"/>
                    <a:pt x="17750" y="7156"/>
                    <a:pt x="21600" y="0"/>
                  </a:cubicBezTo>
                  <a:close/>
                </a:path>
              </a:pathLst>
            </a:custGeom>
            <a:gradFill flip="none" rotWithShape="1">
              <a:gsLst>
                <a:gs pos="0">
                  <a:srgbClr val="009EE7"/>
                </a:gs>
                <a:gs pos="47000">
                  <a:srgbClr val="005BAC"/>
                </a:gs>
              </a:gsLst>
              <a:lin ang="0" scaled="0"/>
            </a:gradFill>
            <a:ln w="12700" cap="flat">
              <a:noFill/>
              <a:miter lim="400000"/>
            </a:ln>
            <a:effectLst/>
          </p:spPr>
          <p:txBody>
            <a:bodyPr wrap="square" lIns="45719" tIns="45719" rIns="45719" bIns="45719" numCol="1" anchor="ctr">
              <a:noAutofit/>
            </a:bodyPr>
            <a:lstStyle/>
            <a:p>
              <a:endParaRPr/>
            </a:p>
          </p:txBody>
        </p:sp>
      </p:grpSp>
      <p:sp>
        <p:nvSpPr>
          <p:cNvPr id="106" name="スライド番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目次（中）">
    <p:spTree>
      <p:nvGrpSpPr>
        <p:cNvPr id="1" name=""/>
        <p:cNvGrpSpPr/>
        <p:nvPr/>
      </p:nvGrpSpPr>
      <p:grpSpPr>
        <a:xfrm>
          <a:off x="0" y="0"/>
          <a:ext cx="0" cy="0"/>
          <a:chOff x="0" y="0"/>
          <a:chExt cx="0" cy="0"/>
        </a:xfrm>
      </p:grpSpPr>
      <p:sp>
        <p:nvSpPr>
          <p:cNvPr id="113" name="スライド番号"/>
          <p:cNvSpPr txBox="1">
            <a:spLocks noGrp="1"/>
          </p:cNvSpPr>
          <p:nvPr>
            <p:ph type="sldNum" sz="quarter" idx="2"/>
          </p:nvPr>
        </p:nvSpPr>
        <p:spPr>
          <a:xfrm>
            <a:off x="9723784" y="6620921"/>
            <a:ext cx="182217" cy="177801"/>
          </a:xfrm>
          <a:prstGeom prst="rect">
            <a:avLst/>
          </a:prstGeom>
        </p:spPr>
        <p:txBody>
          <a:bodyPr lIns="0" tIns="0" rIns="0" bIns="0"/>
          <a:lstStyle>
            <a:lvl1pPr>
              <a:defRPr>
                <a:solidFill>
                  <a:schemeClr val="accent1"/>
                </a:solidFill>
              </a:defRPr>
            </a:lvl1pPr>
          </a:lstStyle>
          <a:p>
            <a:fld id="{86CB4B4D-7CA3-9044-876B-883B54F8677D}" type="slidenum">
              <a:t>‹#›</a:t>
            </a:fld>
            <a:endParaRPr/>
          </a:p>
        </p:txBody>
      </p:sp>
      <p:sp>
        <p:nvSpPr>
          <p:cNvPr id="114" name="テキスト ボックス 10"/>
          <p:cNvSpPr txBox="1"/>
          <p:nvPr/>
        </p:nvSpPr>
        <p:spPr>
          <a:xfrm>
            <a:off x="5934824" y="6620361"/>
            <a:ext cx="3119366"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800">
                <a:solidFill>
                  <a:schemeClr val="accent1"/>
                </a:solidFill>
              </a:defRPr>
            </a:pPr>
            <a:r>
              <a:t>Copyrigh</a:t>
            </a:r>
            <a:r>
              <a:rPr spc="-1000"/>
              <a:t>t</a:t>
            </a:r>
            <a:r>
              <a:rPr>
                <a:solidFill>
                  <a:srgbClr val="001279"/>
                </a:solidFill>
              </a:rPr>
              <a:t>（C）</a:t>
            </a:r>
            <a:r>
              <a:t> Nomura Research Institute, Ltd. All rights reserved.</a:t>
            </a:r>
          </a:p>
        </p:txBody>
      </p:sp>
      <p:grpSp>
        <p:nvGrpSpPr>
          <p:cNvPr id="117" name="グループ化 11"/>
          <p:cNvGrpSpPr/>
          <p:nvPr/>
        </p:nvGrpSpPr>
        <p:grpSpPr>
          <a:xfrm>
            <a:off x="9129156" y="6620361"/>
            <a:ext cx="288340" cy="145026"/>
            <a:chOff x="0" y="0"/>
            <a:chExt cx="288338" cy="145025"/>
          </a:xfrm>
        </p:grpSpPr>
        <p:sp>
          <p:nvSpPr>
            <p:cNvPr id="115" name="Freeform 290"/>
            <p:cNvSpPr/>
            <p:nvPr/>
          </p:nvSpPr>
          <p:spPr>
            <a:xfrm>
              <a:off x="249737" y="584"/>
              <a:ext cx="38602" cy="14385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8" y="5312"/>
                  </a:lnTo>
                  <a:lnTo>
                    <a:pt x="1145" y="8034"/>
                  </a:lnTo>
                  <a:lnTo>
                    <a:pt x="1309" y="10800"/>
                  </a:lnTo>
                  <a:lnTo>
                    <a:pt x="1145" y="13610"/>
                  </a:lnTo>
                  <a:lnTo>
                    <a:pt x="818" y="16332"/>
                  </a:lnTo>
                  <a:lnTo>
                    <a:pt x="0" y="21600"/>
                  </a:lnTo>
                  <a:lnTo>
                    <a:pt x="21600" y="21600"/>
                  </a:lnTo>
                  <a:lnTo>
                    <a:pt x="20782" y="16332"/>
                  </a:lnTo>
                  <a:lnTo>
                    <a:pt x="20291" y="13610"/>
                  </a:lnTo>
                  <a:lnTo>
                    <a:pt x="20291" y="8034"/>
                  </a:lnTo>
                  <a:lnTo>
                    <a:pt x="20782" y="5312"/>
                  </a:lnTo>
                  <a:lnTo>
                    <a:pt x="21600" y="0"/>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sp>
          <p:nvSpPr>
            <p:cNvPr id="116" name="Freeform 291"/>
            <p:cNvSpPr/>
            <p:nvPr/>
          </p:nvSpPr>
          <p:spPr>
            <a:xfrm>
              <a:off x="-1" y="0"/>
              <a:ext cx="246230" cy="145026"/>
            </a:xfrm>
            <a:custGeom>
              <a:avLst/>
              <a:gdLst/>
              <a:ahLst/>
              <a:cxnLst>
                <a:cxn ang="0">
                  <a:pos x="wd2" y="hd2"/>
                </a:cxn>
                <a:cxn ang="5400000">
                  <a:pos x="wd2" y="hd2"/>
                </a:cxn>
                <a:cxn ang="10800000">
                  <a:pos x="wd2" y="hd2"/>
                </a:cxn>
                <a:cxn ang="16200000">
                  <a:pos x="wd2" y="hd2"/>
                </a:cxn>
              </a:cxnLst>
              <a:rect l="0" t="0" r="r" b="b"/>
              <a:pathLst>
                <a:path w="21600" h="21600" extrusionOk="0">
                  <a:moveTo>
                    <a:pt x="17167" y="11517"/>
                  </a:moveTo>
                  <a:lnTo>
                    <a:pt x="17859" y="11039"/>
                  </a:lnTo>
                  <a:lnTo>
                    <a:pt x="18423" y="10431"/>
                  </a:lnTo>
                  <a:lnTo>
                    <a:pt x="18961" y="9822"/>
                  </a:lnTo>
                  <a:lnTo>
                    <a:pt x="19396" y="9040"/>
                  </a:lnTo>
                  <a:lnTo>
                    <a:pt x="19730" y="8214"/>
                  </a:lnTo>
                  <a:lnTo>
                    <a:pt x="19986" y="7301"/>
                  </a:lnTo>
                  <a:lnTo>
                    <a:pt x="20088" y="6910"/>
                  </a:lnTo>
                  <a:lnTo>
                    <a:pt x="20140" y="6432"/>
                  </a:lnTo>
                  <a:lnTo>
                    <a:pt x="20191" y="5998"/>
                  </a:lnTo>
                  <a:lnTo>
                    <a:pt x="20191" y="4998"/>
                  </a:lnTo>
                  <a:lnTo>
                    <a:pt x="20140" y="4476"/>
                  </a:lnTo>
                  <a:lnTo>
                    <a:pt x="20088" y="3998"/>
                  </a:lnTo>
                  <a:lnTo>
                    <a:pt x="20011" y="3520"/>
                  </a:lnTo>
                  <a:lnTo>
                    <a:pt x="19883" y="3129"/>
                  </a:lnTo>
                  <a:lnTo>
                    <a:pt x="19730" y="2695"/>
                  </a:lnTo>
                  <a:lnTo>
                    <a:pt x="19601" y="2347"/>
                  </a:lnTo>
                  <a:lnTo>
                    <a:pt x="19396" y="1999"/>
                  </a:lnTo>
                  <a:lnTo>
                    <a:pt x="19012" y="1391"/>
                  </a:lnTo>
                  <a:lnTo>
                    <a:pt x="18551" y="956"/>
                  </a:lnTo>
                  <a:lnTo>
                    <a:pt x="18064" y="608"/>
                  </a:lnTo>
                  <a:lnTo>
                    <a:pt x="17500" y="348"/>
                  </a:lnTo>
                  <a:lnTo>
                    <a:pt x="16937" y="217"/>
                  </a:lnTo>
                  <a:lnTo>
                    <a:pt x="16322" y="87"/>
                  </a:lnTo>
                  <a:lnTo>
                    <a:pt x="15656" y="87"/>
                  </a:lnTo>
                  <a:lnTo>
                    <a:pt x="15015" y="0"/>
                  </a:lnTo>
                  <a:lnTo>
                    <a:pt x="13554" y="87"/>
                  </a:lnTo>
                  <a:lnTo>
                    <a:pt x="12043" y="130"/>
                  </a:lnTo>
                  <a:lnTo>
                    <a:pt x="10582" y="217"/>
                  </a:lnTo>
                  <a:lnTo>
                    <a:pt x="9327" y="217"/>
                  </a:lnTo>
                  <a:lnTo>
                    <a:pt x="9532" y="7258"/>
                  </a:lnTo>
                  <a:lnTo>
                    <a:pt x="9557" y="10561"/>
                  </a:lnTo>
                  <a:lnTo>
                    <a:pt x="9557" y="13603"/>
                  </a:lnTo>
                  <a:lnTo>
                    <a:pt x="7969" y="10518"/>
                  </a:lnTo>
                  <a:lnTo>
                    <a:pt x="6380" y="7171"/>
                  </a:lnTo>
                  <a:lnTo>
                    <a:pt x="4791" y="3738"/>
                  </a:lnTo>
                  <a:lnTo>
                    <a:pt x="3305" y="217"/>
                  </a:lnTo>
                  <a:lnTo>
                    <a:pt x="0" y="217"/>
                  </a:lnTo>
                  <a:lnTo>
                    <a:pt x="179" y="5476"/>
                  </a:lnTo>
                  <a:lnTo>
                    <a:pt x="205" y="8171"/>
                  </a:lnTo>
                  <a:lnTo>
                    <a:pt x="256" y="10909"/>
                  </a:lnTo>
                  <a:lnTo>
                    <a:pt x="205" y="13690"/>
                  </a:lnTo>
                  <a:lnTo>
                    <a:pt x="179" y="16385"/>
                  </a:lnTo>
                  <a:lnTo>
                    <a:pt x="0" y="21600"/>
                  </a:lnTo>
                  <a:lnTo>
                    <a:pt x="2742" y="21600"/>
                  </a:lnTo>
                  <a:lnTo>
                    <a:pt x="2562" y="17732"/>
                  </a:lnTo>
                  <a:lnTo>
                    <a:pt x="2485" y="13864"/>
                  </a:lnTo>
                  <a:lnTo>
                    <a:pt x="2434" y="10344"/>
                  </a:lnTo>
                  <a:lnTo>
                    <a:pt x="2434" y="7171"/>
                  </a:lnTo>
                  <a:lnTo>
                    <a:pt x="4151" y="10518"/>
                  </a:lnTo>
                  <a:lnTo>
                    <a:pt x="5893" y="14081"/>
                  </a:lnTo>
                  <a:lnTo>
                    <a:pt x="7661" y="17819"/>
                  </a:lnTo>
                  <a:lnTo>
                    <a:pt x="8456" y="19731"/>
                  </a:lnTo>
                  <a:lnTo>
                    <a:pt x="9275" y="21600"/>
                  </a:lnTo>
                  <a:lnTo>
                    <a:pt x="12120" y="21600"/>
                  </a:lnTo>
                  <a:lnTo>
                    <a:pt x="11991" y="16385"/>
                  </a:lnTo>
                  <a:lnTo>
                    <a:pt x="11966" y="13690"/>
                  </a:lnTo>
                  <a:lnTo>
                    <a:pt x="11915" y="10909"/>
                  </a:lnTo>
                  <a:lnTo>
                    <a:pt x="11915" y="6910"/>
                  </a:lnTo>
                  <a:lnTo>
                    <a:pt x="11991" y="2955"/>
                  </a:lnTo>
                  <a:lnTo>
                    <a:pt x="12863" y="2912"/>
                  </a:lnTo>
                  <a:lnTo>
                    <a:pt x="13913" y="2912"/>
                  </a:lnTo>
                  <a:lnTo>
                    <a:pt x="14554" y="2955"/>
                  </a:lnTo>
                  <a:lnTo>
                    <a:pt x="15143" y="3129"/>
                  </a:lnTo>
                  <a:lnTo>
                    <a:pt x="15630" y="3477"/>
                  </a:lnTo>
                  <a:lnTo>
                    <a:pt x="15835" y="3651"/>
                  </a:lnTo>
                  <a:lnTo>
                    <a:pt x="16142" y="4085"/>
                  </a:lnTo>
                  <a:lnTo>
                    <a:pt x="16270" y="4346"/>
                  </a:lnTo>
                  <a:lnTo>
                    <a:pt x="16475" y="4911"/>
                  </a:lnTo>
                  <a:lnTo>
                    <a:pt x="16604" y="5520"/>
                  </a:lnTo>
                  <a:lnTo>
                    <a:pt x="16629" y="6302"/>
                  </a:lnTo>
                  <a:lnTo>
                    <a:pt x="16604" y="6693"/>
                  </a:lnTo>
                  <a:lnTo>
                    <a:pt x="16552" y="7171"/>
                  </a:lnTo>
                  <a:lnTo>
                    <a:pt x="16475" y="7606"/>
                  </a:lnTo>
                  <a:lnTo>
                    <a:pt x="16347" y="7997"/>
                  </a:lnTo>
                  <a:lnTo>
                    <a:pt x="16245" y="8344"/>
                  </a:lnTo>
                  <a:lnTo>
                    <a:pt x="15835" y="9040"/>
                  </a:lnTo>
                  <a:lnTo>
                    <a:pt x="15630" y="9344"/>
                  </a:lnTo>
                  <a:lnTo>
                    <a:pt x="15092" y="9866"/>
                  </a:lnTo>
                  <a:lnTo>
                    <a:pt x="14528" y="10300"/>
                  </a:lnTo>
                  <a:lnTo>
                    <a:pt x="13888" y="10648"/>
                  </a:lnTo>
                  <a:lnTo>
                    <a:pt x="13196" y="10996"/>
                  </a:lnTo>
                  <a:lnTo>
                    <a:pt x="14272" y="13386"/>
                  </a:lnTo>
                  <a:lnTo>
                    <a:pt x="15451" y="16080"/>
                  </a:lnTo>
                  <a:lnTo>
                    <a:pt x="16604" y="18905"/>
                  </a:lnTo>
                  <a:lnTo>
                    <a:pt x="17654" y="21600"/>
                  </a:lnTo>
                  <a:lnTo>
                    <a:pt x="21600" y="21600"/>
                  </a:lnTo>
                  <a:lnTo>
                    <a:pt x="19166" y="16298"/>
                  </a:lnTo>
                  <a:lnTo>
                    <a:pt x="18115" y="13821"/>
                  </a:lnTo>
                  <a:lnTo>
                    <a:pt x="17167" y="11517"/>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grpSp>
      <p:sp>
        <p:nvSpPr>
          <p:cNvPr id="118" name="本文レベル1…"/>
          <p:cNvSpPr txBox="1">
            <a:spLocks noGrp="1"/>
          </p:cNvSpPr>
          <p:nvPr>
            <p:ph type="body" idx="1"/>
          </p:nvPr>
        </p:nvSpPr>
        <p:spPr>
          <a:xfrm>
            <a:off x="1502426" y="1120655"/>
            <a:ext cx="6901151" cy="5135767"/>
          </a:xfrm>
          <a:prstGeom prst="rect">
            <a:avLst/>
          </a:prstGeom>
        </p:spPr>
        <p:txBody>
          <a:bodyPr>
            <a:normAutofit/>
          </a:bodyPr>
          <a:lstStyle>
            <a:lvl1pPr marL="342900" indent="-342900">
              <a:lnSpc>
                <a:spcPct val="110000"/>
              </a:lnSpc>
              <a:spcBef>
                <a:spcPts val="600"/>
              </a:spcBef>
              <a:buAutoNum type="arabicPeriod"/>
              <a:tabLst>
                <a:tab pos="6451600" algn="r"/>
                <a:tab pos="6718300" algn="r"/>
                <a:tab pos="6896100" algn="r"/>
              </a:tabLst>
            </a:lvl1pPr>
            <a:lvl2pPr marL="0" indent="517525">
              <a:lnSpc>
                <a:spcPct val="110000"/>
              </a:lnSpc>
              <a:spcBef>
                <a:spcPts val="600"/>
              </a:spcBef>
              <a:buSzTx/>
              <a:buNone/>
              <a:tabLst>
                <a:tab pos="6451600" algn="r"/>
                <a:tab pos="6718300" algn="r"/>
                <a:tab pos="6896100" algn="r"/>
              </a:tabLst>
            </a:lvl2pPr>
            <a:lvl3pPr marL="999217" indent="-195942">
              <a:lnSpc>
                <a:spcPct val="110000"/>
              </a:lnSpc>
              <a:spcBef>
                <a:spcPts val="600"/>
              </a:spcBef>
              <a:tabLst>
                <a:tab pos="6451600" algn="r"/>
                <a:tab pos="6718300" algn="r"/>
                <a:tab pos="6896100" algn="r"/>
              </a:tabLst>
            </a:lvl3pPr>
            <a:lvl4pPr marL="0" indent="1027112">
              <a:lnSpc>
                <a:spcPct val="110000"/>
              </a:lnSpc>
              <a:spcBef>
                <a:spcPts val="600"/>
              </a:spcBef>
              <a:buSzTx/>
              <a:buNone/>
              <a:tabLst>
                <a:tab pos="6451600" algn="r"/>
                <a:tab pos="6718300" algn="r"/>
                <a:tab pos="6896100" algn="r"/>
              </a:tabLst>
            </a:lvl4pPr>
            <a:lvl5pPr marL="0" indent="1295400">
              <a:lnSpc>
                <a:spcPct val="110000"/>
              </a:lnSpc>
              <a:spcBef>
                <a:spcPts val="600"/>
              </a:spcBef>
              <a:buSzTx/>
              <a:buNone/>
              <a:tabLst>
                <a:tab pos="6451600" algn="r"/>
                <a:tab pos="6718300" algn="r"/>
                <a:tab pos="6896100" algn="r"/>
              </a:tabLst>
            </a:lvl5pPr>
          </a:lstStyle>
          <a:p>
            <a:r>
              <a:t>本文レベル1</a:t>
            </a:r>
          </a:p>
          <a:p>
            <a:pPr lvl="1"/>
            <a:r>
              <a:t>本文レベル2</a:t>
            </a:r>
          </a:p>
          <a:p>
            <a:pPr lvl="2"/>
            <a:r>
              <a:t>本文レベル3</a:t>
            </a:r>
          </a:p>
          <a:p>
            <a:pPr lvl="3"/>
            <a:r>
              <a:t>本文レベル4</a:t>
            </a:r>
          </a:p>
          <a:p>
            <a:pPr lvl="4"/>
            <a:r>
              <a:t>本文レベル5</a:t>
            </a:r>
          </a:p>
        </p:txBody>
      </p:sp>
      <p:sp>
        <p:nvSpPr>
          <p:cNvPr id="119" name="タイトルテキスト"/>
          <p:cNvSpPr txBox="1">
            <a:spLocks noGrp="1"/>
          </p:cNvSpPr>
          <p:nvPr>
            <p:ph type="title"/>
          </p:nvPr>
        </p:nvSpPr>
        <p:spPr>
          <a:xfrm>
            <a:off x="201000" y="259199"/>
            <a:ext cx="9504000" cy="380481"/>
          </a:xfrm>
          <a:prstGeom prst="rect">
            <a:avLst/>
          </a:prstGeom>
        </p:spPr>
        <p:txBody>
          <a:bodyPr>
            <a:normAutofit/>
          </a:bodyPr>
          <a:lstStyle/>
          <a:p>
            <a:r>
              <a:t>タイトルテキスト</a:t>
            </a: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目次（多/二段組）">
    <p:spTree>
      <p:nvGrpSpPr>
        <p:cNvPr id="1" name=""/>
        <p:cNvGrpSpPr/>
        <p:nvPr/>
      </p:nvGrpSpPr>
      <p:grpSpPr>
        <a:xfrm>
          <a:off x="0" y="0"/>
          <a:ext cx="0" cy="0"/>
          <a:chOff x="0" y="0"/>
          <a:chExt cx="0" cy="0"/>
        </a:xfrm>
      </p:grpSpPr>
      <p:sp>
        <p:nvSpPr>
          <p:cNvPr id="126" name="スライド番号"/>
          <p:cNvSpPr txBox="1">
            <a:spLocks noGrp="1"/>
          </p:cNvSpPr>
          <p:nvPr>
            <p:ph type="sldNum" sz="quarter" idx="2"/>
          </p:nvPr>
        </p:nvSpPr>
        <p:spPr>
          <a:xfrm>
            <a:off x="9723784" y="6620921"/>
            <a:ext cx="182217" cy="177801"/>
          </a:xfrm>
          <a:prstGeom prst="rect">
            <a:avLst/>
          </a:prstGeom>
        </p:spPr>
        <p:txBody>
          <a:bodyPr lIns="0" tIns="0" rIns="0" bIns="0"/>
          <a:lstStyle>
            <a:lvl1pPr>
              <a:defRPr>
                <a:solidFill>
                  <a:schemeClr val="accent1"/>
                </a:solidFill>
              </a:defRPr>
            </a:lvl1pPr>
          </a:lstStyle>
          <a:p>
            <a:fld id="{86CB4B4D-7CA3-9044-876B-883B54F8677D}" type="slidenum">
              <a:t>‹#›</a:t>
            </a:fld>
            <a:endParaRPr/>
          </a:p>
        </p:txBody>
      </p:sp>
      <p:sp>
        <p:nvSpPr>
          <p:cNvPr id="127" name="テキスト ボックス 10"/>
          <p:cNvSpPr txBox="1"/>
          <p:nvPr/>
        </p:nvSpPr>
        <p:spPr>
          <a:xfrm>
            <a:off x="5934824" y="6620361"/>
            <a:ext cx="3119366"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800">
                <a:solidFill>
                  <a:schemeClr val="accent1"/>
                </a:solidFill>
              </a:defRPr>
            </a:pPr>
            <a:r>
              <a:t>Copyrigh</a:t>
            </a:r>
            <a:r>
              <a:rPr spc="-1000"/>
              <a:t>t</a:t>
            </a:r>
            <a:r>
              <a:rPr>
                <a:solidFill>
                  <a:srgbClr val="001279"/>
                </a:solidFill>
              </a:rPr>
              <a:t>（C）</a:t>
            </a:r>
            <a:r>
              <a:t> Nomura Research Institute, Ltd. All rights reserved.</a:t>
            </a:r>
          </a:p>
        </p:txBody>
      </p:sp>
      <p:grpSp>
        <p:nvGrpSpPr>
          <p:cNvPr id="130" name="グループ化 11"/>
          <p:cNvGrpSpPr/>
          <p:nvPr/>
        </p:nvGrpSpPr>
        <p:grpSpPr>
          <a:xfrm>
            <a:off x="9129156" y="6620361"/>
            <a:ext cx="288340" cy="145026"/>
            <a:chOff x="0" y="0"/>
            <a:chExt cx="288338" cy="145025"/>
          </a:xfrm>
        </p:grpSpPr>
        <p:sp>
          <p:nvSpPr>
            <p:cNvPr id="128" name="Freeform 290"/>
            <p:cNvSpPr/>
            <p:nvPr/>
          </p:nvSpPr>
          <p:spPr>
            <a:xfrm>
              <a:off x="249737" y="584"/>
              <a:ext cx="38602" cy="14385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8" y="5312"/>
                  </a:lnTo>
                  <a:lnTo>
                    <a:pt x="1145" y="8034"/>
                  </a:lnTo>
                  <a:lnTo>
                    <a:pt x="1309" y="10800"/>
                  </a:lnTo>
                  <a:lnTo>
                    <a:pt x="1145" y="13610"/>
                  </a:lnTo>
                  <a:lnTo>
                    <a:pt x="818" y="16332"/>
                  </a:lnTo>
                  <a:lnTo>
                    <a:pt x="0" y="21600"/>
                  </a:lnTo>
                  <a:lnTo>
                    <a:pt x="21600" y="21600"/>
                  </a:lnTo>
                  <a:lnTo>
                    <a:pt x="20782" y="16332"/>
                  </a:lnTo>
                  <a:lnTo>
                    <a:pt x="20291" y="13610"/>
                  </a:lnTo>
                  <a:lnTo>
                    <a:pt x="20291" y="8034"/>
                  </a:lnTo>
                  <a:lnTo>
                    <a:pt x="20782" y="5312"/>
                  </a:lnTo>
                  <a:lnTo>
                    <a:pt x="21600" y="0"/>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sp>
          <p:nvSpPr>
            <p:cNvPr id="129" name="Freeform 291"/>
            <p:cNvSpPr/>
            <p:nvPr/>
          </p:nvSpPr>
          <p:spPr>
            <a:xfrm>
              <a:off x="-1" y="0"/>
              <a:ext cx="246230" cy="145026"/>
            </a:xfrm>
            <a:custGeom>
              <a:avLst/>
              <a:gdLst/>
              <a:ahLst/>
              <a:cxnLst>
                <a:cxn ang="0">
                  <a:pos x="wd2" y="hd2"/>
                </a:cxn>
                <a:cxn ang="5400000">
                  <a:pos x="wd2" y="hd2"/>
                </a:cxn>
                <a:cxn ang="10800000">
                  <a:pos x="wd2" y="hd2"/>
                </a:cxn>
                <a:cxn ang="16200000">
                  <a:pos x="wd2" y="hd2"/>
                </a:cxn>
              </a:cxnLst>
              <a:rect l="0" t="0" r="r" b="b"/>
              <a:pathLst>
                <a:path w="21600" h="21600" extrusionOk="0">
                  <a:moveTo>
                    <a:pt x="17167" y="11517"/>
                  </a:moveTo>
                  <a:lnTo>
                    <a:pt x="17859" y="11039"/>
                  </a:lnTo>
                  <a:lnTo>
                    <a:pt x="18423" y="10431"/>
                  </a:lnTo>
                  <a:lnTo>
                    <a:pt x="18961" y="9822"/>
                  </a:lnTo>
                  <a:lnTo>
                    <a:pt x="19396" y="9040"/>
                  </a:lnTo>
                  <a:lnTo>
                    <a:pt x="19730" y="8214"/>
                  </a:lnTo>
                  <a:lnTo>
                    <a:pt x="19986" y="7301"/>
                  </a:lnTo>
                  <a:lnTo>
                    <a:pt x="20088" y="6910"/>
                  </a:lnTo>
                  <a:lnTo>
                    <a:pt x="20140" y="6432"/>
                  </a:lnTo>
                  <a:lnTo>
                    <a:pt x="20191" y="5998"/>
                  </a:lnTo>
                  <a:lnTo>
                    <a:pt x="20191" y="4998"/>
                  </a:lnTo>
                  <a:lnTo>
                    <a:pt x="20140" y="4476"/>
                  </a:lnTo>
                  <a:lnTo>
                    <a:pt x="20088" y="3998"/>
                  </a:lnTo>
                  <a:lnTo>
                    <a:pt x="20011" y="3520"/>
                  </a:lnTo>
                  <a:lnTo>
                    <a:pt x="19883" y="3129"/>
                  </a:lnTo>
                  <a:lnTo>
                    <a:pt x="19730" y="2695"/>
                  </a:lnTo>
                  <a:lnTo>
                    <a:pt x="19601" y="2347"/>
                  </a:lnTo>
                  <a:lnTo>
                    <a:pt x="19396" y="1999"/>
                  </a:lnTo>
                  <a:lnTo>
                    <a:pt x="19012" y="1391"/>
                  </a:lnTo>
                  <a:lnTo>
                    <a:pt x="18551" y="956"/>
                  </a:lnTo>
                  <a:lnTo>
                    <a:pt x="18064" y="608"/>
                  </a:lnTo>
                  <a:lnTo>
                    <a:pt x="17500" y="348"/>
                  </a:lnTo>
                  <a:lnTo>
                    <a:pt x="16937" y="217"/>
                  </a:lnTo>
                  <a:lnTo>
                    <a:pt x="16322" y="87"/>
                  </a:lnTo>
                  <a:lnTo>
                    <a:pt x="15656" y="87"/>
                  </a:lnTo>
                  <a:lnTo>
                    <a:pt x="15015" y="0"/>
                  </a:lnTo>
                  <a:lnTo>
                    <a:pt x="13554" y="87"/>
                  </a:lnTo>
                  <a:lnTo>
                    <a:pt x="12043" y="130"/>
                  </a:lnTo>
                  <a:lnTo>
                    <a:pt x="10582" y="217"/>
                  </a:lnTo>
                  <a:lnTo>
                    <a:pt x="9327" y="217"/>
                  </a:lnTo>
                  <a:lnTo>
                    <a:pt x="9532" y="7258"/>
                  </a:lnTo>
                  <a:lnTo>
                    <a:pt x="9557" y="10561"/>
                  </a:lnTo>
                  <a:lnTo>
                    <a:pt x="9557" y="13603"/>
                  </a:lnTo>
                  <a:lnTo>
                    <a:pt x="7969" y="10518"/>
                  </a:lnTo>
                  <a:lnTo>
                    <a:pt x="6380" y="7171"/>
                  </a:lnTo>
                  <a:lnTo>
                    <a:pt x="4791" y="3738"/>
                  </a:lnTo>
                  <a:lnTo>
                    <a:pt x="3305" y="217"/>
                  </a:lnTo>
                  <a:lnTo>
                    <a:pt x="0" y="217"/>
                  </a:lnTo>
                  <a:lnTo>
                    <a:pt x="179" y="5476"/>
                  </a:lnTo>
                  <a:lnTo>
                    <a:pt x="205" y="8171"/>
                  </a:lnTo>
                  <a:lnTo>
                    <a:pt x="256" y="10909"/>
                  </a:lnTo>
                  <a:lnTo>
                    <a:pt x="205" y="13690"/>
                  </a:lnTo>
                  <a:lnTo>
                    <a:pt x="179" y="16385"/>
                  </a:lnTo>
                  <a:lnTo>
                    <a:pt x="0" y="21600"/>
                  </a:lnTo>
                  <a:lnTo>
                    <a:pt x="2742" y="21600"/>
                  </a:lnTo>
                  <a:lnTo>
                    <a:pt x="2562" y="17732"/>
                  </a:lnTo>
                  <a:lnTo>
                    <a:pt x="2485" y="13864"/>
                  </a:lnTo>
                  <a:lnTo>
                    <a:pt x="2434" y="10344"/>
                  </a:lnTo>
                  <a:lnTo>
                    <a:pt x="2434" y="7171"/>
                  </a:lnTo>
                  <a:lnTo>
                    <a:pt x="4151" y="10518"/>
                  </a:lnTo>
                  <a:lnTo>
                    <a:pt x="5893" y="14081"/>
                  </a:lnTo>
                  <a:lnTo>
                    <a:pt x="7661" y="17819"/>
                  </a:lnTo>
                  <a:lnTo>
                    <a:pt x="8456" y="19731"/>
                  </a:lnTo>
                  <a:lnTo>
                    <a:pt x="9275" y="21600"/>
                  </a:lnTo>
                  <a:lnTo>
                    <a:pt x="12120" y="21600"/>
                  </a:lnTo>
                  <a:lnTo>
                    <a:pt x="11991" y="16385"/>
                  </a:lnTo>
                  <a:lnTo>
                    <a:pt x="11966" y="13690"/>
                  </a:lnTo>
                  <a:lnTo>
                    <a:pt x="11915" y="10909"/>
                  </a:lnTo>
                  <a:lnTo>
                    <a:pt x="11915" y="6910"/>
                  </a:lnTo>
                  <a:lnTo>
                    <a:pt x="11991" y="2955"/>
                  </a:lnTo>
                  <a:lnTo>
                    <a:pt x="12863" y="2912"/>
                  </a:lnTo>
                  <a:lnTo>
                    <a:pt x="13913" y="2912"/>
                  </a:lnTo>
                  <a:lnTo>
                    <a:pt x="14554" y="2955"/>
                  </a:lnTo>
                  <a:lnTo>
                    <a:pt x="15143" y="3129"/>
                  </a:lnTo>
                  <a:lnTo>
                    <a:pt x="15630" y="3477"/>
                  </a:lnTo>
                  <a:lnTo>
                    <a:pt x="15835" y="3651"/>
                  </a:lnTo>
                  <a:lnTo>
                    <a:pt x="16142" y="4085"/>
                  </a:lnTo>
                  <a:lnTo>
                    <a:pt x="16270" y="4346"/>
                  </a:lnTo>
                  <a:lnTo>
                    <a:pt x="16475" y="4911"/>
                  </a:lnTo>
                  <a:lnTo>
                    <a:pt x="16604" y="5520"/>
                  </a:lnTo>
                  <a:lnTo>
                    <a:pt x="16629" y="6302"/>
                  </a:lnTo>
                  <a:lnTo>
                    <a:pt x="16604" y="6693"/>
                  </a:lnTo>
                  <a:lnTo>
                    <a:pt x="16552" y="7171"/>
                  </a:lnTo>
                  <a:lnTo>
                    <a:pt x="16475" y="7606"/>
                  </a:lnTo>
                  <a:lnTo>
                    <a:pt x="16347" y="7997"/>
                  </a:lnTo>
                  <a:lnTo>
                    <a:pt x="16245" y="8344"/>
                  </a:lnTo>
                  <a:lnTo>
                    <a:pt x="15835" y="9040"/>
                  </a:lnTo>
                  <a:lnTo>
                    <a:pt x="15630" y="9344"/>
                  </a:lnTo>
                  <a:lnTo>
                    <a:pt x="15092" y="9866"/>
                  </a:lnTo>
                  <a:lnTo>
                    <a:pt x="14528" y="10300"/>
                  </a:lnTo>
                  <a:lnTo>
                    <a:pt x="13888" y="10648"/>
                  </a:lnTo>
                  <a:lnTo>
                    <a:pt x="13196" y="10996"/>
                  </a:lnTo>
                  <a:lnTo>
                    <a:pt x="14272" y="13386"/>
                  </a:lnTo>
                  <a:lnTo>
                    <a:pt x="15451" y="16080"/>
                  </a:lnTo>
                  <a:lnTo>
                    <a:pt x="16604" y="18905"/>
                  </a:lnTo>
                  <a:lnTo>
                    <a:pt x="17654" y="21600"/>
                  </a:lnTo>
                  <a:lnTo>
                    <a:pt x="21600" y="21600"/>
                  </a:lnTo>
                  <a:lnTo>
                    <a:pt x="19166" y="16298"/>
                  </a:lnTo>
                  <a:lnTo>
                    <a:pt x="18115" y="13821"/>
                  </a:lnTo>
                  <a:lnTo>
                    <a:pt x="17167" y="11517"/>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grpSp>
      <p:sp>
        <p:nvSpPr>
          <p:cNvPr id="131" name="本文レベル1…"/>
          <p:cNvSpPr txBox="1">
            <a:spLocks noGrp="1"/>
          </p:cNvSpPr>
          <p:nvPr>
            <p:ph type="body" idx="1"/>
          </p:nvPr>
        </p:nvSpPr>
        <p:spPr>
          <a:xfrm>
            <a:off x="416495" y="1120655"/>
            <a:ext cx="9073014" cy="5135767"/>
          </a:xfrm>
          <a:prstGeom prst="rect">
            <a:avLst/>
          </a:prstGeom>
        </p:spPr>
        <p:txBody>
          <a:bodyPr lIns="0" tIns="0" rIns="0" bIns="0" numCol="2" spcCol="359999">
            <a:normAutofit/>
          </a:bodyPr>
          <a:lstStyle>
            <a:lvl1pPr marL="271463" indent="-271463">
              <a:lnSpc>
                <a:spcPct val="110000"/>
              </a:lnSpc>
              <a:spcBef>
                <a:spcPts val="600"/>
              </a:spcBef>
              <a:buAutoNum type="arabicPeriod"/>
              <a:tabLst>
                <a:tab pos="3937000" algn="r"/>
                <a:tab pos="4216400" algn="r"/>
                <a:tab pos="4381500" algn="r"/>
                <a:tab pos="4483100" algn="r"/>
                <a:tab pos="6451600" algn="r"/>
                <a:tab pos="6807200" algn="r"/>
              </a:tabLst>
              <a:defRPr sz="1400"/>
            </a:lvl1pPr>
            <a:lvl2pPr marL="0" indent="517525">
              <a:lnSpc>
                <a:spcPct val="110000"/>
              </a:lnSpc>
              <a:spcBef>
                <a:spcPts val="600"/>
              </a:spcBef>
              <a:buSzTx/>
              <a:buNone/>
              <a:tabLst>
                <a:tab pos="3937000" algn="r"/>
                <a:tab pos="4216400" algn="r"/>
                <a:tab pos="4381500" algn="r"/>
                <a:tab pos="4483100" algn="r"/>
                <a:tab pos="6451600" algn="r"/>
                <a:tab pos="6807200" algn="r"/>
              </a:tabLst>
              <a:defRPr sz="1400"/>
            </a:lvl2pPr>
            <a:lvl3pPr marL="1003300" indent="-200025">
              <a:lnSpc>
                <a:spcPct val="110000"/>
              </a:lnSpc>
              <a:spcBef>
                <a:spcPts val="600"/>
              </a:spcBef>
              <a:tabLst>
                <a:tab pos="3937000" algn="r"/>
                <a:tab pos="4216400" algn="r"/>
                <a:tab pos="4381500" algn="r"/>
                <a:tab pos="4483100" algn="r"/>
                <a:tab pos="6451600" algn="r"/>
                <a:tab pos="6807200" algn="r"/>
              </a:tabLst>
              <a:defRPr sz="1400"/>
            </a:lvl3pPr>
            <a:lvl4pPr marL="0" indent="1027112">
              <a:lnSpc>
                <a:spcPct val="110000"/>
              </a:lnSpc>
              <a:spcBef>
                <a:spcPts val="600"/>
              </a:spcBef>
              <a:buSzTx/>
              <a:buNone/>
              <a:tabLst>
                <a:tab pos="3937000" algn="r"/>
                <a:tab pos="4216400" algn="r"/>
                <a:tab pos="4381500" algn="r"/>
                <a:tab pos="4483100" algn="r"/>
                <a:tab pos="6451600" algn="r"/>
                <a:tab pos="6807200" algn="r"/>
              </a:tabLst>
              <a:defRPr sz="1400"/>
            </a:lvl4pPr>
            <a:lvl5pPr marL="0" indent="1295400">
              <a:lnSpc>
                <a:spcPct val="110000"/>
              </a:lnSpc>
              <a:spcBef>
                <a:spcPts val="600"/>
              </a:spcBef>
              <a:buSzTx/>
              <a:buNone/>
              <a:tabLst>
                <a:tab pos="3937000" algn="r"/>
                <a:tab pos="4216400" algn="r"/>
                <a:tab pos="4381500" algn="r"/>
                <a:tab pos="4483100" algn="r"/>
                <a:tab pos="6451600" algn="r"/>
                <a:tab pos="6807200" algn="r"/>
              </a:tabLst>
              <a:defRPr sz="1400"/>
            </a:lvl5pPr>
          </a:lstStyle>
          <a:p>
            <a:r>
              <a:t>本文レベル1</a:t>
            </a:r>
          </a:p>
          <a:p>
            <a:pPr lvl="1"/>
            <a:r>
              <a:t>本文レベル2</a:t>
            </a:r>
          </a:p>
          <a:p>
            <a:pPr lvl="2"/>
            <a:r>
              <a:t>本文レベル3</a:t>
            </a:r>
          </a:p>
          <a:p>
            <a:pPr lvl="3"/>
            <a:r>
              <a:t>本文レベル4</a:t>
            </a:r>
          </a:p>
          <a:p>
            <a:pPr lvl="4"/>
            <a:r>
              <a:t>本文レベル5</a:t>
            </a:r>
          </a:p>
        </p:txBody>
      </p:sp>
      <p:sp>
        <p:nvSpPr>
          <p:cNvPr id="132" name="タイトルテキスト"/>
          <p:cNvSpPr txBox="1">
            <a:spLocks noGrp="1"/>
          </p:cNvSpPr>
          <p:nvPr>
            <p:ph type="title"/>
          </p:nvPr>
        </p:nvSpPr>
        <p:spPr>
          <a:xfrm>
            <a:off x="201000" y="259199"/>
            <a:ext cx="9504000" cy="380481"/>
          </a:xfrm>
          <a:prstGeom prst="rect">
            <a:avLst/>
          </a:prstGeom>
        </p:spPr>
        <p:txBody>
          <a:bodyPr>
            <a:normAutofit/>
          </a:bodyPr>
          <a:lstStyle/>
          <a:p>
            <a:r>
              <a:t>タイトルテキスト</a:t>
            </a: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1行タイトル">
    <p:spTree>
      <p:nvGrpSpPr>
        <p:cNvPr id="1" name=""/>
        <p:cNvGrpSpPr/>
        <p:nvPr/>
      </p:nvGrpSpPr>
      <p:grpSpPr>
        <a:xfrm>
          <a:off x="0" y="0"/>
          <a:ext cx="0" cy="0"/>
          <a:chOff x="0" y="0"/>
          <a:chExt cx="0" cy="0"/>
        </a:xfrm>
      </p:grpSpPr>
      <p:sp>
        <p:nvSpPr>
          <p:cNvPr id="152" name="スライド番号"/>
          <p:cNvSpPr txBox="1">
            <a:spLocks noGrp="1"/>
          </p:cNvSpPr>
          <p:nvPr>
            <p:ph type="sldNum" sz="quarter" idx="2"/>
          </p:nvPr>
        </p:nvSpPr>
        <p:spPr>
          <a:xfrm>
            <a:off x="9723784" y="6620921"/>
            <a:ext cx="182217" cy="177801"/>
          </a:xfrm>
          <a:prstGeom prst="rect">
            <a:avLst/>
          </a:prstGeom>
        </p:spPr>
        <p:txBody>
          <a:bodyPr lIns="0" tIns="0" rIns="0" bIns="0"/>
          <a:lstStyle>
            <a:lvl1pPr>
              <a:defRPr>
                <a:solidFill>
                  <a:schemeClr val="accent1"/>
                </a:solidFill>
              </a:defRPr>
            </a:lvl1pPr>
          </a:lstStyle>
          <a:p>
            <a:fld id="{86CB4B4D-7CA3-9044-876B-883B54F8677D}" type="slidenum">
              <a:t>‹#›</a:t>
            </a:fld>
            <a:endParaRPr/>
          </a:p>
        </p:txBody>
      </p:sp>
      <p:sp>
        <p:nvSpPr>
          <p:cNvPr id="153" name="テキスト ボックス 10"/>
          <p:cNvSpPr txBox="1"/>
          <p:nvPr/>
        </p:nvSpPr>
        <p:spPr>
          <a:xfrm>
            <a:off x="5934824" y="6620361"/>
            <a:ext cx="3119366"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800">
                <a:solidFill>
                  <a:schemeClr val="accent1"/>
                </a:solidFill>
              </a:defRPr>
            </a:pPr>
            <a:r>
              <a:t>Copyrigh</a:t>
            </a:r>
            <a:r>
              <a:rPr spc="-1000"/>
              <a:t>t</a:t>
            </a:r>
            <a:r>
              <a:rPr>
                <a:solidFill>
                  <a:srgbClr val="001279"/>
                </a:solidFill>
              </a:rPr>
              <a:t>（C）</a:t>
            </a:r>
            <a:r>
              <a:t> Nomura Research Institute, Ltd. All rights reserved.</a:t>
            </a:r>
          </a:p>
        </p:txBody>
      </p:sp>
      <p:grpSp>
        <p:nvGrpSpPr>
          <p:cNvPr id="156" name="グループ化 11"/>
          <p:cNvGrpSpPr/>
          <p:nvPr/>
        </p:nvGrpSpPr>
        <p:grpSpPr>
          <a:xfrm>
            <a:off x="9129156" y="6620361"/>
            <a:ext cx="288340" cy="145026"/>
            <a:chOff x="0" y="0"/>
            <a:chExt cx="288338" cy="145025"/>
          </a:xfrm>
        </p:grpSpPr>
        <p:sp>
          <p:nvSpPr>
            <p:cNvPr id="154" name="Freeform 290"/>
            <p:cNvSpPr/>
            <p:nvPr/>
          </p:nvSpPr>
          <p:spPr>
            <a:xfrm>
              <a:off x="249737" y="584"/>
              <a:ext cx="38602" cy="14385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8" y="5312"/>
                  </a:lnTo>
                  <a:lnTo>
                    <a:pt x="1145" y="8034"/>
                  </a:lnTo>
                  <a:lnTo>
                    <a:pt x="1309" y="10800"/>
                  </a:lnTo>
                  <a:lnTo>
                    <a:pt x="1145" y="13610"/>
                  </a:lnTo>
                  <a:lnTo>
                    <a:pt x="818" y="16332"/>
                  </a:lnTo>
                  <a:lnTo>
                    <a:pt x="0" y="21600"/>
                  </a:lnTo>
                  <a:lnTo>
                    <a:pt x="21600" y="21600"/>
                  </a:lnTo>
                  <a:lnTo>
                    <a:pt x="20782" y="16332"/>
                  </a:lnTo>
                  <a:lnTo>
                    <a:pt x="20291" y="13610"/>
                  </a:lnTo>
                  <a:lnTo>
                    <a:pt x="20291" y="8034"/>
                  </a:lnTo>
                  <a:lnTo>
                    <a:pt x="20782" y="5312"/>
                  </a:lnTo>
                  <a:lnTo>
                    <a:pt x="21600" y="0"/>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sp>
          <p:nvSpPr>
            <p:cNvPr id="155" name="Freeform 291"/>
            <p:cNvSpPr/>
            <p:nvPr/>
          </p:nvSpPr>
          <p:spPr>
            <a:xfrm>
              <a:off x="-1" y="0"/>
              <a:ext cx="246230" cy="145026"/>
            </a:xfrm>
            <a:custGeom>
              <a:avLst/>
              <a:gdLst/>
              <a:ahLst/>
              <a:cxnLst>
                <a:cxn ang="0">
                  <a:pos x="wd2" y="hd2"/>
                </a:cxn>
                <a:cxn ang="5400000">
                  <a:pos x="wd2" y="hd2"/>
                </a:cxn>
                <a:cxn ang="10800000">
                  <a:pos x="wd2" y="hd2"/>
                </a:cxn>
                <a:cxn ang="16200000">
                  <a:pos x="wd2" y="hd2"/>
                </a:cxn>
              </a:cxnLst>
              <a:rect l="0" t="0" r="r" b="b"/>
              <a:pathLst>
                <a:path w="21600" h="21600" extrusionOk="0">
                  <a:moveTo>
                    <a:pt x="17167" y="11517"/>
                  </a:moveTo>
                  <a:lnTo>
                    <a:pt x="17859" y="11039"/>
                  </a:lnTo>
                  <a:lnTo>
                    <a:pt x="18423" y="10431"/>
                  </a:lnTo>
                  <a:lnTo>
                    <a:pt x="18961" y="9822"/>
                  </a:lnTo>
                  <a:lnTo>
                    <a:pt x="19396" y="9040"/>
                  </a:lnTo>
                  <a:lnTo>
                    <a:pt x="19730" y="8214"/>
                  </a:lnTo>
                  <a:lnTo>
                    <a:pt x="19986" y="7301"/>
                  </a:lnTo>
                  <a:lnTo>
                    <a:pt x="20088" y="6910"/>
                  </a:lnTo>
                  <a:lnTo>
                    <a:pt x="20140" y="6432"/>
                  </a:lnTo>
                  <a:lnTo>
                    <a:pt x="20191" y="5998"/>
                  </a:lnTo>
                  <a:lnTo>
                    <a:pt x="20191" y="4998"/>
                  </a:lnTo>
                  <a:lnTo>
                    <a:pt x="20140" y="4476"/>
                  </a:lnTo>
                  <a:lnTo>
                    <a:pt x="20088" y="3998"/>
                  </a:lnTo>
                  <a:lnTo>
                    <a:pt x="20011" y="3520"/>
                  </a:lnTo>
                  <a:lnTo>
                    <a:pt x="19883" y="3129"/>
                  </a:lnTo>
                  <a:lnTo>
                    <a:pt x="19730" y="2695"/>
                  </a:lnTo>
                  <a:lnTo>
                    <a:pt x="19601" y="2347"/>
                  </a:lnTo>
                  <a:lnTo>
                    <a:pt x="19396" y="1999"/>
                  </a:lnTo>
                  <a:lnTo>
                    <a:pt x="19012" y="1391"/>
                  </a:lnTo>
                  <a:lnTo>
                    <a:pt x="18551" y="956"/>
                  </a:lnTo>
                  <a:lnTo>
                    <a:pt x="18064" y="608"/>
                  </a:lnTo>
                  <a:lnTo>
                    <a:pt x="17500" y="348"/>
                  </a:lnTo>
                  <a:lnTo>
                    <a:pt x="16937" y="217"/>
                  </a:lnTo>
                  <a:lnTo>
                    <a:pt x="16322" y="87"/>
                  </a:lnTo>
                  <a:lnTo>
                    <a:pt x="15656" y="87"/>
                  </a:lnTo>
                  <a:lnTo>
                    <a:pt x="15015" y="0"/>
                  </a:lnTo>
                  <a:lnTo>
                    <a:pt x="13554" y="87"/>
                  </a:lnTo>
                  <a:lnTo>
                    <a:pt x="12043" y="130"/>
                  </a:lnTo>
                  <a:lnTo>
                    <a:pt x="10582" y="217"/>
                  </a:lnTo>
                  <a:lnTo>
                    <a:pt x="9327" y="217"/>
                  </a:lnTo>
                  <a:lnTo>
                    <a:pt x="9532" y="7258"/>
                  </a:lnTo>
                  <a:lnTo>
                    <a:pt x="9557" y="10561"/>
                  </a:lnTo>
                  <a:lnTo>
                    <a:pt x="9557" y="13603"/>
                  </a:lnTo>
                  <a:lnTo>
                    <a:pt x="7969" y="10518"/>
                  </a:lnTo>
                  <a:lnTo>
                    <a:pt x="6380" y="7171"/>
                  </a:lnTo>
                  <a:lnTo>
                    <a:pt x="4791" y="3738"/>
                  </a:lnTo>
                  <a:lnTo>
                    <a:pt x="3305" y="217"/>
                  </a:lnTo>
                  <a:lnTo>
                    <a:pt x="0" y="217"/>
                  </a:lnTo>
                  <a:lnTo>
                    <a:pt x="179" y="5476"/>
                  </a:lnTo>
                  <a:lnTo>
                    <a:pt x="205" y="8171"/>
                  </a:lnTo>
                  <a:lnTo>
                    <a:pt x="256" y="10909"/>
                  </a:lnTo>
                  <a:lnTo>
                    <a:pt x="205" y="13690"/>
                  </a:lnTo>
                  <a:lnTo>
                    <a:pt x="179" y="16385"/>
                  </a:lnTo>
                  <a:lnTo>
                    <a:pt x="0" y="21600"/>
                  </a:lnTo>
                  <a:lnTo>
                    <a:pt x="2742" y="21600"/>
                  </a:lnTo>
                  <a:lnTo>
                    <a:pt x="2562" y="17732"/>
                  </a:lnTo>
                  <a:lnTo>
                    <a:pt x="2485" y="13864"/>
                  </a:lnTo>
                  <a:lnTo>
                    <a:pt x="2434" y="10344"/>
                  </a:lnTo>
                  <a:lnTo>
                    <a:pt x="2434" y="7171"/>
                  </a:lnTo>
                  <a:lnTo>
                    <a:pt x="4151" y="10518"/>
                  </a:lnTo>
                  <a:lnTo>
                    <a:pt x="5893" y="14081"/>
                  </a:lnTo>
                  <a:lnTo>
                    <a:pt x="7661" y="17819"/>
                  </a:lnTo>
                  <a:lnTo>
                    <a:pt x="8456" y="19731"/>
                  </a:lnTo>
                  <a:lnTo>
                    <a:pt x="9275" y="21600"/>
                  </a:lnTo>
                  <a:lnTo>
                    <a:pt x="12120" y="21600"/>
                  </a:lnTo>
                  <a:lnTo>
                    <a:pt x="11991" y="16385"/>
                  </a:lnTo>
                  <a:lnTo>
                    <a:pt x="11966" y="13690"/>
                  </a:lnTo>
                  <a:lnTo>
                    <a:pt x="11915" y="10909"/>
                  </a:lnTo>
                  <a:lnTo>
                    <a:pt x="11915" y="6910"/>
                  </a:lnTo>
                  <a:lnTo>
                    <a:pt x="11991" y="2955"/>
                  </a:lnTo>
                  <a:lnTo>
                    <a:pt x="12863" y="2912"/>
                  </a:lnTo>
                  <a:lnTo>
                    <a:pt x="13913" y="2912"/>
                  </a:lnTo>
                  <a:lnTo>
                    <a:pt x="14554" y="2955"/>
                  </a:lnTo>
                  <a:lnTo>
                    <a:pt x="15143" y="3129"/>
                  </a:lnTo>
                  <a:lnTo>
                    <a:pt x="15630" y="3477"/>
                  </a:lnTo>
                  <a:lnTo>
                    <a:pt x="15835" y="3651"/>
                  </a:lnTo>
                  <a:lnTo>
                    <a:pt x="16142" y="4085"/>
                  </a:lnTo>
                  <a:lnTo>
                    <a:pt x="16270" y="4346"/>
                  </a:lnTo>
                  <a:lnTo>
                    <a:pt x="16475" y="4911"/>
                  </a:lnTo>
                  <a:lnTo>
                    <a:pt x="16604" y="5520"/>
                  </a:lnTo>
                  <a:lnTo>
                    <a:pt x="16629" y="6302"/>
                  </a:lnTo>
                  <a:lnTo>
                    <a:pt x="16604" y="6693"/>
                  </a:lnTo>
                  <a:lnTo>
                    <a:pt x="16552" y="7171"/>
                  </a:lnTo>
                  <a:lnTo>
                    <a:pt x="16475" y="7606"/>
                  </a:lnTo>
                  <a:lnTo>
                    <a:pt x="16347" y="7997"/>
                  </a:lnTo>
                  <a:lnTo>
                    <a:pt x="16245" y="8344"/>
                  </a:lnTo>
                  <a:lnTo>
                    <a:pt x="15835" y="9040"/>
                  </a:lnTo>
                  <a:lnTo>
                    <a:pt x="15630" y="9344"/>
                  </a:lnTo>
                  <a:lnTo>
                    <a:pt x="15092" y="9866"/>
                  </a:lnTo>
                  <a:lnTo>
                    <a:pt x="14528" y="10300"/>
                  </a:lnTo>
                  <a:lnTo>
                    <a:pt x="13888" y="10648"/>
                  </a:lnTo>
                  <a:lnTo>
                    <a:pt x="13196" y="10996"/>
                  </a:lnTo>
                  <a:lnTo>
                    <a:pt x="14272" y="13386"/>
                  </a:lnTo>
                  <a:lnTo>
                    <a:pt x="15451" y="16080"/>
                  </a:lnTo>
                  <a:lnTo>
                    <a:pt x="16604" y="18905"/>
                  </a:lnTo>
                  <a:lnTo>
                    <a:pt x="17654" y="21600"/>
                  </a:lnTo>
                  <a:lnTo>
                    <a:pt x="21600" y="21600"/>
                  </a:lnTo>
                  <a:lnTo>
                    <a:pt x="19166" y="16298"/>
                  </a:lnTo>
                  <a:lnTo>
                    <a:pt x="18115" y="13821"/>
                  </a:lnTo>
                  <a:lnTo>
                    <a:pt x="17167" y="11517"/>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grpSp>
      <p:sp>
        <p:nvSpPr>
          <p:cNvPr id="157" name="タイトルテキスト"/>
          <p:cNvSpPr txBox="1">
            <a:spLocks noGrp="1"/>
          </p:cNvSpPr>
          <p:nvPr>
            <p:ph type="title"/>
          </p:nvPr>
        </p:nvSpPr>
        <p:spPr>
          <a:xfrm>
            <a:off x="201000" y="259199"/>
            <a:ext cx="9504000" cy="380481"/>
          </a:xfrm>
          <a:prstGeom prst="rect">
            <a:avLst/>
          </a:prstGeom>
        </p:spPr>
        <p:txBody>
          <a:bodyPr>
            <a:normAutofit/>
          </a:bodyPr>
          <a:lstStyle/>
          <a:p>
            <a:r>
              <a:t>タイトルテキスト</a:t>
            </a: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章＋1行タイトル">
    <p:spTree>
      <p:nvGrpSpPr>
        <p:cNvPr id="1" name=""/>
        <p:cNvGrpSpPr/>
        <p:nvPr/>
      </p:nvGrpSpPr>
      <p:grpSpPr>
        <a:xfrm>
          <a:off x="0" y="0"/>
          <a:ext cx="0" cy="0"/>
          <a:chOff x="0" y="0"/>
          <a:chExt cx="0" cy="0"/>
        </a:xfrm>
      </p:grpSpPr>
      <p:sp>
        <p:nvSpPr>
          <p:cNvPr id="164" name="スライド番号"/>
          <p:cNvSpPr txBox="1">
            <a:spLocks noGrp="1"/>
          </p:cNvSpPr>
          <p:nvPr>
            <p:ph type="sldNum" sz="quarter" idx="2"/>
          </p:nvPr>
        </p:nvSpPr>
        <p:spPr>
          <a:xfrm>
            <a:off x="9723784" y="6620921"/>
            <a:ext cx="182217" cy="177801"/>
          </a:xfrm>
          <a:prstGeom prst="rect">
            <a:avLst/>
          </a:prstGeom>
        </p:spPr>
        <p:txBody>
          <a:bodyPr lIns="0" tIns="0" rIns="0" bIns="0"/>
          <a:lstStyle>
            <a:lvl1pPr>
              <a:defRPr>
                <a:solidFill>
                  <a:schemeClr val="accent1"/>
                </a:solidFill>
              </a:defRPr>
            </a:lvl1pPr>
          </a:lstStyle>
          <a:p>
            <a:fld id="{86CB4B4D-7CA3-9044-876B-883B54F8677D}" type="slidenum">
              <a:t>‹#›</a:t>
            </a:fld>
            <a:endParaRPr/>
          </a:p>
        </p:txBody>
      </p:sp>
      <p:sp>
        <p:nvSpPr>
          <p:cNvPr id="165" name="テキスト ボックス 10"/>
          <p:cNvSpPr txBox="1"/>
          <p:nvPr/>
        </p:nvSpPr>
        <p:spPr>
          <a:xfrm>
            <a:off x="5934824" y="6620361"/>
            <a:ext cx="3119366"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800">
                <a:solidFill>
                  <a:schemeClr val="accent1"/>
                </a:solidFill>
              </a:defRPr>
            </a:pPr>
            <a:r>
              <a:t>Copyrigh</a:t>
            </a:r>
            <a:r>
              <a:rPr spc="-1000"/>
              <a:t>t</a:t>
            </a:r>
            <a:r>
              <a:rPr>
                <a:solidFill>
                  <a:srgbClr val="001279"/>
                </a:solidFill>
              </a:rPr>
              <a:t>（C）</a:t>
            </a:r>
            <a:r>
              <a:t> Nomura Research Institute, Ltd. All rights reserved.</a:t>
            </a:r>
          </a:p>
        </p:txBody>
      </p:sp>
      <p:grpSp>
        <p:nvGrpSpPr>
          <p:cNvPr id="168" name="グループ化 11"/>
          <p:cNvGrpSpPr/>
          <p:nvPr/>
        </p:nvGrpSpPr>
        <p:grpSpPr>
          <a:xfrm>
            <a:off x="9129156" y="6620361"/>
            <a:ext cx="288340" cy="145026"/>
            <a:chOff x="0" y="0"/>
            <a:chExt cx="288338" cy="145025"/>
          </a:xfrm>
        </p:grpSpPr>
        <p:sp>
          <p:nvSpPr>
            <p:cNvPr id="166" name="Freeform 290"/>
            <p:cNvSpPr/>
            <p:nvPr/>
          </p:nvSpPr>
          <p:spPr>
            <a:xfrm>
              <a:off x="249737" y="584"/>
              <a:ext cx="38602" cy="14385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8" y="5312"/>
                  </a:lnTo>
                  <a:lnTo>
                    <a:pt x="1145" y="8034"/>
                  </a:lnTo>
                  <a:lnTo>
                    <a:pt x="1309" y="10800"/>
                  </a:lnTo>
                  <a:lnTo>
                    <a:pt x="1145" y="13610"/>
                  </a:lnTo>
                  <a:lnTo>
                    <a:pt x="818" y="16332"/>
                  </a:lnTo>
                  <a:lnTo>
                    <a:pt x="0" y="21600"/>
                  </a:lnTo>
                  <a:lnTo>
                    <a:pt x="21600" y="21600"/>
                  </a:lnTo>
                  <a:lnTo>
                    <a:pt x="20782" y="16332"/>
                  </a:lnTo>
                  <a:lnTo>
                    <a:pt x="20291" y="13610"/>
                  </a:lnTo>
                  <a:lnTo>
                    <a:pt x="20291" y="8034"/>
                  </a:lnTo>
                  <a:lnTo>
                    <a:pt x="20782" y="5312"/>
                  </a:lnTo>
                  <a:lnTo>
                    <a:pt x="21600" y="0"/>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sp>
          <p:nvSpPr>
            <p:cNvPr id="167" name="Freeform 291"/>
            <p:cNvSpPr/>
            <p:nvPr/>
          </p:nvSpPr>
          <p:spPr>
            <a:xfrm>
              <a:off x="-1" y="0"/>
              <a:ext cx="246230" cy="145026"/>
            </a:xfrm>
            <a:custGeom>
              <a:avLst/>
              <a:gdLst/>
              <a:ahLst/>
              <a:cxnLst>
                <a:cxn ang="0">
                  <a:pos x="wd2" y="hd2"/>
                </a:cxn>
                <a:cxn ang="5400000">
                  <a:pos x="wd2" y="hd2"/>
                </a:cxn>
                <a:cxn ang="10800000">
                  <a:pos x="wd2" y="hd2"/>
                </a:cxn>
                <a:cxn ang="16200000">
                  <a:pos x="wd2" y="hd2"/>
                </a:cxn>
              </a:cxnLst>
              <a:rect l="0" t="0" r="r" b="b"/>
              <a:pathLst>
                <a:path w="21600" h="21600" extrusionOk="0">
                  <a:moveTo>
                    <a:pt x="17167" y="11517"/>
                  </a:moveTo>
                  <a:lnTo>
                    <a:pt x="17859" y="11039"/>
                  </a:lnTo>
                  <a:lnTo>
                    <a:pt x="18423" y="10431"/>
                  </a:lnTo>
                  <a:lnTo>
                    <a:pt x="18961" y="9822"/>
                  </a:lnTo>
                  <a:lnTo>
                    <a:pt x="19396" y="9040"/>
                  </a:lnTo>
                  <a:lnTo>
                    <a:pt x="19730" y="8214"/>
                  </a:lnTo>
                  <a:lnTo>
                    <a:pt x="19986" y="7301"/>
                  </a:lnTo>
                  <a:lnTo>
                    <a:pt x="20088" y="6910"/>
                  </a:lnTo>
                  <a:lnTo>
                    <a:pt x="20140" y="6432"/>
                  </a:lnTo>
                  <a:lnTo>
                    <a:pt x="20191" y="5998"/>
                  </a:lnTo>
                  <a:lnTo>
                    <a:pt x="20191" y="4998"/>
                  </a:lnTo>
                  <a:lnTo>
                    <a:pt x="20140" y="4476"/>
                  </a:lnTo>
                  <a:lnTo>
                    <a:pt x="20088" y="3998"/>
                  </a:lnTo>
                  <a:lnTo>
                    <a:pt x="20011" y="3520"/>
                  </a:lnTo>
                  <a:lnTo>
                    <a:pt x="19883" y="3129"/>
                  </a:lnTo>
                  <a:lnTo>
                    <a:pt x="19730" y="2695"/>
                  </a:lnTo>
                  <a:lnTo>
                    <a:pt x="19601" y="2347"/>
                  </a:lnTo>
                  <a:lnTo>
                    <a:pt x="19396" y="1999"/>
                  </a:lnTo>
                  <a:lnTo>
                    <a:pt x="19012" y="1391"/>
                  </a:lnTo>
                  <a:lnTo>
                    <a:pt x="18551" y="956"/>
                  </a:lnTo>
                  <a:lnTo>
                    <a:pt x="18064" y="608"/>
                  </a:lnTo>
                  <a:lnTo>
                    <a:pt x="17500" y="348"/>
                  </a:lnTo>
                  <a:lnTo>
                    <a:pt x="16937" y="217"/>
                  </a:lnTo>
                  <a:lnTo>
                    <a:pt x="16322" y="87"/>
                  </a:lnTo>
                  <a:lnTo>
                    <a:pt x="15656" y="87"/>
                  </a:lnTo>
                  <a:lnTo>
                    <a:pt x="15015" y="0"/>
                  </a:lnTo>
                  <a:lnTo>
                    <a:pt x="13554" y="87"/>
                  </a:lnTo>
                  <a:lnTo>
                    <a:pt x="12043" y="130"/>
                  </a:lnTo>
                  <a:lnTo>
                    <a:pt x="10582" y="217"/>
                  </a:lnTo>
                  <a:lnTo>
                    <a:pt x="9327" y="217"/>
                  </a:lnTo>
                  <a:lnTo>
                    <a:pt x="9532" y="7258"/>
                  </a:lnTo>
                  <a:lnTo>
                    <a:pt x="9557" y="10561"/>
                  </a:lnTo>
                  <a:lnTo>
                    <a:pt x="9557" y="13603"/>
                  </a:lnTo>
                  <a:lnTo>
                    <a:pt x="7969" y="10518"/>
                  </a:lnTo>
                  <a:lnTo>
                    <a:pt x="6380" y="7171"/>
                  </a:lnTo>
                  <a:lnTo>
                    <a:pt x="4791" y="3738"/>
                  </a:lnTo>
                  <a:lnTo>
                    <a:pt x="3305" y="217"/>
                  </a:lnTo>
                  <a:lnTo>
                    <a:pt x="0" y="217"/>
                  </a:lnTo>
                  <a:lnTo>
                    <a:pt x="179" y="5476"/>
                  </a:lnTo>
                  <a:lnTo>
                    <a:pt x="205" y="8171"/>
                  </a:lnTo>
                  <a:lnTo>
                    <a:pt x="256" y="10909"/>
                  </a:lnTo>
                  <a:lnTo>
                    <a:pt x="205" y="13690"/>
                  </a:lnTo>
                  <a:lnTo>
                    <a:pt x="179" y="16385"/>
                  </a:lnTo>
                  <a:lnTo>
                    <a:pt x="0" y="21600"/>
                  </a:lnTo>
                  <a:lnTo>
                    <a:pt x="2742" y="21600"/>
                  </a:lnTo>
                  <a:lnTo>
                    <a:pt x="2562" y="17732"/>
                  </a:lnTo>
                  <a:lnTo>
                    <a:pt x="2485" y="13864"/>
                  </a:lnTo>
                  <a:lnTo>
                    <a:pt x="2434" y="10344"/>
                  </a:lnTo>
                  <a:lnTo>
                    <a:pt x="2434" y="7171"/>
                  </a:lnTo>
                  <a:lnTo>
                    <a:pt x="4151" y="10518"/>
                  </a:lnTo>
                  <a:lnTo>
                    <a:pt x="5893" y="14081"/>
                  </a:lnTo>
                  <a:lnTo>
                    <a:pt x="7661" y="17819"/>
                  </a:lnTo>
                  <a:lnTo>
                    <a:pt x="8456" y="19731"/>
                  </a:lnTo>
                  <a:lnTo>
                    <a:pt x="9275" y="21600"/>
                  </a:lnTo>
                  <a:lnTo>
                    <a:pt x="12120" y="21600"/>
                  </a:lnTo>
                  <a:lnTo>
                    <a:pt x="11991" y="16385"/>
                  </a:lnTo>
                  <a:lnTo>
                    <a:pt x="11966" y="13690"/>
                  </a:lnTo>
                  <a:lnTo>
                    <a:pt x="11915" y="10909"/>
                  </a:lnTo>
                  <a:lnTo>
                    <a:pt x="11915" y="6910"/>
                  </a:lnTo>
                  <a:lnTo>
                    <a:pt x="11991" y="2955"/>
                  </a:lnTo>
                  <a:lnTo>
                    <a:pt x="12863" y="2912"/>
                  </a:lnTo>
                  <a:lnTo>
                    <a:pt x="13913" y="2912"/>
                  </a:lnTo>
                  <a:lnTo>
                    <a:pt x="14554" y="2955"/>
                  </a:lnTo>
                  <a:lnTo>
                    <a:pt x="15143" y="3129"/>
                  </a:lnTo>
                  <a:lnTo>
                    <a:pt x="15630" y="3477"/>
                  </a:lnTo>
                  <a:lnTo>
                    <a:pt x="15835" y="3651"/>
                  </a:lnTo>
                  <a:lnTo>
                    <a:pt x="16142" y="4085"/>
                  </a:lnTo>
                  <a:lnTo>
                    <a:pt x="16270" y="4346"/>
                  </a:lnTo>
                  <a:lnTo>
                    <a:pt x="16475" y="4911"/>
                  </a:lnTo>
                  <a:lnTo>
                    <a:pt x="16604" y="5520"/>
                  </a:lnTo>
                  <a:lnTo>
                    <a:pt x="16629" y="6302"/>
                  </a:lnTo>
                  <a:lnTo>
                    <a:pt x="16604" y="6693"/>
                  </a:lnTo>
                  <a:lnTo>
                    <a:pt x="16552" y="7171"/>
                  </a:lnTo>
                  <a:lnTo>
                    <a:pt x="16475" y="7606"/>
                  </a:lnTo>
                  <a:lnTo>
                    <a:pt x="16347" y="7997"/>
                  </a:lnTo>
                  <a:lnTo>
                    <a:pt x="16245" y="8344"/>
                  </a:lnTo>
                  <a:lnTo>
                    <a:pt x="15835" y="9040"/>
                  </a:lnTo>
                  <a:lnTo>
                    <a:pt x="15630" y="9344"/>
                  </a:lnTo>
                  <a:lnTo>
                    <a:pt x="15092" y="9866"/>
                  </a:lnTo>
                  <a:lnTo>
                    <a:pt x="14528" y="10300"/>
                  </a:lnTo>
                  <a:lnTo>
                    <a:pt x="13888" y="10648"/>
                  </a:lnTo>
                  <a:lnTo>
                    <a:pt x="13196" y="10996"/>
                  </a:lnTo>
                  <a:lnTo>
                    <a:pt x="14272" y="13386"/>
                  </a:lnTo>
                  <a:lnTo>
                    <a:pt x="15451" y="16080"/>
                  </a:lnTo>
                  <a:lnTo>
                    <a:pt x="16604" y="18905"/>
                  </a:lnTo>
                  <a:lnTo>
                    <a:pt x="17654" y="21600"/>
                  </a:lnTo>
                  <a:lnTo>
                    <a:pt x="21600" y="21600"/>
                  </a:lnTo>
                  <a:lnTo>
                    <a:pt x="19166" y="16298"/>
                  </a:lnTo>
                  <a:lnTo>
                    <a:pt x="18115" y="13821"/>
                  </a:lnTo>
                  <a:lnTo>
                    <a:pt x="17167" y="11517"/>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grpSp>
      <p:sp>
        <p:nvSpPr>
          <p:cNvPr id="169" name="本文レベル1…"/>
          <p:cNvSpPr txBox="1">
            <a:spLocks noGrp="1"/>
          </p:cNvSpPr>
          <p:nvPr>
            <p:ph type="body" sz="quarter" idx="1" hasCustomPrompt="1"/>
          </p:nvPr>
        </p:nvSpPr>
        <p:spPr>
          <a:xfrm>
            <a:off x="201975" y="259238"/>
            <a:ext cx="9504000" cy="671294"/>
          </a:xfrm>
          <a:prstGeom prst="rect">
            <a:avLst/>
          </a:prstGeom>
          <a:blipFill>
            <a:blip r:embed="rId2"/>
            <a:stretch>
              <a:fillRect/>
            </a:stretch>
          </a:blipFill>
        </p:spPr>
        <p:txBody>
          <a:bodyPr lIns="0" tIns="0" rIns="0" bIns="0">
            <a:normAutofit/>
          </a:bodyPr>
          <a:lstStyle>
            <a:lvl1pPr marL="0" indent="0">
              <a:spcBef>
                <a:spcPts val="0"/>
              </a:spcBef>
              <a:buClrTx/>
              <a:buSzTx/>
              <a:buNone/>
              <a:defRPr sz="2000" b="1">
                <a:solidFill>
                  <a:schemeClr val="accent1"/>
                </a:solidFill>
              </a:defRPr>
            </a:lvl1pPr>
            <a:lvl2pPr marL="708252" indent="-328840">
              <a:spcBef>
                <a:spcPts val="0"/>
              </a:spcBef>
              <a:buClrTx/>
              <a:defRPr sz="2000" b="1">
                <a:solidFill>
                  <a:schemeClr val="accent1"/>
                </a:solidFill>
              </a:defRPr>
            </a:lvl2pPr>
            <a:lvl3pPr marL="1068614" indent="-281214">
              <a:spcBef>
                <a:spcPts val="0"/>
              </a:spcBef>
              <a:buClrTx/>
              <a:defRPr sz="2000" b="1">
                <a:solidFill>
                  <a:schemeClr val="accent1"/>
                </a:solidFill>
              </a:defRPr>
            </a:lvl3pPr>
            <a:lvl4pPr marL="1482725" indent="-317500">
              <a:spcBef>
                <a:spcPts val="0"/>
              </a:spcBef>
              <a:buClrTx/>
              <a:defRPr sz="2000" b="1">
                <a:solidFill>
                  <a:schemeClr val="accent1"/>
                </a:solidFill>
              </a:defRPr>
            </a:lvl4pPr>
            <a:lvl5pPr marL="1797579" indent="-306916">
              <a:spcBef>
                <a:spcPts val="0"/>
              </a:spcBef>
              <a:buClrTx/>
              <a:defRPr sz="2000" b="1">
                <a:solidFill>
                  <a:schemeClr val="accent1"/>
                </a:solidFill>
              </a:defRPr>
            </a:lvl5pPr>
          </a:lstStyle>
          <a:p>
            <a:r>
              <a:t>マスター タイトルの書式設定</a:t>
            </a:r>
          </a:p>
          <a:p>
            <a:pPr lvl="1"/>
            <a:endParaRPr/>
          </a:p>
          <a:p>
            <a:pPr lvl="2"/>
            <a:endParaRPr/>
          </a:p>
          <a:p>
            <a:pPr lvl="3"/>
            <a:endParaRPr/>
          </a:p>
          <a:p>
            <a:pPr lvl="4"/>
            <a:endParaRPr/>
          </a:p>
        </p:txBody>
      </p:sp>
      <p:sp>
        <p:nvSpPr>
          <p:cNvPr id="170" name="章タイトル/スライドタイトルを入力"/>
          <p:cNvSpPr txBox="1">
            <a:spLocks noGrp="1"/>
          </p:cNvSpPr>
          <p:nvPr>
            <p:ph type="title" hasCustomPrompt="1"/>
          </p:nvPr>
        </p:nvSpPr>
        <p:spPr>
          <a:xfrm>
            <a:off x="201975" y="259238"/>
            <a:ext cx="9504000" cy="288374"/>
          </a:xfrm>
          <a:prstGeom prst="rect">
            <a:avLst/>
          </a:prstGeom>
          <a:noFill/>
        </p:spPr>
        <p:txBody>
          <a:bodyPr anchor="b">
            <a:normAutofit/>
          </a:bodyPr>
          <a:lstStyle>
            <a:lvl1pPr>
              <a:defRPr sz="1400"/>
            </a:lvl1pPr>
          </a:lstStyle>
          <a:p>
            <a:r>
              <a:t>章タイトル/スライドタイトルを入力</a:t>
            </a: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章＋1行タイトル+本文">
    <p:spTree>
      <p:nvGrpSpPr>
        <p:cNvPr id="1" name=""/>
        <p:cNvGrpSpPr/>
        <p:nvPr/>
      </p:nvGrpSpPr>
      <p:grpSpPr>
        <a:xfrm>
          <a:off x="0" y="0"/>
          <a:ext cx="0" cy="0"/>
          <a:chOff x="0" y="0"/>
          <a:chExt cx="0" cy="0"/>
        </a:xfrm>
      </p:grpSpPr>
      <p:sp>
        <p:nvSpPr>
          <p:cNvPr id="177" name="スライド番号"/>
          <p:cNvSpPr txBox="1">
            <a:spLocks noGrp="1"/>
          </p:cNvSpPr>
          <p:nvPr>
            <p:ph type="sldNum" sz="quarter" idx="2"/>
          </p:nvPr>
        </p:nvSpPr>
        <p:spPr>
          <a:xfrm>
            <a:off x="9723784" y="6620921"/>
            <a:ext cx="182217" cy="177801"/>
          </a:xfrm>
          <a:prstGeom prst="rect">
            <a:avLst/>
          </a:prstGeom>
        </p:spPr>
        <p:txBody>
          <a:bodyPr lIns="0" tIns="0" rIns="0" bIns="0"/>
          <a:lstStyle>
            <a:lvl1pPr>
              <a:defRPr>
                <a:solidFill>
                  <a:schemeClr val="accent1"/>
                </a:solidFill>
              </a:defRPr>
            </a:lvl1pPr>
          </a:lstStyle>
          <a:p>
            <a:fld id="{86CB4B4D-7CA3-9044-876B-883B54F8677D}" type="slidenum">
              <a:t>‹#›</a:t>
            </a:fld>
            <a:endParaRPr/>
          </a:p>
        </p:txBody>
      </p:sp>
      <p:sp>
        <p:nvSpPr>
          <p:cNvPr id="178" name="テキスト ボックス 10"/>
          <p:cNvSpPr txBox="1"/>
          <p:nvPr/>
        </p:nvSpPr>
        <p:spPr>
          <a:xfrm>
            <a:off x="5934824" y="6620361"/>
            <a:ext cx="3119366"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800">
                <a:solidFill>
                  <a:schemeClr val="accent1"/>
                </a:solidFill>
              </a:defRPr>
            </a:pPr>
            <a:r>
              <a:t>Copyrigh</a:t>
            </a:r>
            <a:r>
              <a:rPr spc="-1000"/>
              <a:t>t</a:t>
            </a:r>
            <a:r>
              <a:rPr>
                <a:solidFill>
                  <a:srgbClr val="001279"/>
                </a:solidFill>
              </a:rPr>
              <a:t>（C）</a:t>
            </a:r>
            <a:r>
              <a:t> Nomura Research Institute, Ltd. All rights reserved.</a:t>
            </a:r>
          </a:p>
        </p:txBody>
      </p:sp>
      <p:grpSp>
        <p:nvGrpSpPr>
          <p:cNvPr id="181" name="グループ化 11"/>
          <p:cNvGrpSpPr/>
          <p:nvPr/>
        </p:nvGrpSpPr>
        <p:grpSpPr>
          <a:xfrm>
            <a:off x="9129156" y="6620361"/>
            <a:ext cx="288340" cy="145026"/>
            <a:chOff x="0" y="0"/>
            <a:chExt cx="288338" cy="145025"/>
          </a:xfrm>
        </p:grpSpPr>
        <p:sp>
          <p:nvSpPr>
            <p:cNvPr id="179" name="Freeform 290"/>
            <p:cNvSpPr/>
            <p:nvPr/>
          </p:nvSpPr>
          <p:spPr>
            <a:xfrm>
              <a:off x="249737" y="584"/>
              <a:ext cx="38602" cy="14385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8" y="5312"/>
                  </a:lnTo>
                  <a:lnTo>
                    <a:pt x="1145" y="8034"/>
                  </a:lnTo>
                  <a:lnTo>
                    <a:pt x="1309" y="10800"/>
                  </a:lnTo>
                  <a:lnTo>
                    <a:pt x="1145" y="13610"/>
                  </a:lnTo>
                  <a:lnTo>
                    <a:pt x="818" y="16332"/>
                  </a:lnTo>
                  <a:lnTo>
                    <a:pt x="0" y="21600"/>
                  </a:lnTo>
                  <a:lnTo>
                    <a:pt x="21600" y="21600"/>
                  </a:lnTo>
                  <a:lnTo>
                    <a:pt x="20782" y="16332"/>
                  </a:lnTo>
                  <a:lnTo>
                    <a:pt x="20291" y="13610"/>
                  </a:lnTo>
                  <a:lnTo>
                    <a:pt x="20291" y="8034"/>
                  </a:lnTo>
                  <a:lnTo>
                    <a:pt x="20782" y="5312"/>
                  </a:lnTo>
                  <a:lnTo>
                    <a:pt x="21600" y="0"/>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sp>
          <p:nvSpPr>
            <p:cNvPr id="180" name="Freeform 291"/>
            <p:cNvSpPr/>
            <p:nvPr/>
          </p:nvSpPr>
          <p:spPr>
            <a:xfrm>
              <a:off x="-1" y="0"/>
              <a:ext cx="246230" cy="145026"/>
            </a:xfrm>
            <a:custGeom>
              <a:avLst/>
              <a:gdLst/>
              <a:ahLst/>
              <a:cxnLst>
                <a:cxn ang="0">
                  <a:pos x="wd2" y="hd2"/>
                </a:cxn>
                <a:cxn ang="5400000">
                  <a:pos x="wd2" y="hd2"/>
                </a:cxn>
                <a:cxn ang="10800000">
                  <a:pos x="wd2" y="hd2"/>
                </a:cxn>
                <a:cxn ang="16200000">
                  <a:pos x="wd2" y="hd2"/>
                </a:cxn>
              </a:cxnLst>
              <a:rect l="0" t="0" r="r" b="b"/>
              <a:pathLst>
                <a:path w="21600" h="21600" extrusionOk="0">
                  <a:moveTo>
                    <a:pt x="17167" y="11517"/>
                  </a:moveTo>
                  <a:lnTo>
                    <a:pt x="17859" y="11039"/>
                  </a:lnTo>
                  <a:lnTo>
                    <a:pt x="18423" y="10431"/>
                  </a:lnTo>
                  <a:lnTo>
                    <a:pt x="18961" y="9822"/>
                  </a:lnTo>
                  <a:lnTo>
                    <a:pt x="19396" y="9040"/>
                  </a:lnTo>
                  <a:lnTo>
                    <a:pt x="19730" y="8214"/>
                  </a:lnTo>
                  <a:lnTo>
                    <a:pt x="19986" y="7301"/>
                  </a:lnTo>
                  <a:lnTo>
                    <a:pt x="20088" y="6910"/>
                  </a:lnTo>
                  <a:lnTo>
                    <a:pt x="20140" y="6432"/>
                  </a:lnTo>
                  <a:lnTo>
                    <a:pt x="20191" y="5998"/>
                  </a:lnTo>
                  <a:lnTo>
                    <a:pt x="20191" y="4998"/>
                  </a:lnTo>
                  <a:lnTo>
                    <a:pt x="20140" y="4476"/>
                  </a:lnTo>
                  <a:lnTo>
                    <a:pt x="20088" y="3998"/>
                  </a:lnTo>
                  <a:lnTo>
                    <a:pt x="20011" y="3520"/>
                  </a:lnTo>
                  <a:lnTo>
                    <a:pt x="19883" y="3129"/>
                  </a:lnTo>
                  <a:lnTo>
                    <a:pt x="19730" y="2695"/>
                  </a:lnTo>
                  <a:lnTo>
                    <a:pt x="19601" y="2347"/>
                  </a:lnTo>
                  <a:lnTo>
                    <a:pt x="19396" y="1999"/>
                  </a:lnTo>
                  <a:lnTo>
                    <a:pt x="19012" y="1391"/>
                  </a:lnTo>
                  <a:lnTo>
                    <a:pt x="18551" y="956"/>
                  </a:lnTo>
                  <a:lnTo>
                    <a:pt x="18064" y="608"/>
                  </a:lnTo>
                  <a:lnTo>
                    <a:pt x="17500" y="348"/>
                  </a:lnTo>
                  <a:lnTo>
                    <a:pt x="16937" y="217"/>
                  </a:lnTo>
                  <a:lnTo>
                    <a:pt x="16322" y="87"/>
                  </a:lnTo>
                  <a:lnTo>
                    <a:pt x="15656" y="87"/>
                  </a:lnTo>
                  <a:lnTo>
                    <a:pt x="15015" y="0"/>
                  </a:lnTo>
                  <a:lnTo>
                    <a:pt x="13554" y="87"/>
                  </a:lnTo>
                  <a:lnTo>
                    <a:pt x="12043" y="130"/>
                  </a:lnTo>
                  <a:lnTo>
                    <a:pt x="10582" y="217"/>
                  </a:lnTo>
                  <a:lnTo>
                    <a:pt x="9327" y="217"/>
                  </a:lnTo>
                  <a:lnTo>
                    <a:pt x="9532" y="7258"/>
                  </a:lnTo>
                  <a:lnTo>
                    <a:pt x="9557" y="10561"/>
                  </a:lnTo>
                  <a:lnTo>
                    <a:pt x="9557" y="13603"/>
                  </a:lnTo>
                  <a:lnTo>
                    <a:pt x="7969" y="10518"/>
                  </a:lnTo>
                  <a:lnTo>
                    <a:pt x="6380" y="7171"/>
                  </a:lnTo>
                  <a:lnTo>
                    <a:pt x="4791" y="3738"/>
                  </a:lnTo>
                  <a:lnTo>
                    <a:pt x="3305" y="217"/>
                  </a:lnTo>
                  <a:lnTo>
                    <a:pt x="0" y="217"/>
                  </a:lnTo>
                  <a:lnTo>
                    <a:pt x="179" y="5476"/>
                  </a:lnTo>
                  <a:lnTo>
                    <a:pt x="205" y="8171"/>
                  </a:lnTo>
                  <a:lnTo>
                    <a:pt x="256" y="10909"/>
                  </a:lnTo>
                  <a:lnTo>
                    <a:pt x="205" y="13690"/>
                  </a:lnTo>
                  <a:lnTo>
                    <a:pt x="179" y="16385"/>
                  </a:lnTo>
                  <a:lnTo>
                    <a:pt x="0" y="21600"/>
                  </a:lnTo>
                  <a:lnTo>
                    <a:pt x="2742" y="21600"/>
                  </a:lnTo>
                  <a:lnTo>
                    <a:pt x="2562" y="17732"/>
                  </a:lnTo>
                  <a:lnTo>
                    <a:pt x="2485" y="13864"/>
                  </a:lnTo>
                  <a:lnTo>
                    <a:pt x="2434" y="10344"/>
                  </a:lnTo>
                  <a:lnTo>
                    <a:pt x="2434" y="7171"/>
                  </a:lnTo>
                  <a:lnTo>
                    <a:pt x="4151" y="10518"/>
                  </a:lnTo>
                  <a:lnTo>
                    <a:pt x="5893" y="14081"/>
                  </a:lnTo>
                  <a:lnTo>
                    <a:pt x="7661" y="17819"/>
                  </a:lnTo>
                  <a:lnTo>
                    <a:pt x="8456" y="19731"/>
                  </a:lnTo>
                  <a:lnTo>
                    <a:pt x="9275" y="21600"/>
                  </a:lnTo>
                  <a:lnTo>
                    <a:pt x="12120" y="21600"/>
                  </a:lnTo>
                  <a:lnTo>
                    <a:pt x="11991" y="16385"/>
                  </a:lnTo>
                  <a:lnTo>
                    <a:pt x="11966" y="13690"/>
                  </a:lnTo>
                  <a:lnTo>
                    <a:pt x="11915" y="10909"/>
                  </a:lnTo>
                  <a:lnTo>
                    <a:pt x="11915" y="6910"/>
                  </a:lnTo>
                  <a:lnTo>
                    <a:pt x="11991" y="2955"/>
                  </a:lnTo>
                  <a:lnTo>
                    <a:pt x="12863" y="2912"/>
                  </a:lnTo>
                  <a:lnTo>
                    <a:pt x="13913" y="2912"/>
                  </a:lnTo>
                  <a:lnTo>
                    <a:pt x="14554" y="2955"/>
                  </a:lnTo>
                  <a:lnTo>
                    <a:pt x="15143" y="3129"/>
                  </a:lnTo>
                  <a:lnTo>
                    <a:pt x="15630" y="3477"/>
                  </a:lnTo>
                  <a:lnTo>
                    <a:pt x="15835" y="3651"/>
                  </a:lnTo>
                  <a:lnTo>
                    <a:pt x="16142" y="4085"/>
                  </a:lnTo>
                  <a:lnTo>
                    <a:pt x="16270" y="4346"/>
                  </a:lnTo>
                  <a:lnTo>
                    <a:pt x="16475" y="4911"/>
                  </a:lnTo>
                  <a:lnTo>
                    <a:pt x="16604" y="5520"/>
                  </a:lnTo>
                  <a:lnTo>
                    <a:pt x="16629" y="6302"/>
                  </a:lnTo>
                  <a:lnTo>
                    <a:pt x="16604" y="6693"/>
                  </a:lnTo>
                  <a:lnTo>
                    <a:pt x="16552" y="7171"/>
                  </a:lnTo>
                  <a:lnTo>
                    <a:pt x="16475" y="7606"/>
                  </a:lnTo>
                  <a:lnTo>
                    <a:pt x="16347" y="7997"/>
                  </a:lnTo>
                  <a:lnTo>
                    <a:pt x="16245" y="8344"/>
                  </a:lnTo>
                  <a:lnTo>
                    <a:pt x="15835" y="9040"/>
                  </a:lnTo>
                  <a:lnTo>
                    <a:pt x="15630" y="9344"/>
                  </a:lnTo>
                  <a:lnTo>
                    <a:pt x="15092" y="9866"/>
                  </a:lnTo>
                  <a:lnTo>
                    <a:pt x="14528" y="10300"/>
                  </a:lnTo>
                  <a:lnTo>
                    <a:pt x="13888" y="10648"/>
                  </a:lnTo>
                  <a:lnTo>
                    <a:pt x="13196" y="10996"/>
                  </a:lnTo>
                  <a:lnTo>
                    <a:pt x="14272" y="13386"/>
                  </a:lnTo>
                  <a:lnTo>
                    <a:pt x="15451" y="16080"/>
                  </a:lnTo>
                  <a:lnTo>
                    <a:pt x="16604" y="18905"/>
                  </a:lnTo>
                  <a:lnTo>
                    <a:pt x="17654" y="21600"/>
                  </a:lnTo>
                  <a:lnTo>
                    <a:pt x="21600" y="21600"/>
                  </a:lnTo>
                  <a:lnTo>
                    <a:pt x="19166" y="16298"/>
                  </a:lnTo>
                  <a:lnTo>
                    <a:pt x="18115" y="13821"/>
                  </a:lnTo>
                  <a:lnTo>
                    <a:pt x="17167" y="11517"/>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grpSp>
      <p:sp>
        <p:nvSpPr>
          <p:cNvPr id="182" name="本文レベル1…"/>
          <p:cNvSpPr txBox="1">
            <a:spLocks noGrp="1"/>
          </p:cNvSpPr>
          <p:nvPr>
            <p:ph type="body" sz="quarter" idx="1" hasCustomPrompt="1"/>
          </p:nvPr>
        </p:nvSpPr>
        <p:spPr>
          <a:xfrm>
            <a:off x="201975" y="259238"/>
            <a:ext cx="9504000" cy="671294"/>
          </a:xfrm>
          <a:prstGeom prst="rect">
            <a:avLst/>
          </a:prstGeom>
          <a:blipFill>
            <a:blip r:embed="rId2"/>
            <a:stretch>
              <a:fillRect/>
            </a:stretch>
          </a:blipFill>
        </p:spPr>
        <p:txBody>
          <a:bodyPr lIns="0" tIns="0" rIns="0" bIns="0">
            <a:normAutofit/>
          </a:bodyPr>
          <a:lstStyle>
            <a:lvl1pPr marL="0" indent="0">
              <a:spcBef>
                <a:spcPts val="0"/>
              </a:spcBef>
              <a:buClrTx/>
              <a:buSzTx/>
              <a:buNone/>
              <a:defRPr sz="2000" b="1">
                <a:solidFill>
                  <a:schemeClr val="accent1"/>
                </a:solidFill>
              </a:defRPr>
            </a:lvl1pPr>
            <a:lvl2pPr marL="708252" indent="-328840">
              <a:spcBef>
                <a:spcPts val="0"/>
              </a:spcBef>
              <a:buClrTx/>
              <a:defRPr sz="2000" b="1">
                <a:solidFill>
                  <a:schemeClr val="accent1"/>
                </a:solidFill>
              </a:defRPr>
            </a:lvl2pPr>
            <a:lvl3pPr marL="1068614" indent="-281214">
              <a:spcBef>
                <a:spcPts val="0"/>
              </a:spcBef>
              <a:buClrTx/>
              <a:defRPr sz="2000" b="1">
                <a:solidFill>
                  <a:schemeClr val="accent1"/>
                </a:solidFill>
              </a:defRPr>
            </a:lvl3pPr>
            <a:lvl4pPr marL="1482725" indent="-317500">
              <a:spcBef>
                <a:spcPts val="0"/>
              </a:spcBef>
              <a:buClrTx/>
              <a:defRPr sz="2000" b="1">
                <a:solidFill>
                  <a:schemeClr val="accent1"/>
                </a:solidFill>
              </a:defRPr>
            </a:lvl4pPr>
            <a:lvl5pPr marL="1797579" indent="-306916">
              <a:spcBef>
                <a:spcPts val="0"/>
              </a:spcBef>
              <a:buClrTx/>
              <a:defRPr sz="2000" b="1">
                <a:solidFill>
                  <a:schemeClr val="accent1"/>
                </a:solidFill>
              </a:defRPr>
            </a:lvl5pPr>
          </a:lstStyle>
          <a:p>
            <a:r>
              <a:t>マスター タイトルの書式設定</a:t>
            </a:r>
          </a:p>
          <a:p>
            <a:pPr lvl="1"/>
            <a:endParaRPr/>
          </a:p>
          <a:p>
            <a:pPr lvl="2"/>
            <a:endParaRPr/>
          </a:p>
          <a:p>
            <a:pPr lvl="3"/>
            <a:endParaRPr/>
          </a:p>
          <a:p>
            <a:pPr lvl="4"/>
            <a:endParaRPr/>
          </a:p>
        </p:txBody>
      </p:sp>
      <p:sp>
        <p:nvSpPr>
          <p:cNvPr id="183" name="章タイトル/スライドタイトルを入力"/>
          <p:cNvSpPr txBox="1">
            <a:spLocks noGrp="1"/>
          </p:cNvSpPr>
          <p:nvPr>
            <p:ph type="title" hasCustomPrompt="1"/>
          </p:nvPr>
        </p:nvSpPr>
        <p:spPr>
          <a:xfrm>
            <a:off x="201975" y="259238"/>
            <a:ext cx="9504000" cy="288374"/>
          </a:xfrm>
          <a:prstGeom prst="rect">
            <a:avLst/>
          </a:prstGeom>
          <a:noFill/>
        </p:spPr>
        <p:txBody>
          <a:bodyPr anchor="b">
            <a:normAutofit/>
          </a:bodyPr>
          <a:lstStyle>
            <a:lvl1pPr>
              <a:defRPr sz="1400"/>
            </a:lvl1pPr>
          </a:lstStyle>
          <a:p>
            <a:r>
              <a:t>章タイトル/スライドタイトルを入力</a:t>
            </a: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裏表紙">
    <p:spTree>
      <p:nvGrpSpPr>
        <p:cNvPr id="1" name=""/>
        <p:cNvGrpSpPr/>
        <p:nvPr/>
      </p:nvGrpSpPr>
      <p:grpSpPr>
        <a:xfrm>
          <a:off x="0" y="0"/>
          <a:ext cx="0" cy="0"/>
          <a:chOff x="0" y="0"/>
          <a:chExt cx="0" cy="0"/>
        </a:xfrm>
      </p:grpSpPr>
      <p:sp>
        <p:nvSpPr>
          <p:cNvPr id="190" name="スライド番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1行タイトル+本文">
    <p:spTree>
      <p:nvGrpSpPr>
        <p:cNvPr id="1" name=""/>
        <p:cNvGrpSpPr/>
        <p:nvPr/>
      </p:nvGrpSpPr>
      <p:grpSpPr>
        <a:xfrm>
          <a:off x="0" y="0"/>
          <a:ext cx="0" cy="0"/>
          <a:chOff x="0" y="0"/>
          <a:chExt cx="0" cy="0"/>
        </a:xfrm>
      </p:grpSpPr>
      <p:sp>
        <p:nvSpPr>
          <p:cNvPr id="197" name="スライド番号"/>
          <p:cNvSpPr txBox="1">
            <a:spLocks noGrp="1"/>
          </p:cNvSpPr>
          <p:nvPr>
            <p:ph type="sldNum" sz="quarter" idx="2"/>
          </p:nvPr>
        </p:nvSpPr>
        <p:spPr>
          <a:xfrm>
            <a:off x="9723784" y="6620921"/>
            <a:ext cx="182217" cy="177801"/>
          </a:xfrm>
          <a:prstGeom prst="rect">
            <a:avLst/>
          </a:prstGeom>
        </p:spPr>
        <p:txBody>
          <a:bodyPr lIns="0" tIns="0" rIns="0" bIns="0"/>
          <a:lstStyle>
            <a:lvl1pPr>
              <a:defRPr>
                <a:solidFill>
                  <a:schemeClr val="accent1"/>
                </a:solidFill>
              </a:defRPr>
            </a:lvl1pPr>
          </a:lstStyle>
          <a:p>
            <a:fld id="{86CB4B4D-7CA3-9044-876B-883B54F8677D}" type="slidenum">
              <a:t>‹#›</a:t>
            </a:fld>
            <a:endParaRPr/>
          </a:p>
        </p:txBody>
      </p:sp>
      <p:sp>
        <p:nvSpPr>
          <p:cNvPr id="198" name="テキスト ボックス 10"/>
          <p:cNvSpPr txBox="1"/>
          <p:nvPr/>
        </p:nvSpPr>
        <p:spPr>
          <a:xfrm>
            <a:off x="5934824" y="6620361"/>
            <a:ext cx="3119366"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800">
                <a:solidFill>
                  <a:schemeClr val="accent1"/>
                </a:solidFill>
              </a:defRPr>
            </a:pPr>
            <a:r>
              <a:t>Copyrigh</a:t>
            </a:r>
            <a:r>
              <a:rPr spc="-1000"/>
              <a:t>t</a:t>
            </a:r>
            <a:r>
              <a:rPr>
                <a:solidFill>
                  <a:srgbClr val="001279"/>
                </a:solidFill>
              </a:rPr>
              <a:t>（C）</a:t>
            </a:r>
            <a:r>
              <a:t> Nomura Research Institute, Ltd. All rights reserved.</a:t>
            </a:r>
          </a:p>
        </p:txBody>
      </p:sp>
      <p:grpSp>
        <p:nvGrpSpPr>
          <p:cNvPr id="201" name="グループ化 11"/>
          <p:cNvGrpSpPr/>
          <p:nvPr/>
        </p:nvGrpSpPr>
        <p:grpSpPr>
          <a:xfrm>
            <a:off x="9129156" y="6620361"/>
            <a:ext cx="288340" cy="145026"/>
            <a:chOff x="0" y="0"/>
            <a:chExt cx="288338" cy="145025"/>
          </a:xfrm>
        </p:grpSpPr>
        <p:sp>
          <p:nvSpPr>
            <p:cNvPr id="199" name="Freeform 290"/>
            <p:cNvSpPr/>
            <p:nvPr/>
          </p:nvSpPr>
          <p:spPr>
            <a:xfrm>
              <a:off x="249737" y="584"/>
              <a:ext cx="38602" cy="14385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8" y="5312"/>
                  </a:lnTo>
                  <a:lnTo>
                    <a:pt x="1145" y="8034"/>
                  </a:lnTo>
                  <a:lnTo>
                    <a:pt x="1309" y="10800"/>
                  </a:lnTo>
                  <a:lnTo>
                    <a:pt x="1145" y="13610"/>
                  </a:lnTo>
                  <a:lnTo>
                    <a:pt x="818" y="16332"/>
                  </a:lnTo>
                  <a:lnTo>
                    <a:pt x="0" y="21600"/>
                  </a:lnTo>
                  <a:lnTo>
                    <a:pt x="21600" y="21600"/>
                  </a:lnTo>
                  <a:lnTo>
                    <a:pt x="20782" y="16332"/>
                  </a:lnTo>
                  <a:lnTo>
                    <a:pt x="20291" y="13610"/>
                  </a:lnTo>
                  <a:lnTo>
                    <a:pt x="20291" y="8034"/>
                  </a:lnTo>
                  <a:lnTo>
                    <a:pt x="20782" y="5312"/>
                  </a:lnTo>
                  <a:lnTo>
                    <a:pt x="21600" y="0"/>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sp>
          <p:nvSpPr>
            <p:cNvPr id="200" name="Freeform 291"/>
            <p:cNvSpPr/>
            <p:nvPr/>
          </p:nvSpPr>
          <p:spPr>
            <a:xfrm>
              <a:off x="-1" y="0"/>
              <a:ext cx="246230" cy="145026"/>
            </a:xfrm>
            <a:custGeom>
              <a:avLst/>
              <a:gdLst/>
              <a:ahLst/>
              <a:cxnLst>
                <a:cxn ang="0">
                  <a:pos x="wd2" y="hd2"/>
                </a:cxn>
                <a:cxn ang="5400000">
                  <a:pos x="wd2" y="hd2"/>
                </a:cxn>
                <a:cxn ang="10800000">
                  <a:pos x="wd2" y="hd2"/>
                </a:cxn>
                <a:cxn ang="16200000">
                  <a:pos x="wd2" y="hd2"/>
                </a:cxn>
              </a:cxnLst>
              <a:rect l="0" t="0" r="r" b="b"/>
              <a:pathLst>
                <a:path w="21600" h="21600" extrusionOk="0">
                  <a:moveTo>
                    <a:pt x="17167" y="11517"/>
                  </a:moveTo>
                  <a:lnTo>
                    <a:pt x="17859" y="11039"/>
                  </a:lnTo>
                  <a:lnTo>
                    <a:pt x="18423" y="10431"/>
                  </a:lnTo>
                  <a:lnTo>
                    <a:pt x="18961" y="9822"/>
                  </a:lnTo>
                  <a:lnTo>
                    <a:pt x="19396" y="9040"/>
                  </a:lnTo>
                  <a:lnTo>
                    <a:pt x="19730" y="8214"/>
                  </a:lnTo>
                  <a:lnTo>
                    <a:pt x="19986" y="7301"/>
                  </a:lnTo>
                  <a:lnTo>
                    <a:pt x="20088" y="6910"/>
                  </a:lnTo>
                  <a:lnTo>
                    <a:pt x="20140" y="6432"/>
                  </a:lnTo>
                  <a:lnTo>
                    <a:pt x="20191" y="5998"/>
                  </a:lnTo>
                  <a:lnTo>
                    <a:pt x="20191" y="4998"/>
                  </a:lnTo>
                  <a:lnTo>
                    <a:pt x="20140" y="4476"/>
                  </a:lnTo>
                  <a:lnTo>
                    <a:pt x="20088" y="3998"/>
                  </a:lnTo>
                  <a:lnTo>
                    <a:pt x="20011" y="3520"/>
                  </a:lnTo>
                  <a:lnTo>
                    <a:pt x="19883" y="3129"/>
                  </a:lnTo>
                  <a:lnTo>
                    <a:pt x="19730" y="2695"/>
                  </a:lnTo>
                  <a:lnTo>
                    <a:pt x="19601" y="2347"/>
                  </a:lnTo>
                  <a:lnTo>
                    <a:pt x="19396" y="1999"/>
                  </a:lnTo>
                  <a:lnTo>
                    <a:pt x="19012" y="1391"/>
                  </a:lnTo>
                  <a:lnTo>
                    <a:pt x="18551" y="956"/>
                  </a:lnTo>
                  <a:lnTo>
                    <a:pt x="18064" y="608"/>
                  </a:lnTo>
                  <a:lnTo>
                    <a:pt x="17500" y="348"/>
                  </a:lnTo>
                  <a:lnTo>
                    <a:pt x="16937" y="217"/>
                  </a:lnTo>
                  <a:lnTo>
                    <a:pt x="16322" y="87"/>
                  </a:lnTo>
                  <a:lnTo>
                    <a:pt x="15656" y="87"/>
                  </a:lnTo>
                  <a:lnTo>
                    <a:pt x="15015" y="0"/>
                  </a:lnTo>
                  <a:lnTo>
                    <a:pt x="13554" y="87"/>
                  </a:lnTo>
                  <a:lnTo>
                    <a:pt x="12043" y="130"/>
                  </a:lnTo>
                  <a:lnTo>
                    <a:pt x="10582" y="217"/>
                  </a:lnTo>
                  <a:lnTo>
                    <a:pt x="9327" y="217"/>
                  </a:lnTo>
                  <a:lnTo>
                    <a:pt x="9532" y="7258"/>
                  </a:lnTo>
                  <a:lnTo>
                    <a:pt x="9557" y="10561"/>
                  </a:lnTo>
                  <a:lnTo>
                    <a:pt x="9557" y="13603"/>
                  </a:lnTo>
                  <a:lnTo>
                    <a:pt x="7969" y="10518"/>
                  </a:lnTo>
                  <a:lnTo>
                    <a:pt x="6380" y="7171"/>
                  </a:lnTo>
                  <a:lnTo>
                    <a:pt x="4791" y="3738"/>
                  </a:lnTo>
                  <a:lnTo>
                    <a:pt x="3305" y="217"/>
                  </a:lnTo>
                  <a:lnTo>
                    <a:pt x="0" y="217"/>
                  </a:lnTo>
                  <a:lnTo>
                    <a:pt x="179" y="5476"/>
                  </a:lnTo>
                  <a:lnTo>
                    <a:pt x="205" y="8171"/>
                  </a:lnTo>
                  <a:lnTo>
                    <a:pt x="256" y="10909"/>
                  </a:lnTo>
                  <a:lnTo>
                    <a:pt x="205" y="13690"/>
                  </a:lnTo>
                  <a:lnTo>
                    <a:pt x="179" y="16385"/>
                  </a:lnTo>
                  <a:lnTo>
                    <a:pt x="0" y="21600"/>
                  </a:lnTo>
                  <a:lnTo>
                    <a:pt x="2742" y="21600"/>
                  </a:lnTo>
                  <a:lnTo>
                    <a:pt x="2562" y="17732"/>
                  </a:lnTo>
                  <a:lnTo>
                    <a:pt x="2485" y="13864"/>
                  </a:lnTo>
                  <a:lnTo>
                    <a:pt x="2434" y="10344"/>
                  </a:lnTo>
                  <a:lnTo>
                    <a:pt x="2434" y="7171"/>
                  </a:lnTo>
                  <a:lnTo>
                    <a:pt x="4151" y="10518"/>
                  </a:lnTo>
                  <a:lnTo>
                    <a:pt x="5893" y="14081"/>
                  </a:lnTo>
                  <a:lnTo>
                    <a:pt x="7661" y="17819"/>
                  </a:lnTo>
                  <a:lnTo>
                    <a:pt x="8456" y="19731"/>
                  </a:lnTo>
                  <a:lnTo>
                    <a:pt x="9275" y="21600"/>
                  </a:lnTo>
                  <a:lnTo>
                    <a:pt x="12120" y="21600"/>
                  </a:lnTo>
                  <a:lnTo>
                    <a:pt x="11991" y="16385"/>
                  </a:lnTo>
                  <a:lnTo>
                    <a:pt x="11966" y="13690"/>
                  </a:lnTo>
                  <a:lnTo>
                    <a:pt x="11915" y="10909"/>
                  </a:lnTo>
                  <a:lnTo>
                    <a:pt x="11915" y="6910"/>
                  </a:lnTo>
                  <a:lnTo>
                    <a:pt x="11991" y="2955"/>
                  </a:lnTo>
                  <a:lnTo>
                    <a:pt x="12863" y="2912"/>
                  </a:lnTo>
                  <a:lnTo>
                    <a:pt x="13913" y="2912"/>
                  </a:lnTo>
                  <a:lnTo>
                    <a:pt x="14554" y="2955"/>
                  </a:lnTo>
                  <a:lnTo>
                    <a:pt x="15143" y="3129"/>
                  </a:lnTo>
                  <a:lnTo>
                    <a:pt x="15630" y="3477"/>
                  </a:lnTo>
                  <a:lnTo>
                    <a:pt x="15835" y="3651"/>
                  </a:lnTo>
                  <a:lnTo>
                    <a:pt x="16142" y="4085"/>
                  </a:lnTo>
                  <a:lnTo>
                    <a:pt x="16270" y="4346"/>
                  </a:lnTo>
                  <a:lnTo>
                    <a:pt x="16475" y="4911"/>
                  </a:lnTo>
                  <a:lnTo>
                    <a:pt x="16604" y="5520"/>
                  </a:lnTo>
                  <a:lnTo>
                    <a:pt x="16629" y="6302"/>
                  </a:lnTo>
                  <a:lnTo>
                    <a:pt x="16604" y="6693"/>
                  </a:lnTo>
                  <a:lnTo>
                    <a:pt x="16552" y="7171"/>
                  </a:lnTo>
                  <a:lnTo>
                    <a:pt x="16475" y="7606"/>
                  </a:lnTo>
                  <a:lnTo>
                    <a:pt x="16347" y="7997"/>
                  </a:lnTo>
                  <a:lnTo>
                    <a:pt x="16245" y="8344"/>
                  </a:lnTo>
                  <a:lnTo>
                    <a:pt x="15835" y="9040"/>
                  </a:lnTo>
                  <a:lnTo>
                    <a:pt x="15630" y="9344"/>
                  </a:lnTo>
                  <a:lnTo>
                    <a:pt x="15092" y="9866"/>
                  </a:lnTo>
                  <a:lnTo>
                    <a:pt x="14528" y="10300"/>
                  </a:lnTo>
                  <a:lnTo>
                    <a:pt x="13888" y="10648"/>
                  </a:lnTo>
                  <a:lnTo>
                    <a:pt x="13196" y="10996"/>
                  </a:lnTo>
                  <a:lnTo>
                    <a:pt x="14272" y="13386"/>
                  </a:lnTo>
                  <a:lnTo>
                    <a:pt x="15451" y="16080"/>
                  </a:lnTo>
                  <a:lnTo>
                    <a:pt x="16604" y="18905"/>
                  </a:lnTo>
                  <a:lnTo>
                    <a:pt x="17654" y="21600"/>
                  </a:lnTo>
                  <a:lnTo>
                    <a:pt x="21600" y="21600"/>
                  </a:lnTo>
                  <a:lnTo>
                    <a:pt x="19166" y="16298"/>
                  </a:lnTo>
                  <a:lnTo>
                    <a:pt x="18115" y="13821"/>
                  </a:lnTo>
                  <a:lnTo>
                    <a:pt x="17167" y="11517"/>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grpSp>
      <p:sp>
        <p:nvSpPr>
          <p:cNvPr id="202" name="本文レベル1…"/>
          <p:cNvSpPr txBox="1">
            <a:spLocks noGrp="1"/>
          </p:cNvSpPr>
          <p:nvPr>
            <p:ph type="body" idx="1"/>
          </p:nvPr>
        </p:nvSpPr>
        <p:spPr>
          <a:xfrm>
            <a:off x="200025" y="836612"/>
            <a:ext cx="9505950" cy="5616576"/>
          </a:xfrm>
          <a:prstGeom prst="rect">
            <a:avLst/>
          </a:prstGeom>
        </p:spPr>
        <p:txBody>
          <a:bodyPr>
            <a:normAutofit/>
          </a:bodyPr>
          <a:lstStyle/>
          <a:p>
            <a:r>
              <a:t>本文レベル1</a:t>
            </a:r>
          </a:p>
          <a:p>
            <a:pPr lvl="1"/>
            <a:r>
              <a:t>本文レベル2</a:t>
            </a:r>
          </a:p>
          <a:p>
            <a:pPr lvl="2"/>
            <a:r>
              <a:t>本文レベル3</a:t>
            </a:r>
          </a:p>
          <a:p>
            <a:pPr lvl="3"/>
            <a:r>
              <a:t>本文レベル4</a:t>
            </a:r>
          </a:p>
          <a:p>
            <a:pPr lvl="4"/>
            <a:r>
              <a:t>本文レベル5</a:t>
            </a:r>
          </a:p>
        </p:txBody>
      </p:sp>
      <p:sp>
        <p:nvSpPr>
          <p:cNvPr id="203" name="1行レイアウト タイトル/スライドタイトルを入力"/>
          <p:cNvSpPr txBox="1">
            <a:spLocks noGrp="1"/>
          </p:cNvSpPr>
          <p:nvPr>
            <p:ph type="title" hasCustomPrompt="1"/>
          </p:nvPr>
        </p:nvSpPr>
        <p:spPr>
          <a:xfrm>
            <a:off x="201000" y="259199"/>
            <a:ext cx="9504000" cy="380481"/>
          </a:xfrm>
          <a:prstGeom prst="rect">
            <a:avLst/>
          </a:prstGeom>
        </p:spPr>
        <p:txBody>
          <a:bodyPr>
            <a:normAutofit/>
          </a:bodyPr>
          <a:lstStyle/>
          <a:p>
            <a:r>
              <a:t>1行レイアウト タイトル/スライドタイトルを入力</a:t>
            </a: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1_章＋1行タイトル+本文">
    <p:spTree>
      <p:nvGrpSpPr>
        <p:cNvPr id="1" name=""/>
        <p:cNvGrpSpPr/>
        <p:nvPr/>
      </p:nvGrpSpPr>
      <p:grpSpPr>
        <a:xfrm>
          <a:off x="0" y="0"/>
          <a:ext cx="0" cy="0"/>
          <a:chOff x="0" y="0"/>
          <a:chExt cx="0" cy="0"/>
        </a:xfrm>
      </p:grpSpPr>
      <p:sp>
        <p:nvSpPr>
          <p:cNvPr id="210" name="スライド番号"/>
          <p:cNvSpPr txBox="1">
            <a:spLocks noGrp="1"/>
          </p:cNvSpPr>
          <p:nvPr>
            <p:ph type="sldNum" sz="quarter" idx="2"/>
          </p:nvPr>
        </p:nvSpPr>
        <p:spPr>
          <a:xfrm>
            <a:off x="9723784" y="6620921"/>
            <a:ext cx="182217" cy="177801"/>
          </a:xfrm>
          <a:prstGeom prst="rect">
            <a:avLst/>
          </a:prstGeom>
        </p:spPr>
        <p:txBody>
          <a:bodyPr lIns="0" tIns="0" rIns="0" bIns="0"/>
          <a:lstStyle>
            <a:lvl1pPr>
              <a:defRPr>
                <a:solidFill>
                  <a:schemeClr val="accent1"/>
                </a:solidFill>
              </a:defRPr>
            </a:lvl1pPr>
          </a:lstStyle>
          <a:p>
            <a:fld id="{86CB4B4D-7CA3-9044-876B-883B54F8677D}" type="slidenum">
              <a:t>‹#›</a:t>
            </a:fld>
            <a:endParaRPr/>
          </a:p>
        </p:txBody>
      </p:sp>
      <p:sp>
        <p:nvSpPr>
          <p:cNvPr id="211" name="テキスト ボックス 10"/>
          <p:cNvSpPr txBox="1"/>
          <p:nvPr/>
        </p:nvSpPr>
        <p:spPr>
          <a:xfrm>
            <a:off x="5934824" y="6620361"/>
            <a:ext cx="3119366"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800">
                <a:solidFill>
                  <a:schemeClr val="accent1"/>
                </a:solidFill>
              </a:defRPr>
            </a:pPr>
            <a:r>
              <a:t>Copyrigh</a:t>
            </a:r>
            <a:r>
              <a:rPr spc="-1000"/>
              <a:t>t</a:t>
            </a:r>
            <a:r>
              <a:rPr>
                <a:solidFill>
                  <a:srgbClr val="001279"/>
                </a:solidFill>
              </a:rPr>
              <a:t>（C）</a:t>
            </a:r>
            <a:r>
              <a:t> Nomura Research Institute, Ltd. All rights reserved.</a:t>
            </a:r>
          </a:p>
        </p:txBody>
      </p:sp>
      <p:grpSp>
        <p:nvGrpSpPr>
          <p:cNvPr id="214" name="グループ化 11"/>
          <p:cNvGrpSpPr/>
          <p:nvPr/>
        </p:nvGrpSpPr>
        <p:grpSpPr>
          <a:xfrm>
            <a:off x="9129156" y="6620361"/>
            <a:ext cx="288340" cy="145026"/>
            <a:chOff x="0" y="0"/>
            <a:chExt cx="288338" cy="145025"/>
          </a:xfrm>
        </p:grpSpPr>
        <p:sp>
          <p:nvSpPr>
            <p:cNvPr id="212" name="Freeform 290"/>
            <p:cNvSpPr/>
            <p:nvPr/>
          </p:nvSpPr>
          <p:spPr>
            <a:xfrm>
              <a:off x="249737" y="584"/>
              <a:ext cx="38602" cy="14385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8" y="5312"/>
                  </a:lnTo>
                  <a:lnTo>
                    <a:pt x="1145" y="8034"/>
                  </a:lnTo>
                  <a:lnTo>
                    <a:pt x="1309" y="10800"/>
                  </a:lnTo>
                  <a:lnTo>
                    <a:pt x="1145" y="13610"/>
                  </a:lnTo>
                  <a:lnTo>
                    <a:pt x="818" y="16332"/>
                  </a:lnTo>
                  <a:lnTo>
                    <a:pt x="0" y="21600"/>
                  </a:lnTo>
                  <a:lnTo>
                    <a:pt x="21600" y="21600"/>
                  </a:lnTo>
                  <a:lnTo>
                    <a:pt x="20782" y="16332"/>
                  </a:lnTo>
                  <a:lnTo>
                    <a:pt x="20291" y="13610"/>
                  </a:lnTo>
                  <a:lnTo>
                    <a:pt x="20291" y="8034"/>
                  </a:lnTo>
                  <a:lnTo>
                    <a:pt x="20782" y="5312"/>
                  </a:lnTo>
                  <a:lnTo>
                    <a:pt x="21600" y="0"/>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sp>
          <p:nvSpPr>
            <p:cNvPr id="213" name="Freeform 291"/>
            <p:cNvSpPr/>
            <p:nvPr/>
          </p:nvSpPr>
          <p:spPr>
            <a:xfrm>
              <a:off x="-1" y="0"/>
              <a:ext cx="246230" cy="145026"/>
            </a:xfrm>
            <a:custGeom>
              <a:avLst/>
              <a:gdLst/>
              <a:ahLst/>
              <a:cxnLst>
                <a:cxn ang="0">
                  <a:pos x="wd2" y="hd2"/>
                </a:cxn>
                <a:cxn ang="5400000">
                  <a:pos x="wd2" y="hd2"/>
                </a:cxn>
                <a:cxn ang="10800000">
                  <a:pos x="wd2" y="hd2"/>
                </a:cxn>
                <a:cxn ang="16200000">
                  <a:pos x="wd2" y="hd2"/>
                </a:cxn>
              </a:cxnLst>
              <a:rect l="0" t="0" r="r" b="b"/>
              <a:pathLst>
                <a:path w="21600" h="21600" extrusionOk="0">
                  <a:moveTo>
                    <a:pt x="17167" y="11517"/>
                  </a:moveTo>
                  <a:lnTo>
                    <a:pt x="17859" y="11039"/>
                  </a:lnTo>
                  <a:lnTo>
                    <a:pt x="18423" y="10431"/>
                  </a:lnTo>
                  <a:lnTo>
                    <a:pt x="18961" y="9822"/>
                  </a:lnTo>
                  <a:lnTo>
                    <a:pt x="19396" y="9040"/>
                  </a:lnTo>
                  <a:lnTo>
                    <a:pt x="19730" y="8214"/>
                  </a:lnTo>
                  <a:lnTo>
                    <a:pt x="19986" y="7301"/>
                  </a:lnTo>
                  <a:lnTo>
                    <a:pt x="20088" y="6910"/>
                  </a:lnTo>
                  <a:lnTo>
                    <a:pt x="20140" y="6432"/>
                  </a:lnTo>
                  <a:lnTo>
                    <a:pt x="20191" y="5998"/>
                  </a:lnTo>
                  <a:lnTo>
                    <a:pt x="20191" y="4998"/>
                  </a:lnTo>
                  <a:lnTo>
                    <a:pt x="20140" y="4476"/>
                  </a:lnTo>
                  <a:lnTo>
                    <a:pt x="20088" y="3998"/>
                  </a:lnTo>
                  <a:lnTo>
                    <a:pt x="20011" y="3520"/>
                  </a:lnTo>
                  <a:lnTo>
                    <a:pt x="19883" y="3129"/>
                  </a:lnTo>
                  <a:lnTo>
                    <a:pt x="19730" y="2695"/>
                  </a:lnTo>
                  <a:lnTo>
                    <a:pt x="19601" y="2347"/>
                  </a:lnTo>
                  <a:lnTo>
                    <a:pt x="19396" y="1999"/>
                  </a:lnTo>
                  <a:lnTo>
                    <a:pt x="19012" y="1391"/>
                  </a:lnTo>
                  <a:lnTo>
                    <a:pt x="18551" y="956"/>
                  </a:lnTo>
                  <a:lnTo>
                    <a:pt x="18064" y="608"/>
                  </a:lnTo>
                  <a:lnTo>
                    <a:pt x="17500" y="348"/>
                  </a:lnTo>
                  <a:lnTo>
                    <a:pt x="16937" y="217"/>
                  </a:lnTo>
                  <a:lnTo>
                    <a:pt x="16322" y="87"/>
                  </a:lnTo>
                  <a:lnTo>
                    <a:pt x="15656" y="87"/>
                  </a:lnTo>
                  <a:lnTo>
                    <a:pt x="15015" y="0"/>
                  </a:lnTo>
                  <a:lnTo>
                    <a:pt x="13554" y="87"/>
                  </a:lnTo>
                  <a:lnTo>
                    <a:pt x="12043" y="130"/>
                  </a:lnTo>
                  <a:lnTo>
                    <a:pt x="10582" y="217"/>
                  </a:lnTo>
                  <a:lnTo>
                    <a:pt x="9327" y="217"/>
                  </a:lnTo>
                  <a:lnTo>
                    <a:pt x="9532" y="7258"/>
                  </a:lnTo>
                  <a:lnTo>
                    <a:pt x="9557" y="10561"/>
                  </a:lnTo>
                  <a:lnTo>
                    <a:pt x="9557" y="13603"/>
                  </a:lnTo>
                  <a:lnTo>
                    <a:pt x="7969" y="10518"/>
                  </a:lnTo>
                  <a:lnTo>
                    <a:pt x="6380" y="7171"/>
                  </a:lnTo>
                  <a:lnTo>
                    <a:pt x="4791" y="3738"/>
                  </a:lnTo>
                  <a:lnTo>
                    <a:pt x="3305" y="217"/>
                  </a:lnTo>
                  <a:lnTo>
                    <a:pt x="0" y="217"/>
                  </a:lnTo>
                  <a:lnTo>
                    <a:pt x="179" y="5476"/>
                  </a:lnTo>
                  <a:lnTo>
                    <a:pt x="205" y="8171"/>
                  </a:lnTo>
                  <a:lnTo>
                    <a:pt x="256" y="10909"/>
                  </a:lnTo>
                  <a:lnTo>
                    <a:pt x="205" y="13690"/>
                  </a:lnTo>
                  <a:lnTo>
                    <a:pt x="179" y="16385"/>
                  </a:lnTo>
                  <a:lnTo>
                    <a:pt x="0" y="21600"/>
                  </a:lnTo>
                  <a:lnTo>
                    <a:pt x="2742" y="21600"/>
                  </a:lnTo>
                  <a:lnTo>
                    <a:pt x="2562" y="17732"/>
                  </a:lnTo>
                  <a:lnTo>
                    <a:pt x="2485" y="13864"/>
                  </a:lnTo>
                  <a:lnTo>
                    <a:pt x="2434" y="10344"/>
                  </a:lnTo>
                  <a:lnTo>
                    <a:pt x="2434" y="7171"/>
                  </a:lnTo>
                  <a:lnTo>
                    <a:pt x="4151" y="10518"/>
                  </a:lnTo>
                  <a:lnTo>
                    <a:pt x="5893" y="14081"/>
                  </a:lnTo>
                  <a:lnTo>
                    <a:pt x="7661" y="17819"/>
                  </a:lnTo>
                  <a:lnTo>
                    <a:pt x="8456" y="19731"/>
                  </a:lnTo>
                  <a:lnTo>
                    <a:pt x="9275" y="21600"/>
                  </a:lnTo>
                  <a:lnTo>
                    <a:pt x="12120" y="21600"/>
                  </a:lnTo>
                  <a:lnTo>
                    <a:pt x="11991" y="16385"/>
                  </a:lnTo>
                  <a:lnTo>
                    <a:pt x="11966" y="13690"/>
                  </a:lnTo>
                  <a:lnTo>
                    <a:pt x="11915" y="10909"/>
                  </a:lnTo>
                  <a:lnTo>
                    <a:pt x="11915" y="6910"/>
                  </a:lnTo>
                  <a:lnTo>
                    <a:pt x="11991" y="2955"/>
                  </a:lnTo>
                  <a:lnTo>
                    <a:pt x="12863" y="2912"/>
                  </a:lnTo>
                  <a:lnTo>
                    <a:pt x="13913" y="2912"/>
                  </a:lnTo>
                  <a:lnTo>
                    <a:pt x="14554" y="2955"/>
                  </a:lnTo>
                  <a:lnTo>
                    <a:pt x="15143" y="3129"/>
                  </a:lnTo>
                  <a:lnTo>
                    <a:pt x="15630" y="3477"/>
                  </a:lnTo>
                  <a:lnTo>
                    <a:pt x="15835" y="3651"/>
                  </a:lnTo>
                  <a:lnTo>
                    <a:pt x="16142" y="4085"/>
                  </a:lnTo>
                  <a:lnTo>
                    <a:pt x="16270" y="4346"/>
                  </a:lnTo>
                  <a:lnTo>
                    <a:pt x="16475" y="4911"/>
                  </a:lnTo>
                  <a:lnTo>
                    <a:pt x="16604" y="5520"/>
                  </a:lnTo>
                  <a:lnTo>
                    <a:pt x="16629" y="6302"/>
                  </a:lnTo>
                  <a:lnTo>
                    <a:pt x="16604" y="6693"/>
                  </a:lnTo>
                  <a:lnTo>
                    <a:pt x="16552" y="7171"/>
                  </a:lnTo>
                  <a:lnTo>
                    <a:pt x="16475" y="7606"/>
                  </a:lnTo>
                  <a:lnTo>
                    <a:pt x="16347" y="7997"/>
                  </a:lnTo>
                  <a:lnTo>
                    <a:pt x="16245" y="8344"/>
                  </a:lnTo>
                  <a:lnTo>
                    <a:pt x="15835" y="9040"/>
                  </a:lnTo>
                  <a:lnTo>
                    <a:pt x="15630" y="9344"/>
                  </a:lnTo>
                  <a:lnTo>
                    <a:pt x="15092" y="9866"/>
                  </a:lnTo>
                  <a:lnTo>
                    <a:pt x="14528" y="10300"/>
                  </a:lnTo>
                  <a:lnTo>
                    <a:pt x="13888" y="10648"/>
                  </a:lnTo>
                  <a:lnTo>
                    <a:pt x="13196" y="10996"/>
                  </a:lnTo>
                  <a:lnTo>
                    <a:pt x="14272" y="13386"/>
                  </a:lnTo>
                  <a:lnTo>
                    <a:pt x="15451" y="16080"/>
                  </a:lnTo>
                  <a:lnTo>
                    <a:pt x="16604" y="18905"/>
                  </a:lnTo>
                  <a:lnTo>
                    <a:pt x="17654" y="21600"/>
                  </a:lnTo>
                  <a:lnTo>
                    <a:pt x="21600" y="21600"/>
                  </a:lnTo>
                  <a:lnTo>
                    <a:pt x="19166" y="16298"/>
                  </a:lnTo>
                  <a:lnTo>
                    <a:pt x="18115" y="13821"/>
                  </a:lnTo>
                  <a:lnTo>
                    <a:pt x="17167" y="11517"/>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grpSp>
      <p:sp>
        <p:nvSpPr>
          <p:cNvPr id="215" name="1行レイアウト タイトル/スライドタイトルを入力"/>
          <p:cNvSpPr txBox="1">
            <a:spLocks noGrp="1"/>
          </p:cNvSpPr>
          <p:nvPr>
            <p:ph type="title" hasCustomPrompt="1"/>
          </p:nvPr>
        </p:nvSpPr>
        <p:spPr>
          <a:xfrm>
            <a:off x="201000" y="259199"/>
            <a:ext cx="9504000" cy="673201"/>
          </a:xfrm>
          <a:prstGeom prst="rect">
            <a:avLst/>
          </a:prstGeom>
        </p:spPr>
        <p:txBody>
          <a:bodyPr>
            <a:normAutofit/>
          </a:bodyPr>
          <a:lstStyle>
            <a:lvl1pPr>
              <a:defRPr>
                <a:latin typeface="(日本語用のフォントを使用)"/>
                <a:ea typeface="(日本語用のフォントを使用)"/>
                <a:cs typeface="(日本語用のフォントを使用)"/>
                <a:sym typeface="(日本語用のフォントを使用)"/>
              </a:defRPr>
            </a:lvl1pPr>
          </a:lstStyle>
          <a:p>
            <a:r>
              <a:t>1行レイアウト タイトル/スライドタイトルを入力</a:t>
            </a:r>
          </a:p>
        </p:txBody>
      </p:sp>
      <p:sp>
        <p:nvSpPr>
          <p:cNvPr id="216" name="本文レベル1…"/>
          <p:cNvSpPr txBox="1">
            <a:spLocks noGrp="1"/>
          </p:cNvSpPr>
          <p:nvPr>
            <p:ph type="body" idx="1"/>
          </p:nvPr>
        </p:nvSpPr>
        <p:spPr>
          <a:xfrm>
            <a:off x="201000" y="1124744"/>
            <a:ext cx="9502776" cy="5328001"/>
          </a:xfrm>
          <a:prstGeom prst="rect">
            <a:avLst/>
          </a:prstGeom>
        </p:spPr>
        <p:txBody>
          <a:bodyPr>
            <a:normAutofit/>
          </a:bodyPr>
          <a:lstStyle>
            <a:lvl1pPr>
              <a:defRPr>
                <a:latin typeface="(日本語用のフォントを使用)"/>
                <a:ea typeface="(日本語用のフォントを使用)"/>
                <a:cs typeface="(日本語用のフォントを使用)"/>
                <a:sym typeface="(日本語用のフォントを使用)"/>
              </a:defRPr>
            </a:lvl1pPr>
            <a:lvl2pPr>
              <a:defRPr>
                <a:latin typeface="(日本語用のフォントを使用)"/>
                <a:ea typeface="(日本語用のフォントを使用)"/>
                <a:cs typeface="(日本語用のフォントを使用)"/>
                <a:sym typeface="(日本語用のフォントを使用)"/>
              </a:defRPr>
            </a:lvl2pPr>
            <a:lvl3pPr>
              <a:defRPr>
                <a:latin typeface="(日本語用のフォントを使用)"/>
                <a:ea typeface="(日本語用のフォントを使用)"/>
                <a:cs typeface="(日本語用のフォントを使用)"/>
                <a:sym typeface="(日本語用のフォントを使用)"/>
              </a:defRPr>
            </a:lvl3pPr>
            <a:lvl4pPr>
              <a:defRPr>
                <a:latin typeface="(日本語用のフォントを使用)"/>
                <a:ea typeface="(日本語用のフォントを使用)"/>
                <a:cs typeface="(日本語用のフォントを使用)"/>
                <a:sym typeface="(日本語用のフォントを使用)"/>
              </a:defRPr>
            </a:lvl4pPr>
            <a:lvl5pPr>
              <a:defRPr>
                <a:latin typeface="(日本語用のフォントを使用)"/>
                <a:ea typeface="(日本語用のフォントを使用)"/>
                <a:cs typeface="(日本語用のフォントを使用)"/>
                <a:sym typeface="(日本語用のフォントを使用)"/>
              </a:defRPr>
            </a:lvl5pPr>
          </a:lstStyle>
          <a:p>
            <a:r>
              <a:t>本文レベル1</a:t>
            </a:r>
          </a:p>
          <a:p>
            <a:pPr lvl="1"/>
            <a:r>
              <a:t>本文レベル2</a:t>
            </a:r>
          </a:p>
          <a:p>
            <a:pPr lvl="2"/>
            <a:r>
              <a:t>本文レベル3</a:t>
            </a:r>
          </a:p>
          <a:p>
            <a:pPr lvl="3"/>
            <a:r>
              <a:t>本文レベル4</a:t>
            </a:r>
          </a:p>
          <a:p>
            <a:pPr lvl="4"/>
            <a:r>
              <a:t>本文レベル5</a:t>
            </a:r>
          </a:p>
        </p:txBody>
      </p:sp>
      <p:sp>
        <p:nvSpPr>
          <p:cNvPr id="217" name="テキスト プレースホルダー 19"/>
          <p:cNvSpPr>
            <a:spLocks noGrp="1"/>
          </p:cNvSpPr>
          <p:nvPr>
            <p:ph type="body" sz="quarter" idx="21" hasCustomPrompt="1"/>
          </p:nvPr>
        </p:nvSpPr>
        <p:spPr>
          <a:xfrm>
            <a:off x="200999" y="259199"/>
            <a:ext cx="9504002" cy="288926"/>
          </a:xfrm>
          <a:prstGeom prst="rect">
            <a:avLst/>
          </a:prstGeom>
        </p:spPr>
        <p:txBody>
          <a:bodyPr lIns="0" tIns="0" rIns="0" bIns="0" anchor="b">
            <a:normAutofit/>
          </a:bodyPr>
          <a:lstStyle>
            <a:lvl1pPr marL="0" indent="0">
              <a:spcBef>
                <a:spcPts val="0"/>
              </a:spcBef>
              <a:buClrTx/>
              <a:buSzTx/>
              <a:buNone/>
              <a:defRPr sz="1400" b="1">
                <a:solidFill>
                  <a:schemeClr val="accent1"/>
                </a:solidFill>
              </a:defRPr>
            </a:lvl1pPr>
          </a:lstStyle>
          <a:p>
            <a:r>
              <a:t>章タイトル/スライドタイトルを入力</a:t>
            </a: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1_章＋1行タイトル">
    <p:spTree>
      <p:nvGrpSpPr>
        <p:cNvPr id="1" name=""/>
        <p:cNvGrpSpPr/>
        <p:nvPr/>
      </p:nvGrpSpPr>
      <p:grpSpPr>
        <a:xfrm>
          <a:off x="0" y="0"/>
          <a:ext cx="0" cy="0"/>
          <a:chOff x="0" y="0"/>
          <a:chExt cx="0" cy="0"/>
        </a:xfrm>
      </p:grpSpPr>
      <p:sp>
        <p:nvSpPr>
          <p:cNvPr id="224" name="スライド番号"/>
          <p:cNvSpPr txBox="1">
            <a:spLocks noGrp="1"/>
          </p:cNvSpPr>
          <p:nvPr>
            <p:ph type="sldNum" sz="quarter" idx="2"/>
          </p:nvPr>
        </p:nvSpPr>
        <p:spPr>
          <a:xfrm>
            <a:off x="9723784" y="6620921"/>
            <a:ext cx="182217" cy="177801"/>
          </a:xfrm>
          <a:prstGeom prst="rect">
            <a:avLst/>
          </a:prstGeom>
        </p:spPr>
        <p:txBody>
          <a:bodyPr lIns="0" tIns="0" rIns="0" bIns="0"/>
          <a:lstStyle>
            <a:lvl1pPr>
              <a:defRPr>
                <a:solidFill>
                  <a:schemeClr val="accent1"/>
                </a:solidFill>
              </a:defRPr>
            </a:lvl1pPr>
          </a:lstStyle>
          <a:p>
            <a:fld id="{86CB4B4D-7CA3-9044-876B-883B54F8677D}" type="slidenum">
              <a:t>‹#›</a:t>
            </a:fld>
            <a:endParaRPr/>
          </a:p>
        </p:txBody>
      </p:sp>
      <p:sp>
        <p:nvSpPr>
          <p:cNvPr id="225" name="テキスト ボックス 10"/>
          <p:cNvSpPr txBox="1"/>
          <p:nvPr/>
        </p:nvSpPr>
        <p:spPr>
          <a:xfrm>
            <a:off x="5934824" y="6620361"/>
            <a:ext cx="3119366"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800">
                <a:solidFill>
                  <a:schemeClr val="accent1"/>
                </a:solidFill>
              </a:defRPr>
            </a:pPr>
            <a:r>
              <a:t>Copyrigh</a:t>
            </a:r>
            <a:r>
              <a:rPr spc="-1000"/>
              <a:t>t</a:t>
            </a:r>
            <a:r>
              <a:rPr>
                <a:solidFill>
                  <a:srgbClr val="001279"/>
                </a:solidFill>
              </a:rPr>
              <a:t>（C）</a:t>
            </a:r>
            <a:r>
              <a:t> Nomura Research Institute, Ltd. All rights reserved.</a:t>
            </a:r>
          </a:p>
        </p:txBody>
      </p:sp>
      <p:grpSp>
        <p:nvGrpSpPr>
          <p:cNvPr id="228" name="グループ化 11"/>
          <p:cNvGrpSpPr/>
          <p:nvPr/>
        </p:nvGrpSpPr>
        <p:grpSpPr>
          <a:xfrm>
            <a:off x="9129156" y="6620361"/>
            <a:ext cx="288340" cy="145026"/>
            <a:chOff x="0" y="0"/>
            <a:chExt cx="288338" cy="145025"/>
          </a:xfrm>
        </p:grpSpPr>
        <p:sp>
          <p:nvSpPr>
            <p:cNvPr id="226" name="Freeform 290"/>
            <p:cNvSpPr/>
            <p:nvPr/>
          </p:nvSpPr>
          <p:spPr>
            <a:xfrm>
              <a:off x="249737" y="584"/>
              <a:ext cx="38602" cy="14385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8" y="5312"/>
                  </a:lnTo>
                  <a:lnTo>
                    <a:pt x="1145" y="8034"/>
                  </a:lnTo>
                  <a:lnTo>
                    <a:pt x="1309" y="10800"/>
                  </a:lnTo>
                  <a:lnTo>
                    <a:pt x="1145" y="13610"/>
                  </a:lnTo>
                  <a:lnTo>
                    <a:pt x="818" y="16332"/>
                  </a:lnTo>
                  <a:lnTo>
                    <a:pt x="0" y="21600"/>
                  </a:lnTo>
                  <a:lnTo>
                    <a:pt x="21600" y="21600"/>
                  </a:lnTo>
                  <a:lnTo>
                    <a:pt x="20782" y="16332"/>
                  </a:lnTo>
                  <a:lnTo>
                    <a:pt x="20291" y="13610"/>
                  </a:lnTo>
                  <a:lnTo>
                    <a:pt x="20291" y="8034"/>
                  </a:lnTo>
                  <a:lnTo>
                    <a:pt x="20782" y="5312"/>
                  </a:lnTo>
                  <a:lnTo>
                    <a:pt x="21600" y="0"/>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sp>
          <p:nvSpPr>
            <p:cNvPr id="227" name="Freeform 291"/>
            <p:cNvSpPr/>
            <p:nvPr/>
          </p:nvSpPr>
          <p:spPr>
            <a:xfrm>
              <a:off x="-1" y="0"/>
              <a:ext cx="246230" cy="145026"/>
            </a:xfrm>
            <a:custGeom>
              <a:avLst/>
              <a:gdLst/>
              <a:ahLst/>
              <a:cxnLst>
                <a:cxn ang="0">
                  <a:pos x="wd2" y="hd2"/>
                </a:cxn>
                <a:cxn ang="5400000">
                  <a:pos x="wd2" y="hd2"/>
                </a:cxn>
                <a:cxn ang="10800000">
                  <a:pos x="wd2" y="hd2"/>
                </a:cxn>
                <a:cxn ang="16200000">
                  <a:pos x="wd2" y="hd2"/>
                </a:cxn>
              </a:cxnLst>
              <a:rect l="0" t="0" r="r" b="b"/>
              <a:pathLst>
                <a:path w="21600" h="21600" extrusionOk="0">
                  <a:moveTo>
                    <a:pt x="17167" y="11517"/>
                  </a:moveTo>
                  <a:lnTo>
                    <a:pt x="17859" y="11039"/>
                  </a:lnTo>
                  <a:lnTo>
                    <a:pt x="18423" y="10431"/>
                  </a:lnTo>
                  <a:lnTo>
                    <a:pt x="18961" y="9822"/>
                  </a:lnTo>
                  <a:lnTo>
                    <a:pt x="19396" y="9040"/>
                  </a:lnTo>
                  <a:lnTo>
                    <a:pt x="19730" y="8214"/>
                  </a:lnTo>
                  <a:lnTo>
                    <a:pt x="19986" y="7301"/>
                  </a:lnTo>
                  <a:lnTo>
                    <a:pt x="20088" y="6910"/>
                  </a:lnTo>
                  <a:lnTo>
                    <a:pt x="20140" y="6432"/>
                  </a:lnTo>
                  <a:lnTo>
                    <a:pt x="20191" y="5998"/>
                  </a:lnTo>
                  <a:lnTo>
                    <a:pt x="20191" y="4998"/>
                  </a:lnTo>
                  <a:lnTo>
                    <a:pt x="20140" y="4476"/>
                  </a:lnTo>
                  <a:lnTo>
                    <a:pt x="20088" y="3998"/>
                  </a:lnTo>
                  <a:lnTo>
                    <a:pt x="20011" y="3520"/>
                  </a:lnTo>
                  <a:lnTo>
                    <a:pt x="19883" y="3129"/>
                  </a:lnTo>
                  <a:lnTo>
                    <a:pt x="19730" y="2695"/>
                  </a:lnTo>
                  <a:lnTo>
                    <a:pt x="19601" y="2347"/>
                  </a:lnTo>
                  <a:lnTo>
                    <a:pt x="19396" y="1999"/>
                  </a:lnTo>
                  <a:lnTo>
                    <a:pt x="19012" y="1391"/>
                  </a:lnTo>
                  <a:lnTo>
                    <a:pt x="18551" y="956"/>
                  </a:lnTo>
                  <a:lnTo>
                    <a:pt x="18064" y="608"/>
                  </a:lnTo>
                  <a:lnTo>
                    <a:pt x="17500" y="348"/>
                  </a:lnTo>
                  <a:lnTo>
                    <a:pt x="16937" y="217"/>
                  </a:lnTo>
                  <a:lnTo>
                    <a:pt x="16322" y="87"/>
                  </a:lnTo>
                  <a:lnTo>
                    <a:pt x="15656" y="87"/>
                  </a:lnTo>
                  <a:lnTo>
                    <a:pt x="15015" y="0"/>
                  </a:lnTo>
                  <a:lnTo>
                    <a:pt x="13554" y="87"/>
                  </a:lnTo>
                  <a:lnTo>
                    <a:pt x="12043" y="130"/>
                  </a:lnTo>
                  <a:lnTo>
                    <a:pt x="10582" y="217"/>
                  </a:lnTo>
                  <a:lnTo>
                    <a:pt x="9327" y="217"/>
                  </a:lnTo>
                  <a:lnTo>
                    <a:pt x="9532" y="7258"/>
                  </a:lnTo>
                  <a:lnTo>
                    <a:pt x="9557" y="10561"/>
                  </a:lnTo>
                  <a:lnTo>
                    <a:pt x="9557" y="13603"/>
                  </a:lnTo>
                  <a:lnTo>
                    <a:pt x="7969" y="10518"/>
                  </a:lnTo>
                  <a:lnTo>
                    <a:pt x="6380" y="7171"/>
                  </a:lnTo>
                  <a:lnTo>
                    <a:pt x="4791" y="3738"/>
                  </a:lnTo>
                  <a:lnTo>
                    <a:pt x="3305" y="217"/>
                  </a:lnTo>
                  <a:lnTo>
                    <a:pt x="0" y="217"/>
                  </a:lnTo>
                  <a:lnTo>
                    <a:pt x="179" y="5476"/>
                  </a:lnTo>
                  <a:lnTo>
                    <a:pt x="205" y="8171"/>
                  </a:lnTo>
                  <a:lnTo>
                    <a:pt x="256" y="10909"/>
                  </a:lnTo>
                  <a:lnTo>
                    <a:pt x="205" y="13690"/>
                  </a:lnTo>
                  <a:lnTo>
                    <a:pt x="179" y="16385"/>
                  </a:lnTo>
                  <a:lnTo>
                    <a:pt x="0" y="21600"/>
                  </a:lnTo>
                  <a:lnTo>
                    <a:pt x="2742" y="21600"/>
                  </a:lnTo>
                  <a:lnTo>
                    <a:pt x="2562" y="17732"/>
                  </a:lnTo>
                  <a:lnTo>
                    <a:pt x="2485" y="13864"/>
                  </a:lnTo>
                  <a:lnTo>
                    <a:pt x="2434" y="10344"/>
                  </a:lnTo>
                  <a:lnTo>
                    <a:pt x="2434" y="7171"/>
                  </a:lnTo>
                  <a:lnTo>
                    <a:pt x="4151" y="10518"/>
                  </a:lnTo>
                  <a:lnTo>
                    <a:pt x="5893" y="14081"/>
                  </a:lnTo>
                  <a:lnTo>
                    <a:pt x="7661" y="17819"/>
                  </a:lnTo>
                  <a:lnTo>
                    <a:pt x="8456" y="19731"/>
                  </a:lnTo>
                  <a:lnTo>
                    <a:pt x="9275" y="21600"/>
                  </a:lnTo>
                  <a:lnTo>
                    <a:pt x="12120" y="21600"/>
                  </a:lnTo>
                  <a:lnTo>
                    <a:pt x="11991" y="16385"/>
                  </a:lnTo>
                  <a:lnTo>
                    <a:pt x="11966" y="13690"/>
                  </a:lnTo>
                  <a:lnTo>
                    <a:pt x="11915" y="10909"/>
                  </a:lnTo>
                  <a:lnTo>
                    <a:pt x="11915" y="6910"/>
                  </a:lnTo>
                  <a:lnTo>
                    <a:pt x="11991" y="2955"/>
                  </a:lnTo>
                  <a:lnTo>
                    <a:pt x="12863" y="2912"/>
                  </a:lnTo>
                  <a:lnTo>
                    <a:pt x="13913" y="2912"/>
                  </a:lnTo>
                  <a:lnTo>
                    <a:pt x="14554" y="2955"/>
                  </a:lnTo>
                  <a:lnTo>
                    <a:pt x="15143" y="3129"/>
                  </a:lnTo>
                  <a:lnTo>
                    <a:pt x="15630" y="3477"/>
                  </a:lnTo>
                  <a:lnTo>
                    <a:pt x="15835" y="3651"/>
                  </a:lnTo>
                  <a:lnTo>
                    <a:pt x="16142" y="4085"/>
                  </a:lnTo>
                  <a:lnTo>
                    <a:pt x="16270" y="4346"/>
                  </a:lnTo>
                  <a:lnTo>
                    <a:pt x="16475" y="4911"/>
                  </a:lnTo>
                  <a:lnTo>
                    <a:pt x="16604" y="5520"/>
                  </a:lnTo>
                  <a:lnTo>
                    <a:pt x="16629" y="6302"/>
                  </a:lnTo>
                  <a:lnTo>
                    <a:pt x="16604" y="6693"/>
                  </a:lnTo>
                  <a:lnTo>
                    <a:pt x="16552" y="7171"/>
                  </a:lnTo>
                  <a:lnTo>
                    <a:pt x="16475" y="7606"/>
                  </a:lnTo>
                  <a:lnTo>
                    <a:pt x="16347" y="7997"/>
                  </a:lnTo>
                  <a:lnTo>
                    <a:pt x="16245" y="8344"/>
                  </a:lnTo>
                  <a:lnTo>
                    <a:pt x="15835" y="9040"/>
                  </a:lnTo>
                  <a:lnTo>
                    <a:pt x="15630" y="9344"/>
                  </a:lnTo>
                  <a:lnTo>
                    <a:pt x="15092" y="9866"/>
                  </a:lnTo>
                  <a:lnTo>
                    <a:pt x="14528" y="10300"/>
                  </a:lnTo>
                  <a:lnTo>
                    <a:pt x="13888" y="10648"/>
                  </a:lnTo>
                  <a:lnTo>
                    <a:pt x="13196" y="10996"/>
                  </a:lnTo>
                  <a:lnTo>
                    <a:pt x="14272" y="13386"/>
                  </a:lnTo>
                  <a:lnTo>
                    <a:pt x="15451" y="16080"/>
                  </a:lnTo>
                  <a:lnTo>
                    <a:pt x="16604" y="18905"/>
                  </a:lnTo>
                  <a:lnTo>
                    <a:pt x="17654" y="21600"/>
                  </a:lnTo>
                  <a:lnTo>
                    <a:pt x="21600" y="21600"/>
                  </a:lnTo>
                  <a:lnTo>
                    <a:pt x="19166" y="16298"/>
                  </a:lnTo>
                  <a:lnTo>
                    <a:pt x="18115" y="13821"/>
                  </a:lnTo>
                  <a:lnTo>
                    <a:pt x="17167" y="11517"/>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grpSp>
      <p:sp>
        <p:nvSpPr>
          <p:cNvPr id="229" name="本文レベル1…"/>
          <p:cNvSpPr txBox="1">
            <a:spLocks noGrp="1"/>
          </p:cNvSpPr>
          <p:nvPr>
            <p:ph type="body" sz="quarter" idx="1" hasCustomPrompt="1"/>
          </p:nvPr>
        </p:nvSpPr>
        <p:spPr>
          <a:xfrm>
            <a:off x="201975" y="259238"/>
            <a:ext cx="9504000" cy="671294"/>
          </a:xfrm>
          <a:prstGeom prst="rect">
            <a:avLst/>
          </a:prstGeom>
          <a:blipFill>
            <a:blip r:embed="rId2"/>
            <a:stretch>
              <a:fillRect/>
            </a:stretch>
          </a:blipFill>
        </p:spPr>
        <p:txBody>
          <a:bodyPr lIns="0" tIns="0" rIns="0" bIns="0">
            <a:normAutofit/>
          </a:bodyPr>
          <a:lstStyle>
            <a:lvl1pPr marL="0" indent="0">
              <a:spcBef>
                <a:spcPts val="0"/>
              </a:spcBef>
              <a:buClrTx/>
              <a:buSzTx/>
              <a:buNone/>
              <a:defRPr sz="2000" b="1">
                <a:solidFill>
                  <a:schemeClr val="accent1"/>
                </a:solidFill>
              </a:defRPr>
            </a:lvl1pPr>
            <a:lvl2pPr marL="708252" indent="-328840">
              <a:spcBef>
                <a:spcPts val="0"/>
              </a:spcBef>
              <a:buClrTx/>
              <a:defRPr sz="2000" b="1">
                <a:solidFill>
                  <a:schemeClr val="accent1"/>
                </a:solidFill>
              </a:defRPr>
            </a:lvl2pPr>
            <a:lvl3pPr marL="1068614" indent="-281214">
              <a:spcBef>
                <a:spcPts val="0"/>
              </a:spcBef>
              <a:buClrTx/>
              <a:defRPr sz="2000" b="1">
                <a:solidFill>
                  <a:schemeClr val="accent1"/>
                </a:solidFill>
              </a:defRPr>
            </a:lvl3pPr>
            <a:lvl4pPr marL="1482725" indent="-317500">
              <a:spcBef>
                <a:spcPts val="0"/>
              </a:spcBef>
              <a:buClrTx/>
              <a:defRPr sz="2000" b="1">
                <a:solidFill>
                  <a:schemeClr val="accent1"/>
                </a:solidFill>
              </a:defRPr>
            </a:lvl4pPr>
            <a:lvl5pPr marL="1797579" indent="-306916">
              <a:spcBef>
                <a:spcPts val="0"/>
              </a:spcBef>
              <a:buClrTx/>
              <a:defRPr sz="2000" b="1">
                <a:solidFill>
                  <a:schemeClr val="accent1"/>
                </a:solidFill>
              </a:defRPr>
            </a:lvl5pPr>
          </a:lstStyle>
          <a:p>
            <a:r>
              <a:t>1行レイアウト タイトル/スライドタイトルを入力</a:t>
            </a:r>
          </a:p>
          <a:p>
            <a:pPr lvl="1"/>
            <a:endParaRPr/>
          </a:p>
          <a:p>
            <a:pPr lvl="2"/>
            <a:endParaRPr/>
          </a:p>
          <a:p>
            <a:pPr lvl="3"/>
            <a:endParaRPr/>
          </a:p>
          <a:p>
            <a:pPr lvl="4"/>
            <a:endParaRPr/>
          </a:p>
        </p:txBody>
      </p:sp>
      <p:sp>
        <p:nvSpPr>
          <p:cNvPr id="230" name="章タイトル/スライドタイトルを入力"/>
          <p:cNvSpPr txBox="1">
            <a:spLocks noGrp="1"/>
          </p:cNvSpPr>
          <p:nvPr>
            <p:ph type="title" hasCustomPrompt="1"/>
          </p:nvPr>
        </p:nvSpPr>
        <p:spPr>
          <a:xfrm>
            <a:off x="201975" y="259238"/>
            <a:ext cx="9504000" cy="299053"/>
          </a:xfrm>
          <a:prstGeom prst="rect">
            <a:avLst/>
          </a:prstGeom>
          <a:noFill/>
        </p:spPr>
        <p:txBody>
          <a:bodyPr anchor="b">
            <a:normAutofit/>
          </a:bodyPr>
          <a:lstStyle>
            <a:lvl1pPr>
              <a:defRPr sz="1400"/>
            </a:lvl1pPr>
          </a:lstStyle>
          <a:p>
            <a:r>
              <a:t>章タイトル/スライドタイトルを入力</a:t>
            </a:r>
          </a:p>
        </p:txBody>
      </p:sp>
      <p:sp>
        <p:nvSpPr>
          <p:cNvPr id="231" name="テキスト プレースホルダー 3"/>
          <p:cNvSpPr>
            <a:spLocks noGrp="1"/>
          </p:cNvSpPr>
          <p:nvPr>
            <p:ph type="body" sz="quarter" idx="21"/>
          </p:nvPr>
        </p:nvSpPr>
        <p:spPr>
          <a:xfrm>
            <a:off x="215844" y="1123653"/>
            <a:ext cx="9504002" cy="426914"/>
          </a:xfrm>
          <a:prstGeom prst="rect">
            <a:avLst/>
          </a:prstGeom>
        </p:spPr>
        <p:txBody>
          <a:bodyPr>
            <a:normAutofit/>
          </a:bodyPr>
          <a:lstStyle/>
          <a:p>
            <a:pPr marL="0" indent="0">
              <a:lnSpc>
                <a:spcPct val="120000"/>
              </a:lnSpc>
              <a:spcBef>
                <a:spcPts val="0"/>
              </a:spcBef>
              <a:buClrTx/>
              <a:buSzTx/>
              <a:buNone/>
              <a:defRPr sz="1800" b="1">
                <a:solidFill>
                  <a:schemeClr val="accent1"/>
                </a:solidFill>
              </a:defRPr>
            </a:pPr>
            <a:endParaRPr/>
          </a:p>
        </p:txBody>
      </p:sp>
      <p:sp>
        <p:nvSpPr>
          <p:cNvPr id="232" name="テキスト プレースホルダー 3"/>
          <p:cNvSpPr>
            <a:spLocks noGrp="1"/>
          </p:cNvSpPr>
          <p:nvPr>
            <p:ph type="body" sz="quarter" idx="22"/>
          </p:nvPr>
        </p:nvSpPr>
        <p:spPr>
          <a:xfrm>
            <a:off x="215844" y="1525406"/>
            <a:ext cx="9504002" cy="279181"/>
          </a:xfrm>
          <a:prstGeom prst="rect">
            <a:avLst/>
          </a:prstGeom>
        </p:spPr>
        <p:txBody>
          <a:bodyPr>
            <a:normAutofit/>
          </a:bodyPr>
          <a:lstStyle/>
          <a:p>
            <a:pPr marL="0" indent="0">
              <a:lnSpc>
                <a:spcPct val="120000"/>
              </a:lnSpc>
              <a:spcBef>
                <a:spcPts val="0"/>
              </a:spcBef>
              <a:buClrTx/>
              <a:buSzTx/>
              <a:buNone/>
              <a:defRPr sz="1000" b="1"/>
            </a:pPr>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タイトルとコンテンツ">
    <p:spTree>
      <p:nvGrpSpPr>
        <p:cNvPr id="1" name=""/>
        <p:cNvGrpSpPr/>
        <p:nvPr/>
      </p:nvGrpSpPr>
      <p:grpSpPr>
        <a:xfrm>
          <a:off x="0" y="0"/>
          <a:ext cx="0" cy="0"/>
          <a:chOff x="0" y="0"/>
          <a:chExt cx="0" cy="0"/>
        </a:xfrm>
      </p:grpSpPr>
      <p:sp>
        <p:nvSpPr>
          <p:cNvPr id="239" name="スライド番号"/>
          <p:cNvSpPr txBox="1">
            <a:spLocks noGrp="1"/>
          </p:cNvSpPr>
          <p:nvPr>
            <p:ph type="sldNum" sz="quarter" idx="2"/>
          </p:nvPr>
        </p:nvSpPr>
        <p:spPr>
          <a:xfrm>
            <a:off x="9723784" y="6620921"/>
            <a:ext cx="182217" cy="177801"/>
          </a:xfrm>
          <a:prstGeom prst="rect">
            <a:avLst/>
          </a:prstGeom>
        </p:spPr>
        <p:txBody>
          <a:bodyPr lIns="0" tIns="0" rIns="0" bIns="0"/>
          <a:lstStyle>
            <a:lvl1pPr>
              <a:defRPr>
                <a:solidFill>
                  <a:schemeClr val="accent1"/>
                </a:solidFill>
              </a:defRPr>
            </a:lvl1pPr>
          </a:lstStyle>
          <a:p>
            <a:fld id="{86CB4B4D-7CA3-9044-876B-883B54F8677D}" type="slidenum">
              <a:t>‹#›</a:t>
            </a:fld>
            <a:endParaRPr/>
          </a:p>
        </p:txBody>
      </p:sp>
      <p:sp>
        <p:nvSpPr>
          <p:cNvPr id="240" name="テキスト ボックス 10"/>
          <p:cNvSpPr txBox="1"/>
          <p:nvPr/>
        </p:nvSpPr>
        <p:spPr>
          <a:xfrm>
            <a:off x="5934824" y="6620361"/>
            <a:ext cx="3119366"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800">
                <a:solidFill>
                  <a:schemeClr val="accent1"/>
                </a:solidFill>
              </a:defRPr>
            </a:pPr>
            <a:r>
              <a:t>Copyrigh</a:t>
            </a:r>
            <a:r>
              <a:rPr spc="-1000"/>
              <a:t>t</a:t>
            </a:r>
            <a:r>
              <a:rPr>
                <a:solidFill>
                  <a:srgbClr val="001279"/>
                </a:solidFill>
              </a:rPr>
              <a:t>（C）</a:t>
            </a:r>
            <a:r>
              <a:t> Nomura Research Institute, Ltd. All rights reserved.</a:t>
            </a:r>
          </a:p>
        </p:txBody>
      </p:sp>
      <p:grpSp>
        <p:nvGrpSpPr>
          <p:cNvPr id="243" name="グループ化 11"/>
          <p:cNvGrpSpPr/>
          <p:nvPr/>
        </p:nvGrpSpPr>
        <p:grpSpPr>
          <a:xfrm>
            <a:off x="9129156" y="6620361"/>
            <a:ext cx="288340" cy="145026"/>
            <a:chOff x="0" y="0"/>
            <a:chExt cx="288338" cy="145025"/>
          </a:xfrm>
        </p:grpSpPr>
        <p:sp>
          <p:nvSpPr>
            <p:cNvPr id="241" name="Freeform 290"/>
            <p:cNvSpPr/>
            <p:nvPr/>
          </p:nvSpPr>
          <p:spPr>
            <a:xfrm>
              <a:off x="249737" y="584"/>
              <a:ext cx="38602" cy="14385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8" y="5312"/>
                  </a:lnTo>
                  <a:lnTo>
                    <a:pt x="1145" y="8034"/>
                  </a:lnTo>
                  <a:lnTo>
                    <a:pt x="1309" y="10800"/>
                  </a:lnTo>
                  <a:lnTo>
                    <a:pt x="1145" y="13610"/>
                  </a:lnTo>
                  <a:lnTo>
                    <a:pt x="818" y="16332"/>
                  </a:lnTo>
                  <a:lnTo>
                    <a:pt x="0" y="21600"/>
                  </a:lnTo>
                  <a:lnTo>
                    <a:pt x="21600" y="21600"/>
                  </a:lnTo>
                  <a:lnTo>
                    <a:pt x="20782" y="16332"/>
                  </a:lnTo>
                  <a:lnTo>
                    <a:pt x="20291" y="13610"/>
                  </a:lnTo>
                  <a:lnTo>
                    <a:pt x="20291" y="8034"/>
                  </a:lnTo>
                  <a:lnTo>
                    <a:pt x="20782" y="5312"/>
                  </a:lnTo>
                  <a:lnTo>
                    <a:pt x="21600" y="0"/>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sp>
          <p:nvSpPr>
            <p:cNvPr id="242" name="Freeform 291"/>
            <p:cNvSpPr/>
            <p:nvPr/>
          </p:nvSpPr>
          <p:spPr>
            <a:xfrm>
              <a:off x="-1" y="0"/>
              <a:ext cx="246230" cy="145026"/>
            </a:xfrm>
            <a:custGeom>
              <a:avLst/>
              <a:gdLst/>
              <a:ahLst/>
              <a:cxnLst>
                <a:cxn ang="0">
                  <a:pos x="wd2" y="hd2"/>
                </a:cxn>
                <a:cxn ang="5400000">
                  <a:pos x="wd2" y="hd2"/>
                </a:cxn>
                <a:cxn ang="10800000">
                  <a:pos x="wd2" y="hd2"/>
                </a:cxn>
                <a:cxn ang="16200000">
                  <a:pos x="wd2" y="hd2"/>
                </a:cxn>
              </a:cxnLst>
              <a:rect l="0" t="0" r="r" b="b"/>
              <a:pathLst>
                <a:path w="21600" h="21600" extrusionOk="0">
                  <a:moveTo>
                    <a:pt x="17167" y="11517"/>
                  </a:moveTo>
                  <a:lnTo>
                    <a:pt x="17859" y="11039"/>
                  </a:lnTo>
                  <a:lnTo>
                    <a:pt x="18423" y="10431"/>
                  </a:lnTo>
                  <a:lnTo>
                    <a:pt x="18961" y="9822"/>
                  </a:lnTo>
                  <a:lnTo>
                    <a:pt x="19396" y="9040"/>
                  </a:lnTo>
                  <a:lnTo>
                    <a:pt x="19730" y="8214"/>
                  </a:lnTo>
                  <a:lnTo>
                    <a:pt x="19986" y="7301"/>
                  </a:lnTo>
                  <a:lnTo>
                    <a:pt x="20088" y="6910"/>
                  </a:lnTo>
                  <a:lnTo>
                    <a:pt x="20140" y="6432"/>
                  </a:lnTo>
                  <a:lnTo>
                    <a:pt x="20191" y="5998"/>
                  </a:lnTo>
                  <a:lnTo>
                    <a:pt x="20191" y="4998"/>
                  </a:lnTo>
                  <a:lnTo>
                    <a:pt x="20140" y="4476"/>
                  </a:lnTo>
                  <a:lnTo>
                    <a:pt x="20088" y="3998"/>
                  </a:lnTo>
                  <a:lnTo>
                    <a:pt x="20011" y="3520"/>
                  </a:lnTo>
                  <a:lnTo>
                    <a:pt x="19883" y="3129"/>
                  </a:lnTo>
                  <a:lnTo>
                    <a:pt x="19730" y="2695"/>
                  </a:lnTo>
                  <a:lnTo>
                    <a:pt x="19601" y="2347"/>
                  </a:lnTo>
                  <a:lnTo>
                    <a:pt x="19396" y="1999"/>
                  </a:lnTo>
                  <a:lnTo>
                    <a:pt x="19012" y="1391"/>
                  </a:lnTo>
                  <a:lnTo>
                    <a:pt x="18551" y="956"/>
                  </a:lnTo>
                  <a:lnTo>
                    <a:pt x="18064" y="608"/>
                  </a:lnTo>
                  <a:lnTo>
                    <a:pt x="17500" y="348"/>
                  </a:lnTo>
                  <a:lnTo>
                    <a:pt x="16937" y="217"/>
                  </a:lnTo>
                  <a:lnTo>
                    <a:pt x="16322" y="87"/>
                  </a:lnTo>
                  <a:lnTo>
                    <a:pt x="15656" y="87"/>
                  </a:lnTo>
                  <a:lnTo>
                    <a:pt x="15015" y="0"/>
                  </a:lnTo>
                  <a:lnTo>
                    <a:pt x="13554" y="87"/>
                  </a:lnTo>
                  <a:lnTo>
                    <a:pt x="12043" y="130"/>
                  </a:lnTo>
                  <a:lnTo>
                    <a:pt x="10582" y="217"/>
                  </a:lnTo>
                  <a:lnTo>
                    <a:pt x="9327" y="217"/>
                  </a:lnTo>
                  <a:lnTo>
                    <a:pt x="9532" y="7258"/>
                  </a:lnTo>
                  <a:lnTo>
                    <a:pt x="9557" y="10561"/>
                  </a:lnTo>
                  <a:lnTo>
                    <a:pt x="9557" y="13603"/>
                  </a:lnTo>
                  <a:lnTo>
                    <a:pt x="7969" y="10518"/>
                  </a:lnTo>
                  <a:lnTo>
                    <a:pt x="6380" y="7171"/>
                  </a:lnTo>
                  <a:lnTo>
                    <a:pt x="4791" y="3738"/>
                  </a:lnTo>
                  <a:lnTo>
                    <a:pt x="3305" y="217"/>
                  </a:lnTo>
                  <a:lnTo>
                    <a:pt x="0" y="217"/>
                  </a:lnTo>
                  <a:lnTo>
                    <a:pt x="179" y="5476"/>
                  </a:lnTo>
                  <a:lnTo>
                    <a:pt x="205" y="8171"/>
                  </a:lnTo>
                  <a:lnTo>
                    <a:pt x="256" y="10909"/>
                  </a:lnTo>
                  <a:lnTo>
                    <a:pt x="205" y="13690"/>
                  </a:lnTo>
                  <a:lnTo>
                    <a:pt x="179" y="16385"/>
                  </a:lnTo>
                  <a:lnTo>
                    <a:pt x="0" y="21600"/>
                  </a:lnTo>
                  <a:lnTo>
                    <a:pt x="2742" y="21600"/>
                  </a:lnTo>
                  <a:lnTo>
                    <a:pt x="2562" y="17732"/>
                  </a:lnTo>
                  <a:lnTo>
                    <a:pt x="2485" y="13864"/>
                  </a:lnTo>
                  <a:lnTo>
                    <a:pt x="2434" y="10344"/>
                  </a:lnTo>
                  <a:lnTo>
                    <a:pt x="2434" y="7171"/>
                  </a:lnTo>
                  <a:lnTo>
                    <a:pt x="4151" y="10518"/>
                  </a:lnTo>
                  <a:lnTo>
                    <a:pt x="5893" y="14081"/>
                  </a:lnTo>
                  <a:lnTo>
                    <a:pt x="7661" y="17819"/>
                  </a:lnTo>
                  <a:lnTo>
                    <a:pt x="8456" y="19731"/>
                  </a:lnTo>
                  <a:lnTo>
                    <a:pt x="9275" y="21600"/>
                  </a:lnTo>
                  <a:lnTo>
                    <a:pt x="12120" y="21600"/>
                  </a:lnTo>
                  <a:lnTo>
                    <a:pt x="11991" y="16385"/>
                  </a:lnTo>
                  <a:lnTo>
                    <a:pt x="11966" y="13690"/>
                  </a:lnTo>
                  <a:lnTo>
                    <a:pt x="11915" y="10909"/>
                  </a:lnTo>
                  <a:lnTo>
                    <a:pt x="11915" y="6910"/>
                  </a:lnTo>
                  <a:lnTo>
                    <a:pt x="11991" y="2955"/>
                  </a:lnTo>
                  <a:lnTo>
                    <a:pt x="12863" y="2912"/>
                  </a:lnTo>
                  <a:lnTo>
                    <a:pt x="13913" y="2912"/>
                  </a:lnTo>
                  <a:lnTo>
                    <a:pt x="14554" y="2955"/>
                  </a:lnTo>
                  <a:lnTo>
                    <a:pt x="15143" y="3129"/>
                  </a:lnTo>
                  <a:lnTo>
                    <a:pt x="15630" y="3477"/>
                  </a:lnTo>
                  <a:lnTo>
                    <a:pt x="15835" y="3651"/>
                  </a:lnTo>
                  <a:lnTo>
                    <a:pt x="16142" y="4085"/>
                  </a:lnTo>
                  <a:lnTo>
                    <a:pt x="16270" y="4346"/>
                  </a:lnTo>
                  <a:lnTo>
                    <a:pt x="16475" y="4911"/>
                  </a:lnTo>
                  <a:lnTo>
                    <a:pt x="16604" y="5520"/>
                  </a:lnTo>
                  <a:lnTo>
                    <a:pt x="16629" y="6302"/>
                  </a:lnTo>
                  <a:lnTo>
                    <a:pt x="16604" y="6693"/>
                  </a:lnTo>
                  <a:lnTo>
                    <a:pt x="16552" y="7171"/>
                  </a:lnTo>
                  <a:lnTo>
                    <a:pt x="16475" y="7606"/>
                  </a:lnTo>
                  <a:lnTo>
                    <a:pt x="16347" y="7997"/>
                  </a:lnTo>
                  <a:lnTo>
                    <a:pt x="16245" y="8344"/>
                  </a:lnTo>
                  <a:lnTo>
                    <a:pt x="15835" y="9040"/>
                  </a:lnTo>
                  <a:lnTo>
                    <a:pt x="15630" y="9344"/>
                  </a:lnTo>
                  <a:lnTo>
                    <a:pt x="15092" y="9866"/>
                  </a:lnTo>
                  <a:lnTo>
                    <a:pt x="14528" y="10300"/>
                  </a:lnTo>
                  <a:lnTo>
                    <a:pt x="13888" y="10648"/>
                  </a:lnTo>
                  <a:lnTo>
                    <a:pt x="13196" y="10996"/>
                  </a:lnTo>
                  <a:lnTo>
                    <a:pt x="14272" y="13386"/>
                  </a:lnTo>
                  <a:lnTo>
                    <a:pt x="15451" y="16080"/>
                  </a:lnTo>
                  <a:lnTo>
                    <a:pt x="16604" y="18905"/>
                  </a:lnTo>
                  <a:lnTo>
                    <a:pt x="17654" y="21600"/>
                  </a:lnTo>
                  <a:lnTo>
                    <a:pt x="21600" y="21600"/>
                  </a:lnTo>
                  <a:lnTo>
                    <a:pt x="19166" y="16298"/>
                  </a:lnTo>
                  <a:lnTo>
                    <a:pt x="18115" y="13821"/>
                  </a:lnTo>
                  <a:lnTo>
                    <a:pt x="17167" y="11517"/>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grpSp>
      <p:sp>
        <p:nvSpPr>
          <p:cNvPr id="244" name="タイトルテキスト"/>
          <p:cNvSpPr txBox="1">
            <a:spLocks noGrp="1"/>
          </p:cNvSpPr>
          <p:nvPr>
            <p:ph type="title"/>
          </p:nvPr>
        </p:nvSpPr>
        <p:spPr>
          <a:xfrm>
            <a:off x="201000" y="259199"/>
            <a:ext cx="9504000" cy="380481"/>
          </a:xfrm>
          <a:prstGeom prst="rect">
            <a:avLst/>
          </a:prstGeom>
        </p:spPr>
        <p:txBody>
          <a:bodyPr>
            <a:normAutofit/>
          </a:bodyPr>
          <a:lstStyle/>
          <a:p>
            <a:r>
              <a:t>タイトルテキスト</a:t>
            </a:r>
          </a:p>
        </p:txBody>
      </p:sp>
      <p:sp>
        <p:nvSpPr>
          <p:cNvPr id="245" name="本文レベル1…"/>
          <p:cNvSpPr txBox="1">
            <a:spLocks noGrp="1"/>
          </p:cNvSpPr>
          <p:nvPr>
            <p:ph type="body" idx="1"/>
          </p:nvPr>
        </p:nvSpPr>
        <p:spPr>
          <a:xfrm>
            <a:off x="201000" y="863999"/>
            <a:ext cx="9504000" cy="5589336"/>
          </a:xfrm>
          <a:prstGeom prst="rect">
            <a:avLst/>
          </a:prstGeom>
        </p:spPr>
        <p:txBody>
          <a:bodyPr>
            <a:normAutofit/>
          </a:bodyPr>
          <a:lstStyle/>
          <a:p>
            <a:r>
              <a:t>本文レベル1</a:t>
            </a:r>
          </a:p>
          <a:p>
            <a:pPr lvl="1"/>
            <a:r>
              <a:t>本文レベル2</a:t>
            </a:r>
          </a:p>
          <a:p>
            <a:pPr lvl="2"/>
            <a:r>
              <a:t>本文レベル3</a:t>
            </a:r>
          </a:p>
          <a:p>
            <a:pPr lvl="3"/>
            <a:r>
              <a:t>本文レベル4</a:t>
            </a:r>
          </a:p>
          <a:p>
            <a:pPr lvl="4"/>
            <a:r>
              <a:t>本文レベル5</a:t>
            </a: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章＋1行タイトル（説明文あり）">
    <p:spTree>
      <p:nvGrpSpPr>
        <p:cNvPr id="1" name=""/>
        <p:cNvGrpSpPr/>
        <p:nvPr/>
      </p:nvGrpSpPr>
      <p:grpSpPr>
        <a:xfrm>
          <a:off x="0" y="0"/>
          <a:ext cx="0" cy="0"/>
          <a:chOff x="0" y="0"/>
          <a:chExt cx="0" cy="0"/>
        </a:xfrm>
      </p:grpSpPr>
      <p:sp>
        <p:nvSpPr>
          <p:cNvPr id="252" name="スライド番号"/>
          <p:cNvSpPr txBox="1">
            <a:spLocks noGrp="1"/>
          </p:cNvSpPr>
          <p:nvPr>
            <p:ph type="sldNum" sz="quarter" idx="2"/>
          </p:nvPr>
        </p:nvSpPr>
        <p:spPr>
          <a:xfrm>
            <a:off x="9723784" y="6620921"/>
            <a:ext cx="182217" cy="177801"/>
          </a:xfrm>
          <a:prstGeom prst="rect">
            <a:avLst/>
          </a:prstGeom>
        </p:spPr>
        <p:txBody>
          <a:bodyPr lIns="0" tIns="0" rIns="0" bIns="0"/>
          <a:lstStyle>
            <a:lvl1pPr>
              <a:defRPr>
                <a:solidFill>
                  <a:schemeClr val="accent1"/>
                </a:solidFill>
              </a:defRPr>
            </a:lvl1pPr>
          </a:lstStyle>
          <a:p>
            <a:fld id="{86CB4B4D-7CA3-9044-876B-883B54F8677D}" type="slidenum">
              <a:t>‹#›</a:t>
            </a:fld>
            <a:endParaRPr/>
          </a:p>
        </p:txBody>
      </p:sp>
      <p:sp>
        <p:nvSpPr>
          <p:cNvPr id="253" name="テキスト ボックス 10"/>
          <p:cNvSpPr txBox="1"/>
          <p:nvPr/>
        </p:nvSpPr>
        <p:spPr>
          <a:xfrm>
            <a:off x="5934824" y="6620361"/>
            <a:ext cx="3119366"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800">
                <a:solidFill>
                  <a:schemeClr val="accent1"/>
                </a:solidFill>
              </a:defRPr>
            </a:pPr>
            <a:r>
              <a:t>Copyrigh</a:t>
            </a:r>
            <a:r>
              <a:rPr spc="-1000"/>
              <a:t>t</a:t>
            </a:r>
            <a:r>
              <a:rPr>
                <a:solidFill>
                  <a:srgbClr val="001279"/>
                </a:solidFill>
              </a:rPr>
              <a:t>（C）</a:t>
            </a:r>
            <a:r>
              <a:t> Nomura Research Institute, Ltd. All rights reserved.</a:t>
            </a:r>
          </a:p>
        </p:txBody>
      </p:sp>
      <p:grpSp>
        <p:nvGrpSpPr>
          <p:cNvPr id="256" name="グループ化 11"/>
          <p:cNvGrpSpPr/>
          <p:nvPr/>
        </p:nvGrpSpPr>
        <p:grpSpPr>
          <a:xfrm>
            <a:off x="9129156" y="6620361"/>
            <a:ext cx="288340" cy="145026"/>
            <a:chOff x="0" y="0"/>
            <a:chExt cx="288338" cy="145025"/>
          </a:xfrm>
        </p:grpSpPr>
        <p:sp>
          <p:nvSpPr>
            <p:cNvPr id="254" name="Freeform 290"/>
            <p:cNvSpPr/>
            <p:nvPr/>
          </p:nvSpPr>
          <p:spPr>
            <a:xfrm>
              <a:off x="249737" y="584"/>
              <a:ext cx="38602" cy="14385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8" y="5312"/>
                  </a:lnTo>
                  <a:lnTo>
                    <a:pt x="1145" y="8034"/>
                  </a:lnTo>
                  <a:lnTo>
                    <a:pt x="1309" y="10800"/>
                  </a:lnTo>
                  <a:lnTo>
                    <a:pt x="1145" y="13610"/>
                  </a:lnTo>
                  <a:lnTo>
                    <a:pt x="818" y="16332"/>
                  </a:lnTo>
                  <a:lnTo>
                    <a:pt x="0" y="21600"/>
                  </a:lnTo>
                  <a:lnTo>
                    <a:pt x="21600" y="21600"/>
                  </a:lnTo>
                  <a:lnTo>
                    <a:pt x="20782" y="16332"/>
                  </a:lnTo>
                  <a:lnTo>
                    <a:pt x="20291" y="13610"/>
                  </a:lnTo>
                  <a:lnTo>
                    <a:pt x="20291" y="8034"/>
                  </a:lnTo>
                  <a:lnTo>
                    <a:pt x="20782" y="5312"/>
                  </a:lnTo>
                  <a:lnTo>
                    <a:pt x="21600" y="0"/>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sp>
          <p:nvSpPr>
            <p:cNvPr id="255" name="Freeform 291"/>
            <p:cNvSpPr/>
            <p:nvPr/>
          </p:nvSpPr>
          <p:spPr>
            <a:xfrm>
              <a:off x="-1" y="0"/>
              <a:ext cx="246230" cy="145026"/>
            </a:xfrm>
            <a:custGeom>
              <a:avLst/>
              <a:gdLst/>
              <a:ahLst/>
              <a:cxnLst>
                <a:cxn ang="0">
                  <a:pos x="wd2" y="hd2"/>
                </a:cxn>
                <a:cxn ang="5400000">
                  <a:pos x="wd2" y="hd2"/>
                </a:cxn>
                <a:cxn ang="10800000">
                  <a:pos x="wd2" y="hd2"/>
                </a:cxn>
                <a:cxn ang="16200000">
                  <a:pos x="wd2" y="hd2"/>
                </a:cxn>
              </a:cxnLst>
              <a:rect l="0" t="0" r="r" b="b"/>
              <a:pathLst>
                <a:path w="21600" h="21600" extrusionOk="0">
                  <a:moveTo>
                    <a:pt x="17167" y="11517"/>
                  </a:moveTo>
                  <a:lnTo>
                    <a:pt x="17859" y="11039"/>
                  </a:lnTo>
                  <a:lnTo>
                    <a:pt x="18423" y="10431"/>
                  </a:lnTo>
                  <a:lnTo>
                    <a:pt x="18961" y="9822"/>
                  </a:lnTo>
                  <a:lnTo>
                    <a:pt x="19396" y="9040"/>
                  </a:lnTo>
                  <a:lnTo>
                    <a:pt x="19730" y="8214"/>
                  </a:lnTo>
                  <a:lnTo>
                    <a:pt x="19986" y="7301"/>
                  </a:lnTo>
                  <a:lnTo>
                    <a:pt x="20088" y="6910"/>
                  </a:lnTo>
                  <a:lnTo>
                    <a:pt x="20140" y="6432"/>
                  </a:lnTo>
                  <a:lnTo>
                    <a:pt x="20191" y="5998"/>
                  </a:lnTo>
                  <a:lnTo>
                    <a:pt x="20191" y="4998"/>
                  </a:lnTo>
                  <a:lnTo>
                    <a:pt x="20140" y="4476"/>
                  </a:lnTo>
                  <a:lnTo>
                    <a:pt x="20088" y="3998"/>
                  </a:lnTo>
                  <a:lnTo>
                    <a:pt x="20011" y="3520"/>
                  </a:lnTo>
                  <a:lnTo>
                    <a:pt x="19883" y="3129"/>
                  </a:lnTo>
                  <a:lnTo>
                    <a:pt x="19730" y="2695"/>
                  </a:lnTo>
                  <a:lnTo>
                    <a:pt x="19601" y="2347"/>
                  </a:lnTo>
                  <a:lnTo>
                    <a:pt x="19396" y="1999"/>
                  </a:lnTo>
                  <a:lnTo>
                    <a:pt x="19012" y="1391"/>
                  </a:lnTo>
                  <a:lnTo>
                    <a:pt x="18551" y="956"/>
                  </a:lnTo>
                  <a:lnTo>
                    <a:pt x="18064" y="608"/>
                  </a:lnTo>
                  <a:lnTo>
                    <a:pt x="17500" y="348"/>
                  </a:lnTo>
                  <a:lnTo>
                    <a:pt x="16937" y="217"/>
                  </a:lnTo>
                  <a:lnTo>
                    <a:pt x="16322" y="87"/>
                  </a:lnTo>
                  <a:lnTo>
                    <a:pt x="15656" y="87"/>
                  </a:lnTo>
                  <a:lnTo>
                    <a:pt x="15015" y="0"/>
                  </a:lnTo>
                  <a:lnTo>
                    <a:pt x="13554" y="87"/>
                  </a:lnTo>
                  <a:lnTo>
                    <a:pt x="12043" y="130"/>
                  </a:lnTo>
                  <a:lnTo>
                    <a:pt x="10582" y="217"/>
                  </a:lnTo>
                  <a:lnTo>
                    <a:pt x="9327" y="217"/>
                  </a:lnTo>
                  <a:lnTo>
                    <a:pt x="9532" y="7258"/>
                  </a:lnTo>
                  <a:lnTo>
                    <a:pt x="9557" y="10561"/>
                  </a:lnTo>
                  <a:lnTo>
                    <a:pt x="9557" y="13603"/>
                  </a:lnTo>
                  <a:lnTo>
                    <a:pt x="7969" y="10518"/>
                  </a:lnTo>
                  <a:lnTo>
                    <a:pt x="6380" y="7171"/>
                  </a:lnTo>
                  <a:lnTo>
                    <a:pt x="4791" y="3738"/>
                  </a:lnTo>
                  <a:lnTo>
                    <a:pt x="3305" y="217"/>
                  </a:lnTo>
                  <a:lnTo>
                    <a:pt x="0" y="217"/>
                  </a:lnTo>
                  <a:lnTo>
                    <a:pt x="179" y="5476"/>
                  </a:lnTo>
                  <a:lnTo>
                    <a:pt x="205" y="8171"/>
                  </a:lnTo>
                  <a:lnTo>
                    <a:pt x="256" y="10909"/>
                  </a:lnTo>
                  <a:lnTo>
                    <a:pt x="205" y="13690"/>
                  </a:lnTo>
                  <a:lnTo>
                    <a:pt x="179" y="16385"/>
                  </a:lnTo>
                  <a:lnTo>
                    <a:pt x="0" y="21600"/>
                  </a:lnTo>
                  <a:lnTo>
                    <a:pt x="2742" y="21600"/>
                  </a:lnTo>
                  <a:lnTo>
                    <a:pt x="2562" y="17732"/>
                  </a:lnTo>
                  <a:lnTo>
                    <a:pt x="2485" y="13864"/>
                  </a:lnTo>
                  <a:lnTo>
                    <a:pt x="2434" y="10344"/>
                  </a:lnTo>
                  <a:lnTo>
                    <a:pt x="2434" y="7171"/>
                  </a:lnTo>
                  <a:lnTo>
                    <a:pt x="4151" y="10518"/>
                  </a:lnTo>
                  <a:lnTo>
                    <a:pt x="5893" y="14081"/>
                  </a:lnTo>
                  <a:lnTo>
                    <a:pt x="7661" y="17819"/>
                  </a:lnTo>
                  <a:lnTo>
                    <a:pt x="8456" y="19731"/>
                  </a:lnTo>
                  <a:lnTo>
                    <a:pt x="9275" y="21600"/>
                  </a:lnTo>
                  <a:lnTo>
                    <a:pt x="12120" y="21600"/>
                  </a:lnTo>
                  <a:lnTo>
                    <a:pt x="11991" y="16385"/>
                  </a:lnTo>
                  <a:lnTo>
                    <a:pt x="11966" y="13690"/>
                  </a:lnTo>
                  <a:lnTo>
                    <a:pt x="11915" y="10909"/>
                  </a:lnTo>
                  <a:lnTo>
                    <a:pt x="11915" y="6910"/>
                  </a:lnTo>
                  <a:lnTo>
                    <a:pt x="11991" y="2955"/>
                  </a:lnTo>
                  <a:lnTo>
                    <a:pt x="12863" y="2912"/>
                  </a:lnTo>
                  <a:lnTo>
                    <a:pt x="13913" y="2912"/>
                  </a:lnTo>
                  <a:lnTo>
                    <a:pt x="14554" y="2955"/>
                  </a:lnTo>
                  <a:lnTo>
                    <a:pt x="15143" y="3129"/>
                  </a:lnTo>
                  <a:lnTo>
                    <a:pt x="15630" y="3477"/>
                  </a:lnTo>
                  <a:lnTo>
                    <a:pt x="15835" y="3651"/>
                  </a:lnTo>
                  <a:lnTo>
                    <a:pt x="16142" y="4085"/>
                  </a:lnTo>
                  <a:lnTo>
                    <a:pt x="16270" y="4346"/>
                  </a:lnTo>
                  <a:lnTo>
                    <a:pt x="16475" y="4911"/>
                  </a:lnTo>
                  <a:lnTo>
                    <a:pt x="16604" y="5520"/>
                  </a:lnTo>
                  <a:lnTo>
                    <a:pt x="16629" y="6302"/>
                  </a:lnTo>
                  <a:lnTo>
                    <a:pt x="16604" y="6693"/>
                  </a:lnTo>
                  <a:lnTo>
                    <a:pt x="16552" y="7171"/>
                  </a:lnTo>
                  <a:lnTo>
                    <a:pt x="16475" y="7606"/>
                  </a:lnTo>
                  <a:lnTo>
                    <a:pt x="16347" y="7997"/>
                  </a:lnTo>
                  <a:lnTo>
                    <a:pt x="16245" y="8344"/>
                  </a:lnTo>
                  <a:lnTo>
                    <a:pt x="15835" y="9040"/>
                  </a:lnTo>
                  <a:lnTo>
                    <a:pt x="15630" y="9344"/>
                  </a:lnTo>
                  <a:lnTo>
                    <a:pt x="15092" y="9866"/>
                  </a:lnTo>
                  <a:lnTo>
                    <a:pt x="14528" y="10300"/>
                  </a:lnTo>
                  <a:lnTo>
                    <a:pt x="13888" y="10648"/>
                  </a:lnTo>
                  <a:lnTo>
                    <a:pt x="13196" y="10996"/>
                  </a:lnTo>
                  <a:lnTo>
                    <a:pt x="14272" y="13386"/>
                  </a:lnTo>
                  <a:lnTo>
                    <a:pt x="15451" y="16080"/>
                  </a:lnTo>
                  <a:lnTo>
                    <a:pt x="16604" y="18905"/>
                  </a:lnTo>
                  <a:lnTo>
                    <a:pt x="17654" y="21600"/>
                  </a:lnTo>
                  <a:lnTo>
                    <a:pt x="21600" y="21600"/>
                  </a:lnTo>
                  <a:lnTo>
                    <a:pt x="19166" y="16298"/>
                  </a:lnTo>
                  <a:lnTo>
                    <a:pt x="18115" y="13821"/>
                  </a:lnTo>
                  <a:lnTo>
                    <a:pt x="17167" y="11517"/>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grpSp>
      <p:sp>
        <p:nvSpPr>
          <p:cNvPr id="257" name="本文レベル1…"/>
          <p:cNvSpPr txBox="1">
            <a:spLocks noGrp="1"/>
          </p:cNvSpPr>
          <p:nvPr>
            <p:ph type="body" idx="1"/>
          </p:nvPr>
        </p:nvSpPr>
        <p:spPr>
          <a:xfrm>
            <a:off x="497659" y="1086567"/>
            <a:ext cx="8916118" cy="5291376"/>
          </a:xfrm>
          <a:prstGeom prst="rect">
            <a:avLst/>
          </a:prstGeom>
        </p:spPr>
        <p:txBody>
          <a:bodyPr>
            <a:normAutofit/>
          </a:bodyPr>
          <a:lstStyle>
            <a:lvl1pPr marL="147768" indent="-147768">
              <a:lnSpc>
                <a:spcPct val="120000"/>
              </a:lnSpc>
              <a:spcBef>
                <a:spcPts val="0"/>
              </a:spcBef>
              <a:buClr>
                <a:srgbClr val="CCCCCC"/>
              </a:buClr>
              <a:defRPr sz="1000">
                <a:latin typeface="UD デジタル 教科書体 N-R"/>
                <a:ea typeface="UD デジタル 教科書体 N-R"/>
                <a:cs typeface="UD デジタル 教科書体 N-R"/>
                <a:sym typeface="UD デジタル 教科書体 N-R"/>
              </a:defRPr>
            </a:lvl1pPr>
            <a:lvl2pPr marL="262149" indent="-86085">
              <a:lnSpc>
                <a:spcPct val="120000"/>
              </a:lnSpc>
              <a:spcBef>
                <a:spcPts val="0"/>
              </a:spcBef>
              <a:buClr>
                <a:srgbClr val="CCCCCC"/>
              </a:buClr>
              <a:defRPr sz="1000">
                <a:latin typeface="UD デジタル 教科書体 N-R"/>
                <a:ea typeface="UD デジタル 教科書体 N-R"/>
                <a:cs typeface="UD デジタル 教科書体 N-R"/>
                <a:sym typeface="UD デジタル 教科書体 N-R"/>
              </a:defRPr>
            </a:lvl2pPr>
            <a:lvl3pPr marL="455130" indent="-130251">
              <a:lnSpc>
                <a:spcPct val="120000"/>
              </a:lnSpc>
              <a:spcBef>
                <a:spcPts val="0"/>
              </a:spcBef>
              <a:buClr>
                <a:srgbClr val="CCCCCC"/>
              </a:buClr>
              <a:defRPr sz="1000">
                <a:latin typeface="UD デジタル 教科書体 N-R"/>
                <a:ea typeface="UD デジタル 教科書体 N-R"/>
                <a:cs typeface="UD デジタル 教科書体 N-R"/>
                <a:sym typeface="UD デジタル 教科書体 N-R"/>
              </a:defRPr>
            </a:lvl3pPr>
            <a:lvl4pPr marL="595412" indent="-122765">
              <a:lnSpc>
                <a:spcPct val="120000"/>
              </a:lnSpc>
              <a:spcBef>
                <a:spcPts val="0"/>
              </a:spcBef>
              <a:buClr>
                <a:srgbClr val="CCCCCC"/>
              </a:buClr>
              <a:defRPr sz="1000">
                <a:latin typeface="UD デジタル 教科書体 N-R"/>
                <a:ea typeface="UD デジタル 教科書体 N-R"/>
                <a:cs typeface="UD デジタル 教科書体 N-R"/>
                <a:sym typeface="UD デジタル 教科書体 N-R"/>
              </a:defRPr>
            </a:lvl4pPr>
            <a:lvl5pPr marL="663033" indent="-69866">
              <a:lnSpc>
                <a:spcPct val="120000"/>
              </a:lnSpc>
              <a:spcBef>
                <a:spcPts val="0"/>
              </a:spcBef>
              <a:buClr>
                <a:srgbClr val="CCCCCC"/>
              </a:buClr>
              <a:buChar char="-"/>
              <a:defRPr sz="1000">
                <a:latin typeface="UD デジタル 教科書体 N-R"/>
                <a:ea typeface="UD デジタル 教科書体 N-R"/>
                <a:cs typeface="UD デジタル 教科書体 N-R"/>
                <a:sym typeface="UD デジタル 教科書体 N-R"/>
              </a:defRPr>
            </a:lvl5pPr>
          </a:lstStyle>
          <a:p>
            <a:r>
              <a:t>本文レベル1</a:t>
            </a:r>
          </a:p>
          <a:p>
            <a:pPr lvl="1"/>
            <a:r>
              <a:t>本文レベル2</a:t>
            </a:r>
          </a:p>
          <a:p>
            <a:pPr lvl="2"/>
            <a:r>
              <a:t>本文レベル3</a:t>
            </a:r>
          </a:p>
          <a:p>
            <a:pPr lvl="3"/>
            <a:r>
              <a:t>本文レベル4</a:t>
            </a:r>
          </a:p>
          <a:p>
            <a:pPr lvl="4"/>
            <a:r>
              <a:t>本文レベル5</a:t>
            </a:r>
          </a:p>
        </p:txBody>
      </p:sp>
      <p:sp>
        <p:nvSpPr>
          <p:cNvPr id="258" name="テキスト プレースホルダー 18"/>
          <p:cNvSpPr>
            <a:spLocks noGrp="1"/>
          </p:cNvSpPr>
          <p:nvPr>
            <p:ph type="body" sz="quarter" idx="21" hasCustomPrompt="1"/>
          </p:nvPr>
        </p:nvSpPr>
        <p:spPr>
          <a:xfrm>
            <a:off x="488950" y="238182"/>
            <a:ext cx="8928101" cy="301423"/>
          </a:xfrm>
          <a:prstGeom prst="rect">
            <a:avLst/>
          </a:prstGeom>
        </p:spPr>
        <p:txBody>
          <a:bodyPr anchor="ctr">
            <a:normAutofit/>
          </a:bodyPr>
          <a:lstStyle>
            <a:lvl1pPr marL="0" indent="0">
              <a:buClrTx/>
              <a:buSzTx/>
              <a:buNone/>
              <a:defRPr sz="900" b="1">
                <a:solidFill>
                  <a:srgbClr val="CCCCCC"/>
                </a:solidFill>
                <a:latin typeface="UD デジタル 教科書体 N-B"/>
                <a:ea typeface="UD デジタル 教科書体 N-B"/>
                <a:cs typeface="UD デジタル 教科書体 N-B"/>
                <a:sym typeface="UD デジタル 教科書体 N-B"/>
              </a:defRPr>
            </a:lvl1pPr>
          </a:lstStyle>
          <a:p>
            <a:r>
              <a:t>章タイトルを入力</a:t>
            </a:r>
          </a:p>
        </p:txBody>
      </p:sp>
      <p:sp>
        <p:nvSpPr>
          <p:cNvPr id="259" name="タイトルテキスト"/>
          <p:cNvSpPr txBox="1">
            <a:spLocks noGrp="1"/>
          </p:cNvSpPr>
          <p:nvPr>
            <p:ph type="title"/>
          </p:nvPr>
        </p:nvSpPr>
        <p:spPr>
          <a:xfrm>
            <a:off x="488951" y="547918"/>
            <a:ext cx="8928100" cy="397566"/>
          </a:xfrm>
          <a:prstGeom prst="rect">
            <a:avLst/>
          </a:prstGeom>
        </p:spPr>
        <p:txBody>
          <a:bodyPr anchor="ctr">
            <a:normAutofit/>
          </a:bodyPr>
          <a:lstStyle>
            <a:lvl1pPr>
              <a:defRPr>
                <a:latin typeface="UD デジタル 教科書体 N-B"/>
                <a:ea typeface="UD デジタル 教科書体 N-B"/>
                <a:cs typeface="UD デジタル 教科書体 N-B"/>
                <a:sym typeface="UD デジタル 教科書体 N-B"/>
              </a:defRPr>
            </a:lvl1pPr>
          </a:lstStyle>
          <a:p>
            <a:r>
              <a:t>タイトルテキスト</a:t>
            </a:r>
          </a:p>
        </p:txBody>
      </p:sp>
      <p:sp>
        <p:nvSpPr>
          <p:cNvPr id="260" name="正方形/長方形 4"/>
          <p:cNvSpPr/>
          <p:nvPr/>
        </p:nvSpPr>
        <p:spPr>
          <a:xfrm>
            <a:off x="343527" y="262399"/>
            <a:ext cx="87170" cy="604301"/>
          </a:xfrm>
          <a:prstGeom prst="rect">
            <a:avLst/>
          </a:prstGeom>
          <a:solidFill>
            <a:srgbClr val="CCCCCC"/>
          </a:solidFill>
          <a:ln w="12700">
            <a:miter lim="400000"/>
          </a:ln>
        </p:spPr>
        <p:txBody>
          <a:bodyPr lIns="45719" rIns="45719" anchor="ctr"/>
          <a:lstStyle/>
          <a:p>
            <a:pPr algn="ctr">
              <a:defRPr sz="1200">
                <a:solidFill>
                  <a:srgbClr val="FFFFFF"/>
                </a:solidFill>
              </a:defRPr>
            </a:pPr>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表紙（デジタル）">
    <p:spTree>
      <p:nvGrpSpPr>
        <p:cNvPr id="1" name=""/>
        <p:cNvGrpSpPr/>
        <p:nvPr/>
      </p:nvGrpSpPr>
      <p:grpSpPr>
        <a:xfrm>
          <a:off x="0" y="0"/>
          <a:ext cx="0" cy="0"/>
          <a:chOff x="0" y="0"/>
          <a:chExt cx="0" cy="0"/>
        </a:xfrm>
      </p:grpSpPr>
      <p:sp>
        <p:nvSpPr>
          <p:cNvPr id="267" name="タイトルテキスト"/>
          <p:cNvSpPr txBox="1">
            <a:spLocks noGrp="1"/>
          </p:cNvSpPr>
          <p:nvPr>
            <p:ph type="title"/>
          </p:nvPr>
        </p:nvSpPr>
        <p:spPr>
          <a:xfrm>
            <a:off x="492767" y="2986964"/>
            <a:ext cx="6332444" cy="442036"/>
          </a:xfrm>
          <a:prstGeom prst="rect">
            <a:avLst/>
          </a:prstGeom>
          <a:noFill/>
        </p:spPr>
        <p:txBody>
          <a:bodyPr anchor="b">
            <a:normAutofit/>
          </a:bodyPr>
          <a:lstStyle>
            <a:lvl1pPr>
              <a:defRPr sz="2400"/>
            </a:lvl1pPr>
          </a:lstStyle>
          <a:p>
            <a:r>
              <a:t>タイトルテキスト</a:t>
            </a:r>
          </a:p>
        </p:txBody>
      </p:sp>
      <p:sp>
        <p:nvSpPr>
          <p:cNvPr id="268" name="本文レベル1…"/>
          <p:cNvSpPr txBox="1">
            <a:spLocks noGrp="1"/>
          </p:cNvSpPr>
          <p:nvPr>
            <p:ph type="body" sz="quarter" idx="1" hasCustomPrompt="1"/>
          </p:nvPr>
        </p:nvSpPr>
        <p:spPr>
          <a:xfrm>
            <a:off x="492391" y="686668"/>
            <a:ext cx="6332819" cy="365358"/>
          </a:xfrm>
          <a:prstGeom prst="rect">
            <a:avLst/>
          </a:prstGeom>
        </p:spPr>
        <p:txBody>
          <a:bodyPr lIns="0" tIns="0" rIns="0" bIns="0" anchor="ctr">
            <a:normAutofit/>
          </a:bodyPr>
          <a:lstStyle>
            <a:lvl1pPr marL="0" indent="0">
              <a:lnSpc>
                <a:spcPct val="110000"/>
              </a:lnSpc>
              <a:spcBef>
                <a:spcPts val="0"/>
              </a:spcBef>
              <a:buClrTx/>
              <a:buSzTx/>
              <a:buNone/>
              <a:defRPr b="1">
                <a:solidFill>
                  <a:schemeClr val="accent1"/>
                </a:solidFill>
              </a:defRPr>
            </a:lvl1pPr>
            <a:lvl2pPr marL="0" indent="495284">
              <a:lnSpc>
                <a:spcPct val="110000"/>
              </a:lnSpc>
              <a:spcBef>
                <a:spcPts val="0"/>
              </a:spcBef>
              <a:buClrTx/>
              <a:buSzTx/>
              <a:buNone/>
              <a:defRPr b="1">
                <a:solidFill>
                  <a:schemeClr val="accent1"/>
                </a:solidFill>
              </a:defRPr>
            </a:lvl2pPr>
            <a:lvl3pPr marL="0" indent="990569">
              <a:lnSpc>
                <a:spcPct val="110000"/>
              </a:lnSpc>
              <a:spcBef>
                <a:spcPts val="0"/>
              </a:spcBef>
              <a:buClrTx/>
              <a:buSzTx/>
              <a:buNone/>
              <a:defRPr b="1">
                <a:solidFill>
                  <a:schemeClr val="accent1"/>
                </a:solidFill>
              </a:defRPr>
            </a:lvl3pPr>
            <a:lvl4pPr marL="0" indent="1485853">
              <a:lnSpc>
                <a:spcPct val="110000"/>
              </a:lnSpc>
              <a:spcBef>
                <a:spcPts val="0"/>
              </a:spcBef>
              <a:buClrTx/>
              <a:buSzTx/>
              <a:buNone/>
              <a:defRPr b="1">
                <a:solidFill>
                  <a:schemeClr val="accent1"/>
                </a:solidFill>
              </a:defRPr>
            </a:lvl4pPr>
            <a:lvl5pPr marL="0" indent="1981138">
              <a:lnSpc>
                <a:spcPct val="110000"/>
              </a:lnSpc>
              <a:spcBef>
                <a:spcPts val="0"/>
              </a:spcBef>
              <a:buClrTx/>
              <a:buSzTx/>
              <a:buNone/>
              <a:defRPr b="1">
                <a:solidFill>
                  <a:schemeClr val="accent1"/>
                </a:solidFill>
              </a:defRPr>
            </a:lvl5pPr>
          </a:lstStyle>
          <a:p>
            <a:r>
              <a:t>資料名など</a:t>
            </a:r>
          </a:p>
          <a:p>
            <a:pPr lvl="1"/>
            <a:endParaRPr/>
          </a:p>
          <a:p>
            <a:pPr lvl="2"/>
            <a:endParaRPr/>
          </a:p>
          <a:p>
            <a:pPr lvl="3"/>
            <a:endParaRPr/>
          </a:p>
          <a:p>
            <a:pPr lvl="4"/>
            <a:endParaRPr/>
          </a:p>
        </p:txBody>
      </p:sp>
      <p:sp>
        <p:nvSpPr>
          <p:cNvPr id="269" name="テキスト プレースホルダー 14"/>
          <p:cNvSpPr>
            <a:spLocks noGrp="1"/>
          </p:cNvSpPr>
          <p:nvPr>
            <p:ph type="body" sz="quarter" idx="21" hasCustomPrompt="1"/>
          </p:nvPr>
        </p:nvSpPr>
        <p:spPr>
          <a:xfrm>
            <a:off x="492389" y="5435999"/>
            <a:ext cx="6332443" cy="252001"/>
          </a:xfrm>
          <a:prstGeom prst="rect">
            <a:avLst/>
          </a:prstGeom>
        </p:spPr>
        <p:txBody>
          <a:bodyPr lIns="0" tIns="0" rIns="0" bIns="0" anchor="ctr">
            <a:normAutofit/>
          </a:bodyPr>
          <a:lstStyle>
            <a:lvl1pPr marL="0" indent="0">
              <a:spcBef>
                <a:spcPts val="0"/>
              </a:spcBef>
              <a:buClrTx/>
              <a:buSzTx/>
              <a:buNone/>
              <a:defRPr sz="1200" b="1"/>
            </a:lvl1pPr>
          </a:lstStyle>
          <a:p>
            <a:r>
              <a:t>日付</a:t>
            </a:r>
          </a:p>
        </p:txBody>
      </p:sp>
      <p:sp>
        <p:nvSpPr>
          <p:cNvPr id="270" name="テキスト プレースホルダー 14"/>
          <p:cNvSpPr>
            <a:spLocks noGrp="1"/>
          </p:cNvSpPr>
          <p:nvPr>
            <p:ph type="body" sz="quarter" idx="22" hasCustomPrompt="1"/>
          </p:nvPr>
        </p:nvSpPr>
        <p:spPr>
          <a:xfrm>
            <a:off x="492765" y="4491642"/>
            <a:ext cx="6332444" cy="766176"/>
          </a:xfrm>
          <a:prstGeom prst="rect">
            <a:avLst/>
          </a:prstGeom>
        </p:spPr>
        <p:txBody>
          <a:bodyPr lIns="0" tIns="0" rIns="0" bIns="0">
            <a:normAutofit/>
          </a:bodyPr>
          <a:lstStyle>
            <a:lvl1pPr marL="0" indent="0">
              <a:lnSpc>
                <a:spcPts val="1600"/>
              </a:lnSpc>
              <a:spcBef>
                <a:spcPts val="0"/>
              </a:spcBef>
              <a:buClrTx/>
              <a:buSzTx/>
              <a:buNone/>
              <a:defRPr sz="1200" b="1"/>
            </a:lvl1pPr>
          </a:lstStyle>
          <a:p>
            <a:r>
              <a:t>部署</a:t>
            </a:r>
          </a:p>
        </p:txBody>
      </p:sp>
      <p:sp>
        <p:nvSpPr>
          <p:cNvPr id="271" name="テキスト プレースホルダー 4"/>
          <p:cNvSpPr>
            <a:spLocks noGrp="1"/>
          </p:cNvSpPr>
          <p:nvPr>
            <p:ph type="body" sz="quarter" idx="23" hasCustomPrompt="1"/>
          </p:nvPr>
        </p:nvSpPr>
        <p:spPr>
          <a:xfrm>
            <a:off x="492765" y="4017390"/>
            <a:ext cx="6332444" cy="342001"/>
          </a:xfrm>
          <a:prstGeom prst="rect">
            <a:avLst/>
          </a:prstGeom>
        </p:spPr>
        <p:txBody>
          <a:bodyPr lIns="0" tIns="0" rIns="0" bIns="0" anchor="ctr">
            <a:normAutofit/>
          </a:bodyPr>
          <a:lstStyle>
            <a:lvl1pPr marL="0" indent="0">
              <a:spcBef>
                <a:spcPts val="0"/>
              </a:spcBef>
              <a:buClrTx/>
              <a:buSzTx/>
              <a:buNone/>
              <a:defRPr b="1"/>
            </a:lvl1pPr>
          </a:lstStyle>
          <a:p>
            <a:r>
              <a:t>名前</a:t>
            </a:r>
          </a:p>
        </p:txBody>
      </p:sp>
      <p:grpSp>
        <p:nvGrpSpPr>
          <p:cNvPr id="274" name="グループ化 17"/>
          <p:cNvGrpSpPr/>
          <p:nvPr/>
        </p:nvGrpSpPr>
        <p:grpSpPr>
          <a:xfrm>
            <a:off x="492766" y="6091218"/>
            <a:ext cx="766801" cy="385679"/>
            <a:chOff x="0" y="0"/>
            <a:chExt cx="766800" cy="385678"/>
          </a:xfrm>
        </p:grpSpPr>
        <p:sp>
          <p:nvSpPr>
            <p:cNvPr id="272" name="Freeform 290"/>
            <p:cNvSpPr/>
            <p:nvPr/>
          </p:nvSpPr>
          <p:spPr>
            <a:xfrm>
              <a:off x="664144" y="1555"/>
              <a:ext cx="102657" cy="3825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8" y="5312"/>
                  </a:lnTo>
                  <a:lnTo>
                    <a:pt x="1145" y="8034"/>
                  </a:lnTo>
                  <a:lnTo>
                    <a:pt x="1309" y="10800"/>
                  </a:lnTo>
                  <a:lnTo>
                    <a:pt x="1145" y="13610"/>
                  </a:lnTo>
                  <a:lnTo>
                    <a:pt x="818" y="16332"/>
                  </a:lnTo>
                  <a:lnTo>
                    <a:pt x="0" y="21600"/>
                  </a:lnTo>
                  <a:lnTo>
                    <a:pt x="21600" y="21600"/>
                  </a:lnTo>
                  <a:lnTo>
                    <a:pt x="20782" y="16332"/>
                  </a:lnTo>
                  <a:lnTo>
                    <a:pt x="20291" y="13610"/>
                  </a:lnTo>
                  <a:lnTo>
                    <a:pt x="20291" y="8034"/>
                  </a:lnTo>
                  <a:lnTo>
                    <a:pt x="20782" y="5312"/>
                  </a:lnTo>
                  <a:lnTo>
                    <a:pt x="21600" y="0"/>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sp>
          <p:nvSpPr>
            <p:cNvPr id="273" name="Freeform 291"/>
            <p:cNvSpPr/>
            <p:nvPr/>
          </p:nvSpPr>
          <p:spPr>
            <a:xfrm>
              <a:off x="0" y="-1"/>
              <a:ext cx="654814" cy="385680"/>
            </a:xfrm>
            <a:custGeom>
              <a:avLst/>
              <a:gdLst/>
              <a:ahLst/>
              <a:cxnLst>
                <a:cxn ang="0">
                  <a:pos x="wd2" y="hd2"/>
                </a:cxn>
                <a:cxn ang="5400000">
                  <a:pos x="wd2" y="hd2"/>
                </a:cxn>
                <a:cxn ang="10800000">
                  <a:pos x="wd2" y="hd2"/>
                </a:cxn>
                <a:cxn ang="16200000">
                  <a:pos x="wd2" y="hd2"/>
                </a:cxn>
              </a:cxnLst>
              <a:rect l="0" t="0" r="r" b="b"/>
              <a:pathLst>
                <a:path w="21600" h="21600" extrusionOk="0">
                  <a:moveTo>
                    <a:pt x="17167" y="11517"/>
                  </a:moveTo>
                  <a:lnTo>
                    <a:pt x="17859" y="11039"/>
                  </a:lnTo>
                  <a:lnTo>
                    <a:pt x="18423" y="10431"/>
                  </a:lnTo>
                  <a:lnTo>
                    <a:pt x="18961" y="9822"/>
                  </a:lnTo>
                  <a:lnTo>
                    <a:pt x="19396" y="9040"/>
                  </a:lnTo>
                  <a:lnTo>
                    <a:pt x="19730" y="8214"/>
                  </a:lnTo>
                  <a:lnTo>
                    <a:pt x="19986" y="7301"/>
                  </a:lnTo>
                  <a:lnTo>
                    <a:pt x="20088" y="6910"/>
                  </a:lnTo>
                  <a:lnTo>
                    <a:pt x="20140" y="6432"/>
                  </a:lnTo>
                  <a:lnTo>
                    <a:pt x="20191" y="5998"/>
                  </a:lnTo>
                  <a:lnTo>
                    <a:pt x="20191" y="4998"/>
                  </a:lnTo>
                  <a:lnTo>
                    <a:pt x="20140" y="4476"/>
                  </a:lnTo>
                  <a:lnTo>
                    <a:pt x="20088" y="3998"/>
                  </a:lnTo>
                  <a:lnTo>
                    <a:pt x="20011" y="3520"/>
                  </a:lnTo>
                  <a:lnTo>
                    <a:pt x="19883" y="3129"/>
                  </a:lnTo>
                  <a:lnTo>
                    <a:pt x="19730" y="2695"/>
                  </a:lnTo>
                  <a:lnTo>
                    <a:pt x="19601" y="2347"/>
                  </a:lnTo>
                  <a:lnTo>
                    <a:pt x="19396" y="1999"/>
                  </a:lnTo>
                  <a:lnTo>
                    <a:pt x="19012" y="1391"/>
                  </a:lnTo>
                  <a:lnTo>
                    <a:pt x="18551" y="956"/>
                  </a:lnTo>
                  <a:lnTo>
                    <a:pt x="18064" y="608"/>
                  </a:lnTo>
                  <a:lnTo>
                    <a:pt x="17500" y="348"/>
                  </a:lnTo>
                  <a:lnTo>
                    <a:pt x="16937" y="217"/>
                  </a:lnTo>
                  <a:lnTo>
                    <a:pt x="16322" y="87"/>
                  </a:lnTo>
                  <a:lnTo>
                    <a:pt x="15656" y="87"/>
                  </a:lnTo>
                  <a:lnTo>
                    <a:pt x="15015" y="0"/>
                  </a:lnTo>
                  <a:lnTo>
                    <a:pt x="13554" y="87"/>
                  </a:lnTo>
                  <a:lnTo>
                    <a:pt x="12043" y="130"/>
                  </a:lnTo>
                  <a:lnTo>
                    <a:pt x="10582" y="217"/>
                  </a:lnTo>
                  <a:lnTo>
                    <a:pt x="9327" y="217"/>
                  </a:lnTo>
                  <a:lnTo>
                    <a:pt x="9532" y="7258"/>
                  </a:lnTo>
                  <a:lnTo>
                    <a:pt x="9557" y="10561"/>
                  </a:lnTo>
                  <a:lnTo>
                    <a:pt x="9557" y="13603"/>
                  </a:lnTo>
                  <a:lnTo>
                    <a:pt x="7969" y="10518"/>
                  </a:lnTo>
                  <a:lnTo>
                    <a:pt x="6380" y="7171"/>
                  </a:lnTo>
                  <a:lnTo>
                    <a:pt x="4791" y="3738"/>
                  </a:lnTo>
                  <a:lnTo>
                    <a:pt x="3305" y="217"/>
                  </a:lnTo>
                  <a:lnTo>
                    <a:pt x="0" y="217"/>
                  </a:lnTo>
                  <a:lnTo>
                    <a:pt x="179" y="5476"/>
                  </a:lnTo>
                  <a:lnTo>
                    <a:pt x="205" y="8171"/>
                  </a:lnTo>
                  <a:lnTo>
                    <a:pt x="256" y="10909"/>
                  </a:lnTo>
                  <a:lnTo>
                    <a:pt x="205" y="13690"/>
                  </a:lnTo>
                  <a:lnTo>
                    <a:pt x="179" y="16385"/>
                  </a:lnTo>
                  <a:lnTo>
                    <a:pt x="0" y="21600"/>
                  </a:lnTo>
                  <a:lnTo>
                    <a:pt x="2742" y="21600"/>
                  </a:lnTo>
                  <a:lnTo>
                    <a:pt x="2562" y="17732"/>
                  </a:lnTo>
                  <a:lnTo>
                    <a:pt x="2485" y="13864"/>
                  </a:lnTo>
                  <a:lnTo>
                    <a:pt x="2434" y="10344"/>
                  </a:lnTo>
                  <a:lnTo>
                    <a:pt x="2434" y="7171"/>
                  </a:lnTo>
                  <a:lnTo>
                    <a:pt x="4151" y="10518"/>
                  </a:lnTo>
                  <a:lnTo>
                    <a:pt x="5893" y="14081"/>
                  </a:lnTo>
                  <a:lnTo>
                    <a:pt x="7661" y="17819"/>
                  </a:lnTo>
                  <a:lnTo>
                    <a:pt x="8456" y="19731"/>
                  </a:lnTo>
                  <a:lnTo>
                    <a:pt x="9275" y="21600"/>
                  </a:lnTo>
                  <a:lnTo>
                    <a:pt x="12120" y="21600"/>
                  </a:lnTo>
                  <a:lnTo>
                    <a:pt x="11991" y="16385"/>
                  </a:lnTo>
                  <a:lnTo>
                    <a:pt x="11966" y="13690"/>
                  </a:lnTo>
                  <a:lnTo>
                    <a:pt x="11915" y="10909"/>
                  </a:lnTo>
                  <a:lnTo>
                    <a:pt x="11915" y="6910"/>
                  </a:lnTo>
                  <a:lnTo>
                    <a:pt x="11991" y="2955"/>
                  </a:lnTo>
                  <a:lnTo>
                    <a:pt x="12863" y="2912"/>
                  </a:lnTo>
                  <a:lnTo>
                    <a:pt x="13913" y="2912"/>
                  </a:lnTo>
                  <a:lnTo>
                    <a:pt x="14554" y="2955"/>
                  </a:lnTo>
                  <a:lnTo>
                    <a:pt x="15143" y="3129"/>
                  </a:lnTo>
                  <a:lnTo>
                    <a:pt x="15630" y="3477"/>
                  </a:lnTo>
                  <a:lnTo>
                    <a:pt x="15835" y="3651"/>
                  </a:lnTo>
                  <a:lnTo>
                    <a:pt x="16142" y="4085"/>
                  </a:lnTo>
                  <a:lnTo>
                    <a:pt x="16270" y="4346"/>
                  </a:lnTo>
                  <a:lnTo>
                    <a:pt x="16475" y="4911"/>
                  </a:lnTo>
                  <a:lnTo>
                    <a:pt x="16604" y="5520"/>
                  </a:lnTo>
                  <a:lnTo>
                    <a:pt x="16629" y="6302"/>
                  </a:lnTo>
                  <a:lnTo>
                    <a:pt x="16604" y="6693"/>
                  </a:lnTo>
                  <a:lnTo>
                    <a:pt x="16552" y="7171"/>
                  </a:lnTo>
                  <a:lnTo>
                    <a:pt x="16475" y="7606"/>
                  </a:lnTo>
                  <a:lnTo>
                    <a:pt x="16347" y="7997"/>
                  </a:lnTo>
                  <a:lnTo>
                    <a:pt x="16245" y="8344"/>
                  </a:lnTo>
                  <a:lnTo>
                    <a:pt x="15835" y="9040"/>
                  </a:lnTo>
                  <a:lnTo>
                    <a:pt x="15630" y="9344"/>
                  </a:lnTo>
                  <a:lnTo>
                    <a:pt x="15092" y="9866"/>
                  </a:lnTo>
                  <a:lnTo>
                    <a:pt x="14528" y="10300"/>
                  </a:lnTo>
                  <a:lnTo>
                    <a:pt x="13888" y="10648"/>
                  </a:lnTo>
                  <a:lnTo>
                    <a:pt x="13196" y="10996"/>
                  </a:lnTo>
                  <a:lnTo>
                    <a:pt x="14272" y="13386"/>
                  </a:lnTo>
                  <a:lnTo>
                    <a:pt x="15451" y="16080"/>
                  </a:lnTo>
                  <a:lnTo>
                    <a:pt x="16604" y="18905"/>
                  </a:lnTo>
                  <a:lnTo>
                    <a:pt x="17654" y="21600"/>
                  </a:lnTo>
                  <a:lnTo>
                    <a:pt x="21600" y="21600"/>
                  </a:lnTo>
                  <a:lnTo>
                    <a:pt x="19166" y="16298"/>
                  </a:lnTo>
                  <a:lnTo>
                    <a:pt x="18115" y="13821"/>
                  </a:lnTo>
                  <a:lnTo>
                    <a:pt x="17167" y="11517"/>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grpSp>
      <p:pic>
        <p:nvPicPr>
          <p:cNvPr id="275" name="図 20" descr="図 20"/>
          <p:cNvPicPr>
            <a:picLocks noChangeAspect="1"/>
          </p:cNvPicPr>
          <p:nvPr/>
        </p:nvPicPr>
        <p:blipFill>
          <a:blip r:embed="rId2"/>
          <a:stretch>
            <a:fillRect/>
          </a:stretch>
        </p:blipFill>
        <p:spPr>
          <a:xfrm>
            <a:off x="4788894" y="5732622"/>
            <a:ext cx="2126489" cy="1102869"/>
          </a:xfrm>
          <a:prstGeom prst="rect">
            <a:avLst/>
          </a:prstGeom>
          <a:ln w="12700">
            <a:miter lim="400000"/>
          </a:ln>
        </p:spPr>
      </p:pic>
      <p:pic>
        <p:nvPicPr>
          <p:cNvPr id="276" name="図 21" descr="図 21"/>
          <p:cNvPicPr>
            <a:picLocks noChangeAspect="1"/>
          </p:cNvPicPr>
          <p:nvPr/>
        </p:nvPicPr>
        <p:blipFill>
          <a:blip r:embed="rId3"/>
          <a:stretch>
            <a:fillRect/>
          </a:stretch>
        </p:blipFill>
        <p:spPr>
          <a:xfrm>
            <a:off x="6944400" y="0"/>
            <a:ext cx="2974849" cy="6858000"/>
          </a:xfrm>
          <a:prstGeom prst="rect">
            <a:avLst/>
          </a:prstGeom>
          <a:ln w="12700">
            <a:miter lim="400000"/>
          </a:ln>
        </p:spPr>
      </p:pic>
      <p:sp>
        <p:nvSpPr>
          <p:cNvPr id="277" name="スライド番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表紙（創発する社会1）">
    <p:spTree>
      <p:nvGrpSpPr>
        <p:cNvPr id="1" name=""/>
        <p:cNvGrpSpPr/>
        <p:nvPr/>
      </p:nvGrpSpPr>
      <p:grpSpPr>
        <a:xfrm>
          <a:off x="0" y="0"/>
          <a:ext cx="0" cy="0"/>
          <a:chOff x="0" y="0"/>
          <a:chExt cx="0" cy="0"/>
        </a:xfrm>
      </p:grpSpPr>
      <p:sp>
        <p:nvSpPr>
          <p:cNvPr id="284" name="本文レベル1…"/>
          <p:cNvSpPr txBox="1">
            <a:spLocks noGrp="1"/>
          </p:cNvSpPr>
          <p:nvPr>
            <p:ph type="body" sz="quarter" idx="1" hasCustomPrompt="1"/>
          </p:nvPr>
        </p:nvSpPr>
        <p:spPr>
          <a:xfrm>
            <a:off x="492388" y="5435999"/>
            <a:ext cx="6332444" cy="252001"/>
          </a:xfrm>
          <a:prstGeom prst="rect">
            <a:avLst/>
          </a:prstGeom>
        </p:spPr>
        <p:txBody>
          <a:bodyPr lIns="0" tIns="0" rIns="0" bIns="0" anchor="ctr">
            <a:normAutofit/>
          </a:bodyPr>
          <a:lstStyle>
            <a:lvl1pPr marL="0" indent="0">
              <a:spcBef>
                <a:spcPts val="0"/>
              </a:spcBef>
              <a:buClrTx/>
              <a:buSzTx/>
              <a:buNone/>
              <a:defRPr sz="1200" b="1"/>
            </a:lvl1pPr>
            <a:lvl2pPr marL="576715" indent="-197303">
              <a:spcBef>
                <a:spcPts val="0"/>
              </a:spcBef>
              <a:buClrTx/>
              <a:defRPr sz="1200" b="1"/>
            </a:lvl2pPr>
            <a:lvl3pPr marL="956128" indent="-168728">
              <a:spcBef>
                <a:spcPts val="0"/>
              </a:spcBef>
              <a:buClrTx/>
              <a:defRPr sz="1200" b="1"/>
            </a:lvl3pPr>
            <a:lvl4pPr marL="1355725" indent="-190500">
              <a:spcBef>
                <a:spcPts val="0"/>
              </a:spcBef>
              <a:buClrTx/>
              <a:defRPr sz="1200" b="1"/>
            </a:lvl4pPr>
            <a:lvl5pPr marL="1674813" indent="-184150">
              <a:spcBef>
                <a:spcPts val="0"/>
              </a:spcBef>
              <a:buClrTx/>
              <a:defRPr sz="1200" b="1"/>
            </a:lvl5pPr>
          </a:lstStyle>
          <a:p>
            <a:r>
              <a:t>日付</a:t>
            </a:r>
          </a:p>
          <a:p>
            <a:pPr lvl="1"/>
            <a:endParaRPr/>
          </a:p>
          <a:p>
            <a:pPr lvl="2"/>
            <a:endParaRPr/>
          </a:p>
          <a:p>
            <a:pPr lvl="3"/>
            <a:endParaRPr/>
          </a:p>
          <a:p>
            <a:pPr lvl="4"/>
            <a:endParaRPr/>
          </a:p>
        </p:txBody>
      </p:sp>
      <p:grpSp>
        <p:nvGrpSpPr>
          <p:cNvPr id="287" name="グループ化 46"/>
          <p:cNvGrpSpPr/>
          <p:nvPr/>
        </p:nvGrpSpPr>
        <p:grpSpPr>
          <a:xfrm>
            <a:off x="492766" y="6091218"/>
            <a:ext cx="766801" cy="385679"/>
            <a:chOff x="0" y="0"/>
            <a:chExt cx="766800" cy="385678"/>
          </a:xfrm>
        </p:grpSpPr>
        <p:sp>
          <p:nvSpPr>
            <p:cNvPr id="285" name="Freeform 290"/>
            <p:cNvSpPr/>
            <p:nvPr/>
          </p:nvSpPr>
          <p:spPr>
            <a:xfrm>
              <a:off x="664144" y="1555"/>
              <a:ext cx="102657" cy="3825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8" y="5312"/>
                  </a:lnTo>
                  <a:lnTo>
                    <a:pt x="1145" y="8034"/>
                  </a:lnTo>
                  <a:lnTo>
                    <a:pt x="1309" y="10800"/>
                  </a:lnTo>
                  <a:lnTo>
                    <a:pt x="1145" y="13610"/>
                  </a:lnTo>
                  <a:lnTo>
                    <a:pt x="818" y="16332"/>
                  </a:lnTo>
                  <a:lnTo>
                    <a:pt x="0" y="21600"/>
                  </a:lnTo>
                  <a:lnTo>
                    <a:pt x="21600" y="21600"/>
                  </a:lnTo>
                  <a:lnTo>
                    <a:pt x="20782" y="16332"/>
                  </a:lnTo>
                  <a:lnTo>
                    <a:pt x="20291" y="13610"/>
                  </a:lnTo>
                  <a:lnTo>
                    <a:pt x="20291" y="8034"/>
                  </a:lnTo>
                  <a:lnTo>
                    <a:pt x="20782" y="5312"/>
                  </a:lnTo>
                  <a:lnTo>
                    <a:pt x="21600" y="0"/>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sp>
          <p:nvSpPr>
            <p:cNvPr id="286" name="Freeform 291"/>
            <p:cNvSpPr/>
            <p:nvPr/>
          </p:nvSpPr>
          <p:spPr>
            <a:xfrm>
              <a:off x="0" y="-1"/>
              <a:ext cx="654814" cy="385680"/>
            </a:xfrm>
            <a:custGeom>
              <a:avLst/>
              <a:gdLst/>
              <a:ahLst/>
              <a:cxnLst>
                <a:cxn ang="0">
                  <a:pos x="wd2" y="hd2"/>
                </a:cxn>
                <a:cxn ang="5400000">
                  <a:pos x="wd2" y="hd2"/>
                </a:cxn>
                <a:cxn ang="10800000">
                  <a:pos x="wd2" y="hd2"/>
                </a:cxn>
                <a:cxn ang="16200000">
                  <a:pos x="wd2" y="hd2"/>
                </a:cxn>
              </a:cxnLst>
              <a:rect l="0" t="0" r="r" b="b"/>
              <a:pathLst>
                <a:path w="21600" h="21600" extrusionOk="0">
                  <a:moveTo>
                    <a:pt x="17167" y="11517"/>
                  </a:moveTo>
                  <a:lnTo>
                    <a:pt x="17859" y="11039"/>
                  </a:lnTo>
                  <a:lnTo>
                    <a:pt x="18423" y="10431"/>
                  </a:lnTo>
                  <a:lnTo>
                    <a:pt x="18961" y="9822"/>
                  </a:lnTo>
                  <a:lnTo>
                    <a:pt x="19396" y="9040"/>
                  </a:lnTo>
                  <a:lnTo>
                    <a:pt x="19730" y="8214"/>
                  </a:lnTo>
                  <a:lnTo>
                    <a:pt x="19986" y="7301"/>
                  </a:lnTo>
                  <a:lnTo>
                    <a:pt x="20088" y="6910"/>
                  </a:lnTo>
                  <a:lnTo>
                    <a:pt x="20140" y="6432"/>
                  </a:lnTo>
                  <a:lnTo>
                    <a:pt x="20191" y="5998"/>
                  </a:lnTo>
                  <a:lnTo>
                    <a:pt x="20191" y="4998"/>
                  </a:lnTo>
                  <a:lnTo>
                    <a:pt x="20140" y="4476"/>
                  </a:lnTo>
                  <a:lnTo>
                    <a:pt x="20088" y="3998"/>
                  </a:lnTo>
                  <a:lnTo>
                    <a:pt x="20011" y="3520"/>
                  </a:lnTo>
                  <a:lnTo>
                    <a:pt x="19883" y="3129"/>
                  </a:lnTo>
                  <a:lnTo>
                    <a:pt x="19730" y="2695"/>
                  </a:lnTo>
                  <a:lnTo>
                    <a:pt x="19601" y="2347"/>
                  </a:lnTo>
                  <a:lnTo>
                    <a:pt x="19396" y="1999"/>
                  </a:lnTo>
                  <a:lnTo>
                    <a:pt x="19012" y="1391"/>
                  </a:lnTo>
                  <a:lnTo>
                    <a:pt x="18551" y="956"/>
                  </a:lnTo>
                  <a:lnTo>
                    <a:pt x="18064" y="608"/>
                  </a:lnTo>
                  <a:lnTo>
                    <a:pt x="17500" y="348"/>
                  </a:lnTo>
                  <a:lnTo>
                    <a:pt x="16937" y="217"/>
                  </a:lnTo>
                  <a:lnTo>
                    <a:pt x="16322" y="87"/>
                  </a:lnTo>
                  <a:lnTo>
                    <a:pt x="15656" y="87"/>
                  </a:lnTo>
                  <a:lnTo>
                    <a:pt x="15015" y="0"/>
                  </a:lnTo>
                  <a:lnTo>
                    <a:pt x="13554" y="87"/>
                  </a:lnTo>
                  <a:lnTo>
                    <a:pt x="12043" y="130"/>
                  </a:lnTo>
                  <a:lnTo>
                    <a:pt x="10582" y="217"/>
                  </a:lnTo>
                  <a:lnTo>
                    <a:pt x="9327" y="217"/>
                  </a:lnTo>
                  <a:lnTo>
                    <a:pt x="9532" y="7258"/>
                  </a:lnTo>
                  <a:lnTo>
                    <a:pt x="9557" y="10561"/>
                  </a:lnTo>
                  <a:lnTo>
                    <a:pt x="9557" y="13603"/>
                  </a:lnTo>
                  <a:lnTo>
                    <a:pt x="7969" y="10518"/>
                  </a:lnTo>
                  <a:lnTo>
                    <a:pt x="6380" y="7171"/>
                  </a:lnTo>
                  <a:lnTo>
                    <a:pt x="4791" y="3738"/>
                  </a:lnTo>
                  <a:lnTo>
                    <a:pt x="3305" y="217"/>
                  </a:lnTo>
                  <a:lnTo>
                    <a:pt x="0" y="217"/>
                  </a:lnTo>
                  <a:lnTo>
                    <a:pt x="179" y="5476"/>
                  </a:lnTo>
                  <a:lnTo>
                    <a:pt x="205" y="8171"/>
                  </a:lnTo>
                  <a:lnTo>
                    <a:pt x="256" y="10909"/>
                  </a:lnTo>
                  <a:lnTo>
                    <a:pt x="205" y="13690"/>
                  </a:lnTo>
                  <a:lnTo>
                    <a:pt x="179" y="16385"/>
                  </a:lnTo>
                  <a:lnTo>
                    <a:pt x="0" y="21600"/>
                  </a:lnTo>
                  <a:lnTo>
                    <a:pt x="2742" y="21600"/>
                  </a:lnTo>
                  <a:lnTo>
                    <a:pt x="2562" y="17732"/>
                  </a:lnTo>
                  <a:lnTo>
                    <a:pt x="2485" y="13864"/>
                  </a:lnTo>
                  <a:lnTo>
                    <a:pt x="2434" y="10344"/>
                  </a:lnTo>
                  <a:lnTo>
                    <a:pt x="2434" y="7171"/>
                  </a:lnTo>
                  <a:lnTo>
                    <a:pt x="4151" y="10518"/>
                  </a:lnTo>
                  <a:lnTo>
                    <a:pt x="5893" y="14081"/>
                  </a:lnTo>
                  <a:lnTo>
                    <a:pt x="7661" y="17819"/>
                  </a:lnTo>
                  <a:lnTo>
                    <a:pt x="8456" y="19731"/>
                  </a:lnTo>
                  <a:lnTo>
                    <a:pt x="9275" y="21600"/>
                  </a:lnTo>
                  <a:lnTo>
                    <a:pt x="12120" y="21600"/>
                  </a:lnTo>
                  <a:lnTo>
                    <a:pt x="11991" y="16385"/>
                  </a:lnTo>
                  <a:lnTo>
                    <a:pt x="11966" y="13690"/>
                  </a:lnTo>
                  <a:lnTo>
                    <a:pt x="11915" y="10909"/>
                  </a:lnTo>
                  <a:lnTo>
                    <a:pt x="11915" y="6910"/>
                  </a:lnTo>
                  <a:lnTo>
                    <a:pt x="11991" y="2955"/>
                  </a:lnTo>
                  <a:lnTo>
                    <a:pt x="12863" y="2912"/>
                  </a:lnTo>
                  <a:lnTo>
                    <a:pt x="13913" y="2912"/>
                  </a:lnTo>
                  <a:lnTo>
                    <a:pt x="14554" y="2955"/>
                  </a:lnTo>
                  <a:lnTo>
                    <a:pt x="15143" y="3129"/>
                  </a:lnTo>
                  <a:lnTo>
                    <a:pt x="15630" y="3477"/>
                  </a:lnTo>
                  <a:lnTo>
                    <a:pt x="15835" y="3651"/>
                  </a:lnTo>
                  <a:lnTo>
                    <a:pt x="16142" y="4085"/>
                  </a:lnTo>
                  <a:lnTo>
                    <a:pt x="16270" y="4346"/>
                  </a:lnTo>
                  <a:lnTo>
                    <a:pt x="16475" y="4911"/>
                  </a:lnTo>
                  <a:lnTo>
                    <a:pt x="16604" y="5520"/>
                  </a:lnTo>
                  <a:lnTo>
                    <a:pt x="16629" y="6302"/>
                  </a:lnTo>
                  <a:lnTo>
                    <a:pt x="16604" y="6693"/>
                  </a:lnTo>
                  <a:lnTo>
                    <a:pt x="16552" y="7171"/>
                  </a:lnTo>
                  <a:lnTo>
                    <a:pt x="16475" y="7606"/>
                  </a:lnTo>
                  <a:lnTo>
                    <a:pt x="16347" y="7997"/>
                  </a:lnTo>
                  <a:lnTo>
                    <a:pt x="16245" y="8344"/>
                  </a:lnTo>
                  <a:lnTo>
                    <a:pt x="15835" y="9040"/>
                  </a:lnTo>
                  <a:lnTo>
                    <a:pt x="15630" y="9344"/>
                  </a:lnTo>
                  <a:lnTo>
                    <a:pt x="15092" y="9866"/>
                  </a:lnTo>
                  <a:lnTo>
                    <a:pt x="14528" y="10300"/>
                  </a:lnTo>
                  <a:lnTo>
                    <a:pt x="13888" y="10648"/>
                  </a:lnTo>
                  <a:lnTo>
                    <a:pt x="13196" y="10996"/>
                  </a:lnTo>
                  <a:lnTo>
                    <a:pt x="14272" y="13386"/>
                  </a:lnTo>
                  <a:lnTo>
                    <a:pt x="15451" y="16080"/>
                  </a:lnTo>
                  <a:lnTo>
                    <a:pt x="16604" y="18905"/>
                  </a:lnTo>
                  <a:lnTo>
                    <a:pt x="17654" y="21600"/>
                  </a:lnTo>
                  <a:lnTo>
                    <a:pt x="21600" y="21600"/>
                  </a:lnTo>
                  <a:lnTo>
                    <a:pt x="19166" y="16298"/>
                  </a:lnTo>
                  <a:lnTo>
                    <a:pt x="18115" y="13821"/>
                  </a:lnTo>
                  <a:lnTo>
                    <a:pt x="17167" y="11517"/>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grpSp>
      <p:pic>
        <p:nvPicPr>
          <p:cNvPr id="288" name="図 49" descr="図 49"/>
          <p:cNvPicPr>
            <a:picLocks noChangeAspect="1"/>
          </p:cNvPicPr>
          <p:nvPr/>
        </p:nvPicPr>
        <p:blipFill>
          <a:blip r:embed="rId2"/>
          <a:stretch>
            <a:fillRect/>
          </a:stretch>
        </p:blipFill>
        <p:spPr>
          <a:xfrm>
            <a:off x="4788894" y="5732622"/>
            <a:ext cx="2126489" cy="1102869"/>
          </a:xfrm>
          <a:prstGeom prst="rect">
            <a:avLst/>
          </a:prstGeom>
          <a:ln w="12700">
            <a:miter lim="400000"/>
          </a:ln>
        </p:spPr>
      </p:pic>
      <p:sp>
        <p:nvSpPr>
          <p:cNvPr id="289" name="タイトルテキスト"/>
          <p:cNvSpPr txBox="1">
            <a:spLocks noGrp="1"/>
          </p:cNvSpPr>
          <p:nvPr>
            <p:ph type="title"/>
          </p:nvPr>
        </p:nvSpPr>
        <p:spPr>
          <a:xfrm>
            <a:off x="492767" y="2986964"/>
            <a:ext cx="6332444" cy="442036"/>
          </a:xfrm>
          <a:prstGeom prst="rect">
            <a:avLst/>
          </a:prstGeom>
          <a:noFill/>
        </p:spPr>
        <p:txBody>
          <a:bodyPr anchor="b">
            <a:normAutofit/>
          </a:bodyPr>
          <a:lstStyle>
            <a:lvl1pPr>
              <a:defRPr sz="2400"/>
            </a:lvl1pPr>
          </a:lstStyle>
          <a:p>
            <a:r>
              <a:t>タイトルテキスト</a:t>
            </a:r>
          </a:p>
        </p:txBody>
      </p:sp>
      <p:sp>
        <p:nvSpPr>
          <p:cNvPr id="290" name="テキスト プレースホルダー 14"/>
          <p:cNvSpPr>
            <a:spLocks noGrp="1"/>
          </p:cNvSpPr>
          <p:nvPr>
            <p:ph type="body" sz="quarter" idx="21" hasCustomPrompt="1"/>
          </p:nvPr>
        </p:nvSpPr>
        <p:spPr>
          <a:xfrm>
            <a:off x="492765" y="4491642"/>
            <a:ext cx="6332444" cy="766176"/>
          </a:xfrm>
          <a:prstGeom prst="rect">
            <a:avLst/>
          </a:prstGeom>
        </p:spPr>
        <p:txBody>
          <a:bodyPr lIns="0" tIns="0" rIns="0" bIns="0">
            <a:normAutofit/>
          </a:bodyPr>
          <a:lstStyle>
            <a:lvl1pPr marL="0" indent="0">
              <a:lnSpc>
                <a:spcPts val="1600"/>
              </a:lnSpc>
              <a:spcBef>
                <a:spcPts val="0"/>
              </a:spcBef>
              <a:buClrTx/>
              <a:buSzTx/>
              <a:buNone/>
              <a:defRPr sz="1200" b="1"/>
            </a:lvl1pPr>
          </a:lstStyle>
          <a:p>
            <a:r>
              <a:t>部署</a:t>
            </a:r>
          </a:p>
        </p:txBody>
      </p:sp>
      <p:sp>
        <p:nvSpPr>
          <p:cNvPr id="291" name="テキスト プレースホルダー 4"/>
          <p:cNvSpPr>
            <a:spLocks noGrp="1"/>
          </p:cNvSpPr>
          <p:nvPr>
            <p:ph type="body" sz="quarter" idx="22" hasCustomPrompt="1"/>
          </p:nvPr>
        </p:nvSpPr>
        <p:spPr>
          <a:xfrm>
            <a:off x="492765" y="4017390"/>
            <a:ext cx="6332444" cy="342001"/>
          </a:xfrm>
          <a:prstGeom prst="rect">
            <a:avLst/>
          </a:prstGeom>
        </p:spPr>
        <p:txBody>
          <a:bodyPr lIns="0" tIns="0" rIns="0" bIns="0" anchor="ctr">
            <a:normAutofit/>
          </a:bodyPr>
          <a:lstStyle>
            <a:lvl1pPr marL="0" indent="0">
              <a:spcBef>
                <a:spcPts val="0"/>
              </a:spcBef>
              <a:buClrTx/>
              <a:buSzTx/>
              <a:buNone/>
              <a:defRPr b="1"/>
            </a:lvl1pPr>
          </a:lstStyle>
          <a:p>
            <a:r>
              <a:t>名前</a:t>
            </a:r>
          </a:p>
        </p:txBody>
      </p:sp>
      <p:pic>
        <p:nvPicPr>
          <p:cNvPr id="292" name="図 53" descr="図 53"/>
          <p:cNvPicPr>
            <a:picLocks noChangeAspect="1"/>
          </p:cNvPicPr>
          <p:nvPr/>
        </p:nvPicPr>
        <p:blipFill>
          <a:blip r:embed="rId3"/>
          <a:stretch>
            <a:fillRect/>
          </a:stretch>
        </p:blipFill>
        <p:spPr>
          <a:xfrm>
            <a:off x="6944400" y="0"/>
            <a:ext cx="2963485" cy="6858000"/>
          </a:xfrm>
          <a:prstGeom prst="rect">
            <a:avLst/>
          </a:prstGeom>
          <a:ln w="12700">
            <a:miter lim="400000"/>
          </a:ln>
        </p:spPr>
      </p:pic>
      <p:sp>
        <p:nvSpPr>
          <p:cNvPr id="293" name="スライド番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表紙（創発する社会2）">
    <p:spTree>
      <p:nvGrpSpPr>
        <p:cNvPr id="1" name=""/>
        <p:cNvGrpSpPr/>
        <p:nvPr/>
      </p:nvGrpSpPr>
      <p:grpSpPr>
        <a:xfrm>
          <a:off x="0" y="0"/>
          <a:ext cx="0" cy="0"/>
          <a:chOff x="0" y="0"/>
          <a:chExt cx="0" cy="0"/>
        </a:xfrm>
      </p:grpSpPr>
      <p:grpSp>
        <p:nvGrpSpPr>
          <p:cNvPr id="302" name="グループ化 46"/>
          <p:cNvGrpSpPr/>
          <p:nvPr/>
        </p:nvGrpSpPr>
        <p:grpSpPr>
          <a:xfrm>
            <a:off x="492766" y="6091218"/>
            <a:ext cx="766801" cy="385679"/>
            <a:chOff x="0" y="0"/>
            <a:chExt cx="766800" cy="385678"/>
          </a:xfrm>
        </p:grpSpPr>
        <p:sp>
          <p:nvSpPr>
            <p:cNvPr id="300" name="Freeform 290"/>
            <p:cNvSpPr/>
            <p:nvPr/>
          </p:nvSpPr>
          <p:spPr>
            <a:xfrm>
              <a:off x="664144" y="1555"/>
              <a:ext cx="102657" cy="3825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8" y="5312"/>
                  </a:lnTo>
                  <a:lnTo>
                    <a:pt x="1145" y="8034"/>
                  </a:lnTo>
                  <a:lnTo>
                    <a:pt x="1309" y="10800"/>
                  </a:lnTo>
                  <a:lnTo>
                    <a:pt x="1145" y="13610"/>
                  </a:lnTo>
                  <a:lnTo>
                    <a:pt x="818" y="16332"/>
                  </a:lnTo>
                  <a:lnTo>
                    <a:pt x="0" y="21600"/>
                  </a:lnTo>
                  <a:lnTo>
                    <a:pt x="21600" y="21600"/>
                  </a:lnTo>
                  <a:lnTo>
                    <a:pt x="20782" y="16332"/>
                  </a:lnTo>
                  <a:lnTo>
                    <a:pt x="20291" y="13610"/>
                  </a:lnTo>
                  <a:lnTo>
                    <a:pt x="20291" y="8034"/>
                  </a:lnTo>
                  <a:lnTo>
                    <a:pt x="20782" y="5312"/>
                  </a:lnTo>
                  <a:lnTo>
                    <a:pt x="21600" y="0"/>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sp>
          <p:nvSpPr>
            <p:cNvPr id="301" name="Freeform 291"/>
            <p:cNvSpPr/>
            <p:nvPr/>
          </p:nvSpPr>
          <p:spPr>
            <a:xfrm>
              <a:off x="0" y="-1"/>
              <a:ext cx="654814" cy="385680"/>
            </a:xfrm>
            <a:custGeom>
              <a:avLst/>
              <a:gdLst/>
              <a:ahLst/>
              <a:cxnLst>
                <a:cxn ang="0">
                  <a:pos x="wd2" y="hd2"/>
                </a:cxn>
                <a:cxn ang="5400000">
                  <a:pos x="wd2" y="hd2"/>
                </a:cxn>
                <a:cxn ang="10800000">
                  <a:pos x="wd2" y="hd2"/>
                </a:cxn>
                <a:cxn ang="16200000">
                  <a:pos x="wd2" y="hd2"/>
                </a:cxn>
              </a:cxnLst>
              <a:rect l="0" t="0" r="r" b="b"/>
              <a:pathLst>
                <a:path w="21600" h="21600" extrusionOk="0">
                  <a:moveTo>
                    <a:pt x="17167" y="11517"/>
                  </a:moveTo>
                  <a:lnTo>
                    <a:pt x="17859" y="11039"/>
                  </a:lnTo>
                  <a:lnTo>
                    <a:pt x="18423" y="10431"/>
                  </a:lnTo>
                  <a:lnTo>
                    <a:pt x="18961" y="9822"/>
                  </a:lnTo>
                  <a:lnTo>
                    <a:pt x="19396" y="9040"/>
                  </a:lnTo>
                  <a:lnTo>
                    <a:pt x="19730" y="8214"/>
                  </a:lnTo>
                  <a:lnTo>
                    <a:pt x="19986" y="7301"/>
                  </a:lnTo>
                  <a:lnTo>
                    <a:pt x="20088" y="6910"/>
                  </a:lnTo>
                  <a:lnTo>
                    <a:pt x="20140" y="6432"/>
                  </a:lnTo>
                  <a:lnTo>
                    <a:pt x="20191" y="5998"/>
                  </a:lnTo>
                  <a:lnTo>
                    <a:pt x="20191" y="4998"/>
                  </a:lnTo>
                  <a:lnTo>
                    <a:pt x="20140" y="4476"/>
                  </a:lnTo>
                  <a:lnTo>
                    <a:pt x="20088" y="3998"/>
                  </a:lnTo>
                  <a:lnTo>
                    <a:pt x="20011" y="3520"/>
                  </a:lnTo>
                  <a:lnTo>
                    <a:pt x="19883" y="3129"/>
                  </a:lnTo>
                  <a:lnTo>
                    <a:pt x="19730" y="2695"/>
                  </a:lnTo>
                  <a:lnTo>
                    <a:pt x="19601" y="2347"/>
                  </a:lnTo>
                  <a:lnTo>
                    <a:pt x="19396" y="1999"/>
                  </a:lnTo>
                  <a:lnTo>
                    <a:pt x="19012" y="1391"/>
                  </a:lnTo>
                  <a:lnTo>
                    <a:pt x="18551" y="956"/>
                  </a:lnTo>
                  <a:lnTo>
                    <a:pt x="18064" y="608"/>
                  </a:lnTo>
                  <a:lnTo>
                    <a:pt x="17500" y="348"/>
                  </a:lnTo>
                  <a:lnTo>
                    <a:pt x="16937" y="217"/>
                  </a:lnTo>
                  <a:lnTo>
                    <a:pt x="16322" y="87"/>
                  </a:lnTo>
                  <a:lnTo>
                    <a:pt x="15656" y="87"/>
                  </a:lnTo>
                  <a:lnTo>
                    <a:pt x="15015" y="0"/>
                  </a:lnTo>
                  <a:lnTo>
                    <a:pt x="13554" y="87"/>
                  </a:lnTo>
                  <a:lnTo>
                    <a:pt x="12043" y="130"/>
                  </a:lnTo>
                  <a:lnTo>
                    <a:pt x="10582" y="217"/>
                  </a:lnTo>
                  <a:lnTo>
                    <a:pt x="9327" y="217"/>
                  </a:lnTo>
                  <a:lnTo>
                    <a:pt x="9532" y="7258"/>
                  </a:lnTo>
                  <a:lnTo>
                    <a:pt x="9557" y="10561"/>
                  </a:lnTo>
                  <a:lnTo>
                    <a:pt x="9557" y="13603"/>
                  </a:lnTo>
                  <a:lnTo>
                    <a:pt x="7969" y="10518"/>
                  </a:lnTo>
                  <a:lnTo>
                    <a:pt x="6380" y="7171"/>
                  </a:lnTo>
                  <a:lnTo>
                    <a:pt x="4791" y="3738"/>
                  </a:lnTo>
                  <a:lnTo>
                    <a:pt x="3305" y="217"/>
                  </a:lnTo>
                  <a:lnTo>
                    <a:pt x="0" y="217"/>
                  </a:lnTo>
                  <a:lnTo>
                    <a:pt x="179" y="5476"/>
                  </a:lnTo>
                  <a:lnTo>
                    <a:pt x="205" y="8171"/>
                  </a:lnTo>
                  <a:lnTo>
                    <a:pt x="256" y="10909"/>
                  </a:lnTo>
                  <a:lnTo>
                    <a:pt x="205" y="13690"/>
                  </a:lnTo>
                  <a:lnTo>
                    <a:pt x="179" y="16385"/>
                  </a:lnTo>
                  <a:lnTo>
                    <a:pt x="0" y="21600"/>
                  </a:lnTo>
                  <a:lnTo>
                    <a:pt x="2742" y="21600"/>
                  </a:lnTo>
                  <a:lnTo>
                    <a:pt x="2562" y="17732"/>
                  </a:lnTo>
                  <a:lnTo>
                    <a:pt x="2485" y="13864"/>
                  </a:lnTo>
                  <a:lnTo>
                    <a:pt x="2434" y="10344"/>
                  </a:lnTo>
                  <a:lnTo>
                    <a:pt x="2434" y="7171"/>
                  </a:lnTo>
                  <a:lnTo>
                    <a:pt x="4151" y="10518"/>
                  </a:lnTo>
                  <a:lnTo>
                    <a:pt x="5893" y="14081"/>
                  </a:lnTo>
                  <a:lnTo>
                    <a:pt x="7661" y="17819"/>
                  </a:lnTo>
                  <a:lnTo>
                    <a:pt x="8456" y="19731"/>
                  </a:lnTo>
                  <a:lnTo>
                    <a:pt x="9275" y="21600"/>
                  </a:lnTo>
                  <a:lnTo>
                    <a:pt x="12120" y="21600"/>
                  </a:lnTo>
                  <a:lnTo>
                    <a:pt x="11991" y="16385"/>
                  </a:lnTo>
                  <a:lnTo>
                    <a:pt x="11966" y="13690"/>
                  </a:lnTo>
                  <a:lnTo>
                    <a:pt x="11915" y="10909"/>
                  </a:lnTo>
                  <a:lnTo>
                    <a:pt x="11915" y="6910"/>
                  </a:lnTo>
                  <a:lnTo>
                    <a:pt x="11991" y="2955"/>
                  </a:lnTo>
                  <a:lnTo>
                    <a:pt x="12863" y="2912"/>
                  </a:lnTo>
                  <a:lnTo>
                    <a:pt x="13913" y="2912"/>
                  </a:lnTo>
                  <a:lnTo>
                    <a:pt x="14554" y="2955"/>
                  </a:lnTo>
                  <a:lnTo>
                    <a:pt x="15143" y="3129"/>
                  </a:lnTo>
                  <a:lnTo>
                    <a:pt x="15630" y="3477"/>
                  </a:lnTo>
                  <a:lnTo>
                    <a:pt x="15835" y="3651"/>
                  </a:lnTo>
                  <a:lnTo>
                    <a:pt x="16142" y="4085"/>
                  </a:lnTo>
                  <a:lnTo>
                    <a:pt x="16270" y="4346"/>
                  </a:lnTo>
                  <a:lnTo>
                    <a:pt x="16475" y="4911"/>
                  </a:lnTo>
                  <a:lnTo>
                    <a:pt x="16604" y="5520"/>
                  </a:lnTo>
                  <a:lnTo>
                    <a:pt x="16629" y="6302"/>
                  </a:lnTo>
                  <a:lnTo>
                    <a:pt x="16604" y="6693"/>
                  </a:lnTo>
                  <a:lnTo>
                    <a:pt x="16552" y="7171"/>
                  </a:lnTo>
                  <a:lnTo>
                    <a:pt x="16475" y="7606"/>
                  </a:lnTo>
                  <a:lnTo>
                    <a:pt x="16347" y="7997"/>
                  </a:lnTo>
                  <a:lnTo>
                    <a:pt x="16245" y="8344"/>
                  </a:lnTo>
                  <a:lnTo>
                    <a:pt x="15835" y="9040"/>
                  </a:lnTo>
                  <a:lnTo>
                    <a:pt x="15630" y="9344"/>
                  </a:lnTo>
                  <a:lnTo>
                    <a:pt x="15092" y="9866"/>
                  </a:lnTo>
                  <a:lnTo>
                    <a:pt x="14528" y="10300"/>
                  </a:lnTo>
                  <a:lnTo>
                    <a:pt x="13888" y="10648"/>
                  </a:lnTo>
                  <a:lnTo>
                    <a:pt x="13196" y="10996"/>
                  </a:lnTo>
                  <a:lnTo>
                    <a:pt x="14272" y="13386"/>
                  </a:lnTo>
                  <a:lnTo>
                    <a:pt x="15451" y="16080"/>
                  </a:lnTo>
                  <a:lnTo>
                    <a:pt x="16604" y="18905"/>
                  </a:lnTo>
                  <a:lnTo>
                    <a:pt x="17654" y="21600"/>
                  </a:lnTo>
                  <a:lnTo>
                    <a:pt x="21600" y="21600"/>
                  </a:lnTo>
                  <a:lnTo>
                    <a:pt x="19166" y="16298"/>
                  </a:lnTo>
                  <a:lnTo>
                    <a:pt x="18115" y="13821"/>
                  </a:lnTo>
                  <a:lnTo>
                    <a:pt x="17167" y="11517"/>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grpSp>
      <p:pic>
        <p:nvPicPr>
          <p:cNvPr id="303" name="図 49" descr="図 49"/>
          <p:cNvPicPr>
            <a:picLocks noChangeAspect="1"/>
          </p:cNvPicPr>
          <p:nvPr/>
        </p:nvPicPr>
        <p:blipFill>
          <a:blip r:embed="rId2"/>
          <a:stretch>
            <a:fillRect/>
          </a:stretch>
        </p:blipFill>
        <p:spPr>
          <a:xfrm>
            <a:off x="4788894" y="5732622"/>
            <a:ext cx="2126489" cy="1102869"/>
          </a:xfrm>
          <a:prstGeom prst="rect">
            <a:avLst/>
          </a:prstGeom>
          <a:ln w="12700">
            <a:miter lim="400000"/>
          </a:ln>
        </p:spPr>
      </p:pic>
      <p:sp>
        <p:nvSpPr>
          <p:cNvPr id="304" name="本文レベル1…"/>
          <p:cNvSpPr txBox="1">
            <a:spLocks noGrp="1"/>
          </p:cNvSpPr>
          <p:nvPr>
            <p:ph type="body" sz="quarter" idx="1" hasCustomPrompt="1"/>
          </p:nvPr>
        </p:nvSpPr>
        <p:spPr>
          <a:xfrm>
            <a:off x="492388" y="5435999"/>
            <a:ext cx="6332444" cy="252001"/>
          </a:xfrm>
          <a:prstGeom prst="rect">
            <a:avLst/>
          </a:prstGeom>
        </p:spPr>
        <p:txBody>
          <a:bodyPr lIns="0" tIns="0" rIns="0" bIns="0" anchor="ctr">
            <a:normAutofit/>
          </a:bodyPr>
          <a:lstStyle>
            <a:lvl1pPr marL="0" indent="0">
              <a:spcBef>
                <a:spcPts val="0"/>
              </a:spcBef>
              <a:buClrTx/>
              <a:buSzTx/>
              <a:buNone/>
              <a:defRPr sz="1200" b="1"/>
            </a:lvl1pPr>
            <a:lvl2pPr marL="576715" indent="-197303">
              <a:spcBef>
                <a:spcPts val="0"/>
              </a:spcBef>
              <a:buClrTx/>
              <a:defRPr sz="1200" b="1"/>
            </a:lvl2pPr>
            <a:lvl3pPr marL="956128" indent="-168728">
              <a:spcBef>
                <a:spcPts val="0"/>
              </a:spcBef>
              <a:buClrTx/>
              <a:defRPr sz="1200" b="1"/>
            </a:lvl3pPr>
            <a:lvl4pPr marL="1355725" indent="-190500">
              <a:spcBef>
                <a:spcPts val="0"/>
              </a:spcBef>
              <a:buClrTx/>
              <a:defRPr sz="1200" b="1"/>
            </a:lvl4pPr>
            <a:lvl5pPr marL="1674813" indent="-184150">
              <a:spcBef>
                <a:spcPts val="0"/>
              </a:spcBef>
              <a:buClrTx/>
              <a:defRPr sz="1200" b="1"/>
            </a:lvl5pPr>
          </a:lstStyle>
          <a:p>
            <a:r>
              <a:t>日付</a:t>
            </a:r>
          </a:p>
          <a:p>
            <a:pPr lvl="1"/>
            <a:endParaRPr/>
          </a:p>
          <a:p>
            <a:pPr lvl="2"/>
            <a:endParaRPr/>
          </a:p>
          <a:p>
            <a:pPr lvl="3"/>
            <a:endParaRPr/>
          </a:p>
          <a:p>
            <a:pPr lvl="4"/>
            <a:endParaRPr/>
          </a:p>
        </p:txBody>
      </p:sp>
      <p:sp>
        <p:nvSpPr>
          <p:cNvPr id="305" name="タイトルテキスト"/>
          <p:cNvSpPr txBox="1">
            <a:spLocks noGrp="1"/>
          </p:cNvSpPr>
          <p:nvPr>
            <p:ph type="title"/>
          </p:nvPr>
        </p:nvSpPr>
        <p:spPr>
          <a:xfrm>
            <a:off x="492767" y="2986964"/>
            <a:ext cx="6332444" cy="442036"/>
          </a:xfrm>
          <a:prstGeom prst="rect">
            <a:avLst/>
          </a:prstGeom>
          <a:noFill/>
        </p:spPr>
        <p:txBody>
          <a:bodyPr anchor="b">
            <a:normAutofit/>
          </a:bodyPr>
          <a:lstStyle>
            <a:lvl1pPr>
              <a:defRPr sz="2400"/>
            </a:lvl1pPr>
          </a:lstStyle>
          <a:p>
            <a:r>
              <a:t>タイトルテキスト</a:t>
            </a:r>
          </a:p>
        </p:txBody>
      </p:sp>
      <p:sp>
        <p:nvSpPr>
          <p:cNvPr id="306" name="テキスト プレースホルダー 14"/>
          <p:cNvSpPr>
            <a:spLocks noGrp="1"/>
          </p:cNvSpPr>
          <p:nvPr>
            <p:ph type="body" sz="quarter" idx="21" hasCustomPrompt="1"/>
          </p:nvPr>
        </p:nvSpPr>
        <p:spPr>
          <a:xfrm>
            <a:off x="492765" y="4491642"/>
            <a:ext cx="6332444" cy="766176"/>
          </a:xfrm>
          <a:prstGeom prst="rect">
            <a:avLst/>
          </a:prstGeom>
        </p:spPr>
        <p:txBody>
          <a:bodyPr lIns="0" tIns="0" rIns="0" bIns="0">
            <a:normAutofit/>
          </a:bodyPr>
          <a:lstStyle>
            <a:lvl1pPr marL="0" indent="0">
              <a:lnSpc>
                <a:spcPts val="1600"/>
              </a:lnSpc>
              <a:spcBef>
                <a:spcPts val="0"/>
              </a:spcBef>
              <a:buClrTx/>
              <a:buSzTx/>
              <a:buNone/>
              <a:defRPr sz="1200" b="1"/>
            </a:lvl1pPr>
          </a:lstStyle>
          <a:p>
            <a:r>
              <a:t>部署</a:t>
            </a:r>
          </a:p>
        </p:txBody>
      </p:sp>
      <p:sp>
        <p:nvSpPr>
          <p:cNvPr id="307" name="テキスト プレースホルダー 4"/>
          <p:cNvSpPr>
            <a:spLocks noGrp="1"/>
          </p:cNvSpPr>
          <p:nvPr>
            <p:ph type="body" sz="quarter" idx="22" hasCustomPrompt="1"/>
          </p:nvPr>
        </p:nvSpPr>
        <p:spPr>
          <a:xfrm>
            <a:off x="492765" y="4017390"/>
            <a:ext cx="6332444" cy="342001"/>
          </a:xfrm>
          <a:prstGeom prst="rect">
            <a:avLst/>
          </a:prstGeom>
        </p:spPr>
        <p:txBody>
          <a:bodyPr lIns="0" tIns="0" rIns="0" bIns="0" anchor="ctr">
            <a:normAutofit/>
          </a:bodyPr>
          <a:lstStyle>
            <a:lvl1pPr marL="0" indent="0">
              <a:spcBef>
                <a:spcPts val="0"/>
              </a:spcBef>
              <a:buClrTx/>
              <a:buSzTx/>
              <a:buNone/>
              <a:defRPr b="1"/>
            </a:lvl1pPr>
          </a:lstStyle>
          <a:p>
            <a:r>
              <a:t>名前</a:t>
            </a:r>
          </a:p>
        </p:txBody>
      </p:sp>
      <p:pic>
        <p:nvPicPr>
          <p:cNvPr id="308" name="図 54" descr="図 54"/>
          <p:cNvPicPr>
            <a:picLocks noChangeAspect="1"/>
          </p:cNvPicPr>
          <p:nvPr/>
        </p:nvPicPr>
        <p:blipFill>
          <a:blip r:embed="rId3"/>
          <a:stretch>
            <a:fillRect/>
          </a:stretch>
        </p:blipFill>
        <p:spPr>
          <a:xfrm>
            <a:off x="6944400" y="0"/>
            <a:ext cx="2968753" cy="6858000"/>
          </a:xfrm>
          <a:prstGeom prst="rect">
            <a:avLst/>
          </a:prstGeom>
          <a:ln w="12700">
            <a:miter lim="400000"/>
          </a:ln>
        </p:spPr>
      </p:pic>
      <p:sp>
        <p:nvSpPr>
          <p:cNvPr id="309" name="スライド番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表紙（写真なし）">
    <p:spTree>
      <p:nvGrpSpPr>
        <p:cNvPr id="1" name=""/>
        <p:cNvGrpSpPr/>
        <p:nvPr/>
      </p:nvGrpSpPr>
      <p:grpSpPr>
        <a:xfrm>
          <a:off x="0" y="0"/>
          <a:ext cx="0" cy="0"/>
          <a:chOff x="0" y="0"/>
          <a:chExt cx="0" cy="0"/>
        </a:xfrm>
      </p:grpSpPr>
      <p:grpSp>
        <p:nvGrpSpPr>
          <p:cNvPr id="318" name="グループ化 42"/>
          <p:cNvGrpSpPr/>
          <p:nvPr/>
        </p:nvGrpSpPr>
        <p:grpSpPr>
          <a:xfrm>
            <a:off x="492766" y="6091218"/>
            <a:ext cx="766801" cy="385679"/>
            <a:chOff x="0" y="0"/>
            <a:chExt cx="766800" cy="385678"/>
          </a:xfrm>
        </p:grpSpPr>
        <p:sp>
          <p:nvSpPr>
            <p:cNvPr id="316" name="Freeform 290"/>
            <p:cNvSpPr/>
            <p:nvPr/>
          </p:nvSpPr>
          <p:spPr>
            <a:xfrm>
              <a:off x="664144" y="1555"/>
              <a:ext cx="102657" cy="3825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8" y="5312"/>
                  </a:lnTo>
                  <a:lnTo>
                    <a:pt x="1145" y="8034"/>
                  </a:lnTo>
                  <a:lnTo>
                    <a:pt x="1309" y="10800"/>
                  </a:lnTo>
                  <a:lnTo>
                    <a:pt x="1145" y="13610"/>
                  </a:lnTo>
                  <a:lnTo>
                    <a:pt x="818" y="16332"/>
                  </a:lnTo>
                  <a:lnTo>
                    <a:pt x="0" y="21600"/>
                  </a:lnTo>
                  <a:lnTo>
                    <a:pt x="21600" y="21600"/>
                  </a:lnTo>
                  <a:lnTo>
                    <a:pt x="20782" y="16332"/>
                  </a:lnTo>
                  <a:lnTo>
                    <a:pt x="20291" y="13610"/>
                  </a:lnTo>
                  <a:lnTo>
                    <a:pt x="20291" y="8034"/>
                  </a:lnTo>
                  <a:lnTo>
                    <a:pt x="20782" y="5312"/>
                  </a:lnTo>
                  <a:lnTo>
                    <a:pt x="21600" y="0"/>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sp>
          <p:nvSpPr>
            <p:cNvPr id="317" name="Freeform 291"/>
            <p:cNvSpPr/>
            <p:nvPr/>
          </p:nvSpPr>
          <p:spPr>
            <a:xfrm>
              <a:off x="0" y="-1"/>
              <a:ext cx="654814" cy="385680"/>
            </a:xfrm>
            <a:custGeom>
              <a:avLst/>
              <a:gdLst/>
              <a:ahLst/>
              <a:cxnLst>
                <a:cxn ang="0">
                  <a:pos x="wd2" y="hd2"/>
                </a:cxn>
                <a:cxn ang="5400000">
                  <a:pos x="wd2" y="hd2"/>
                </a:cxn>
                <a:cxn ang="10800000">
                  <a:pos x="wd2" y="hd2"/>
                </a:cxn>
                <a:cxn ang="16200000">
                  <a:pos x="wd2" y="hd2"/>
                </a:cxn>
              </a:cxnLst>
              <a:rect l="0" t="0" r="r" b="b"/>
              <a:pathLst>
                <a:path w="21600" h="21600" extrusionOk="0">
                  <a:moveTo>
                    <a:pt x="17167" y="11517"/>
                  </a:moveTo>
                  <a:lnTo>
                    <a:pt x="17859" y="11039"/>
                  </a:lnTo>
                  <a:lnTo>
                    <a:pt x="18423" y="10431"/>
                  </a:lnTo>
                  <a:lnTo>
                    <a:pt x="18961" y="9822"/>
                  </a:lnTo>
                  <a:lnTo>
                    <a:pt x="19396" y="9040"/>
                  </a:lnTo>
                  <a:lnTo>
                    <a:pt x="19730" y="8214"/>
                  </a:lnTo>
                  <a:lnTo>
                    <a:pt x="19986" y="7301"/>
                  </a:lnTo>
                  <a:lnTo>
                    <a:pt x="20088" y="6910"/>
                  </a:lnTo>
                  <a:lnTo>
                    <a:pt x="20140" y="6432"/>
                  </a:lnTo>
                  <a:lnTo>
                    <a:pt x="20191" y="5998"/>
                  </a:lnTo>
                  <a:lnTo>
                    <a:pt x="20191" y="4998"/>
                  </a:lnTo>
                  <a:lnTo>
                    <a:pt x="20140" y="4476"/>
                  </a:lnTo>
                  <a:lnTo>
                    <a:pt x="20088" y="3998"/>
                  </a:lnTo>
                  <a:lnTo>
                    <a:pt x="20011" y="3520"/>
                  </a:lnTo>
                  <a:lnTo>
                    <a:pt x="19883" y="3129"/>
                  </a:lnTo>
                  <a:lnTo>
                    <a:pt x="19730" y="2695"/>
                  </a:lnTo>
                  <a:lnTo>
                    <a:pt x="19601" y="2347"/>
                  </a:lnTo>
                  <a:lnTo>
                    <a:pt x="19396" y="1999"/>
                  </a:lnTo>
                  <a:lnTo>
                    <a:pt x="19012" y="1391"/>
                  </a:lnTo>
                  <a:lnTo>
                    <a:pt x="18551" y="956"/>
                  </a:lnTo>
                  <a:lnTo>
                    <a:pt x="18064" y="608"/>
                  </a:lnTo>
                  <a:lnTo>
                    <a:pt x="17500" y="348"/>
                  </a:lnTo>
                  <a:lnTo>
                    <a:pt x="16937" y="217"/>
                  </a:lnTo>
                  <a:lnTo>
                    <a:pt x="16322" y="87"/>
                  </a:lnTo>
                  <a:lnTo>
                    <a:pt x="15656" y="87"/>
                  </a:lnTo>
                  <a:lnTo>
                    <a:pt x="15015" y="0"/>
                  </a:lnTo>
                  <a:lnTo>
                    <a:pt x="13554" y="87"/>
                  </a:lnTo>
                  <a:lnTo>
                    <a:pt x="12043" y="130"/>
                  </a:lnTo>
                  <a:lnTo>
                    <a:pt x="10582" y="217"/>
                  </a:lnTo>
                  <a:lnTo>
                    <a:pt x="9327" y="217"/>
                  </a:lnTo>
                  <a:lnTo>
                    <a:pt x="9532" y="7258"/>
                  </a:lnTo>
                  <a:lnTo>
                    <a:pt x="9557" y="10561"/>
                  </a:lnTo>
                  <a:lnTo>
                    <a:pt x="9557" y="13603"/>
                  </a:lnTo>
                  <a:lnTo>
                    <a:pt x="7969" y="10518"/>
                  </a:lnTo>
                  <a:lnTo>
                    <a:pt x="6380" y="7171"/>
                  </a:lnTo>
                  <a:lnTo>
                    <a:pt x="4791" y="3738"/>
                  </a:lnTo>
                  <a:lnTo>
                    <a:pt x="3305" y="217"/>
                  </a:lnTo>
                  <a:lnTo>
                    <a:pt x="0" y="217"/>
                  </a:lnTo>
                  <a:lnTo>
                    <a:pt x="179" y="5476"/>
                  </a:lnTo>
                  <a:lnTo>
                    <a:pt x="205" y="8171"/>
                  </a:lnTo>
                  <a:lnTo>
                    <a:pt x="256" y="10909"/>
                  </a:lnTo>
                  <a:lnTo>
                    <a:pt x="205" y="13690"/>
                  </a:lnTo>
                  <a:lnTo>
                    <a:pt x="179" y="16385"/>
                  </a:lnTo>
                  <a:lnTo>
                    <a:pt x="0" y="21600"/>
                  </a:lnTo>
                  <a:lnTo>
                    <a:pt x="2742" y="21600"/>
                  </a:lnTo>
                  <a:lnTo>
                    <a:pt x="2562" y="17732"/>
                  </a:lnTo>
                  <a:lnTo>
                    <a:pt x="2485" y="13864"/>
                  </a:lnTo>
                  <a:lnTo>
                    <a:pt x="2434" y="10344"/>
                  </a:lnTo>
                  <a:lnTo>
                    <a:pt x="2434" y="7171"/>
                  </a:lnTo>
                  <a:lnTo>
                    <a:pt x="4151" y="10518"/>
                  </a:lnTo>
                  <a:lnTo>
                    <a:pt x="5893" y="14081"/>
                  </a:lnTo>
                  <a:lnTo>
                    <a:pt x="7661" y="17819"/>
                  </a:lnTo>
                  <a:lnTo>
                    <a:pt x="8456" y="19731"/>
                  </a:lnTo>
                  <a:lnTo>
                    <a:pt x="9275" y="21600"/>
                  </a:lnTo>
                  <a:lnTo>
                    <a:pt x="12120" y="21600"/>
                  </a:lnTo>
                  <a:lnTo>
                    <a:pt x="11991" y="16385"/>
                  </a:lnTo>
                  <a:lnTo>
                    <a:pt x="11966" y="13690"/>
                  </a:lnTo>
                  <a:lnTo>
                    <a:pt x="11915" y="10909"/>
                  </a:lnTo>
                  <a:lnTo>
                    <a:pt x="11915" y="6910"/>
                  </a:lnTo>
                  <a:lnTo>
                    <a:pt x="11991" y="2955"/>
                  </a:lnTo>
                  <a:lnTo>
                    <a:pt x="12863" y="2912"/>
                  </a:lnTo>
                  <a:lnTo>
                    <a:pt x="13913" y="2912"/>
                  </a:lnTo>
                  <a:lnTo>
                    <a:pt x="14554" y="2955"/>
                  </a:lnTo>
                  <a:lnTo>
                    <a:pt x="15143" y="3129"/>
                  </a:lnTo>
                  <a:lnTo>
                    <a:pt x="15630" y="3477"/>
                  </a:lnTo>
                  <a:lnTo>
                    <a:pt x="15835" y="3651"/>
                  </a:lnTo>
                  <a:lnTo>
                    <a:pt x="16142" y="4085"/>
                  </a:lnTo>
                  <a:lnTo>
                    <a:pt x="16270" y="4346"/>
                  </a:lnTo>
                  <a:lnTo>
                    <a:pt x="16475" y="4911"/>
                  </a:lnTo>
                  <a:lnTo>
                    <a:pt x="16604" y="5520"/>
                  </a:lnTo>
                  <a:lnTo>
                    <a:pt x="16629" y="6302"/>
                  </a:lnTo>
                  <a:lnTo>
                    <a:pt x="16604" y="6693"/>
                  </a:lnTo>
                  <a:lnTo>
                    <a:pt x="16552" y="7171"/>
                  </a:lnTo>
                  <a:lnTo>
                    <a:pt x="16475" y="7606"/>
                  </a:lnTo>
                  <a:lnTo>
                    <a:pt x="16347" y="7997"/>
                  </a:lnTo>
                  <a:lnTo>
                    <a:pt x="16245" y="8344"/>
                  </a:lnTo>
                  <a:lnTo>
                    <a:pt x="15835" y="9040"/>
                  </a:lnTo>
                  <a:lnTo>
                    <a:pt x="15630" y="9344"/>
                  </a:lnTo>
                  <a:lnTo>
                    <a:pt x="15092" y="9866"/>
                  </a:lnTo>
                  <a:lnTo>
                    <a:pt x="14528" y="10300"/>
                  </a:lnTo>
                  <a:lnTo>
                    <a:pt x="13888" y="10648"/>
                  </a:lnTo>
                  <a:lnTo>
                    <a:pt x="13196" y="10996"/>
                  </a:lnTo>
                  <a:lnTo>
                    <a:pt x="14272" y="13386"/>
                  </a:lnTo>
                  <a:lnTo>
                    <a:pt x="15451" y="16080"/>
                  </a:lnTo>
                  <a:lnTo>
                    <a:pt x="16604" y="18905"/>
                  </a:lnTo>
                  <a:lnTo>
                    <a:pt x="17654" y="21600"/>
                  </a:lnTo>
                  <a:lnTo>
                    <a:pt x="21600" y="21600"/>
                  </a:lnTo>
                  <a:lnTo>
                    <a:pt x="19166" y="16298"/>
                  </a:lnTo>
                  <a:lnTo>
                    <a:pt x="18115" y="13821"/>
                  </a:lnTo>
                  <a:lnTo>
                    <a:pt x="17167" y="11517"/>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grpSp>
      <p:pic>
        <p:nvPicPr>
          <p:cNvPr id="319" name="図 45" descr="図 45"/>
          <p:cNvPicPr>
            <a:picLocks noChangeAspect="1"/>
          </p:cNvPicPr>
          <p:nvPr/>
        </p:nvPicPr>
        <p:blipFill>
          <a:blip r:embed="rId2"/>
          <a:stretch>
            <a:fillRect/>
          </a:stretch>
        </p:blipFill>
        <p:spPr>
          <a:xfrm>
            <a:off x="7473280" y="5732622"/>
            <a:ext cx="2126489" cy="1102869"/>
          </a:xfrm>
          <a:prstGeom prst="rect">
            <a:avLst/>
          </a:prstGeom>
          <a:ln w="12700">
            <a:miter lim="400000"/>
          </a:ln>
        </p:spPr>
      </p:pic>
      <p:sp>
        <p:nvSpPr>
          <p:cNvPr id="320" name="本文レベル1…"/>
          <p:cNvSpPr txBox="1">
            <a:spLocks noGrp="1"/>
          </p:cNvSpPr>
          <p:nvPr>
            <p:ph type="body" sz="quarter" idx="1" hasCustomPrompt="1"/>
          </p:nvPr>
        </p:nvSpPr>
        <p:spPr>
          <a:xfrm>
            <a:off x="492388" y="5435999"/>
            <a:ext cx="6332444" cy="252001"/>
          </a:xfrm>
          <a:prstGeom prst="rect">
            <a:avLst/>
          </a:prstGeom>
        </p:spPr>
        <p:txBody>
          <a:bodyPr lIns="0" tIns="0" rIns="0" bIns="0" anchor="ctr">
            <a:normAutofit/>
          </a:bodyPr>
          <a:lstStyle>
            <a:lvl1pPr marL="0" indent="0">
              <a:spcBef>
                <a:spcPts val="0"/>
              </a:spcBef>
              <a:buClrTx/>
              <a:buSzTx/>
              <a:buNone/>
              <a:defRPr sz="1200" b="1"/>
            </a:lvl1pPr>
            <a:lvl2pPr marL="576715" indent="-197303">
              <a:spcBef>
                <a:spcPts val="0"/>
              </a:spcBef>
              <a:buClrTx/>
              <a:defRPr sz="1200" b="1"/>
            </a:lvl2pPr>
            <a:lvl3pPr marL="956128" indent="-168728">
              <a:spcBef>
                <a:spcPts val="0"/>
              </a:spcBef>
              <a:buClrTx/>
              <a:defRPr sz="1200" b="1"/>
            </a:lvl3pPr>
            <a:lvl4pPr marL="1355725" indent="-190500">
              <a:spcBef>
                <a:spcPts val="0"/>
              </a:spcBef>
              <a:buClrTx/>
              <a:defRPr sz="1200" b="1"/>
            </a:lvl4pPr>
            <a:lvl5pPr marL="1674813" indent="-184150">
              <a:spcBef>
                <a:spcPts val="0"/>
              </a:spcBef>
              <a:buClrTx/>
              <a:defRPr sz="1200" b="1"/>
            </a:lvl5pPr>
          </a:lstStyle>
          <a:p>
            <a:r>
              <a:t>日付</a:t>
            </a:r>
          </a:p>
          <a:p>
            <a:pPr lvl="1"/>
            <a:endParaRPr/>
          </a:p>
          <a:p>
            <a:pPr lvl="2"/>
            <a:endParaRPr/>
          </a:p>
          <a:p>
            <a:pPr lvl="3"/>
            <a:endParaRPr/>
          </a:p>
          <a:p>
            <a:pPr lvl="4"/>
            <a:endParaRPr/>
          </a:p>
        </p:txBody>
      </p:sp>
      <p:sp>
        <p:nvSpPr>
          <p:cNvPr id="321" name="タイトルテキスト"/>
          <p:cNvSpPr txBox="1">
            <a:spLocks noGrp="1"/>
          </p:cNvSpPr>
          <p:nvPr>
            <p:ph type="title"/>
          </p:nvPr>
        </p:nvSpPr>
        <p:spPr>
          <a:xfrm>
            <a:off x="492767" y="2986964"/>
            <a:ext cx="8924281" cy="442036"/>
          </a:xfrm>
          <a:prstGeom prst="rect">
            <a:avLst/>
          </a:prstGeom>
          <a:noFill/>
        </p:spPr>
        <p:txBody>
          <a:bodyPr anchor="b">
            <a:normAutofit/>
          </a:bodyPr>
          <a:lstStyle>
            <a:lvl1pPr>
              <a:defRPr sz="2400"/>
            </a:lvl1pPr>
          </a:lstStyle>
          <a:p>
            <a:r>
              <a:t>タイトルテキスト</a:t>
            </a:r>
          </a:p>
        </p:txBody>
      </p:sp>
      <p:sp>
        <p:nvSpPr>
          <p:cNvPr id="322" name="テキスト プレースホルダー 14"/>
          <p:cNvSpPr>
            <a:spLocks noGrp="1"/>
          </p:cNvSpPr>
          <p:nvPr>
            <p:ph type="body" sz="quarter" idx="21" hasCustomPrompt="1"/>
          </p:nvPr>
        </p:nvSpPr>
        <p:spPr>
          <a:xfrm>
            <a:off x="492765" y="4491642"/>
            <a:ext cx="6332444" cy="766176"/>
          </a:xfrm>
          <a:prstGeom prst="rect">
            <a:avLst/>
          </a:prstGeom>
        </p:spPr>
        <p:txBody>
          <a:bodyPr lIns="0" tIns="0" rIns="0" bIns="0">
            <a:normAutofit/>
          </a:bodyPr>
          <a:lstStyle>
            <a:lvl1pPr marL="0" indent="0">
              <a:lnSpc>
                <a:spcPts val="1600"/>
              </a:lnSpc>
              <a:spcBef>
                <a:spcPts val="0"/>
              </a:spcBef>
              <a:buClrTx/>
              <a:buSzTx/>
              <a:buNone/>
              <a:defRPr sz="1200" b="1"/>
            </a:lvl1pPr>
          </a:lstStyle>
          <a:p>
            <a:r>
              <a:t>部署</a:t>
            </a:r>
          </a:p>
        </p:txBody>
      </p:sp>
      <p:sp>
        <p:nvSpPr>
          <p:cNvPr id="323" name="テキスト プレースホルダー 4"/>
          <p:cNvSpPr>
            <a:spLocks noGrp="1"/>
          </p:cNvSpPr>
          <p:nvPr>
            <p:ph type="body" sz="quarter" idx="22" hasCustomPrompt="1"/>
          </p:nvPr>
        </p:nvSpPr>
        <p:spPr>
          <a:xfrm>
            <a:off x="492765" y="4017390"/>
            <a:ext cx="6332444" cy="342001"/>
          </a:xfrm>
          <a:prstGeom prst="rect">
            <a:avLst/>
          </a:prstGeom>
        </p:spPr>
        <p:txBody>
          <a:bodyPr lIns="0" tIns="0" rIns="0" bIns="0" anchor="ctr">
            <a:normAutofit/>
          </a:bodyPr>
          <a:lstStyle>
            <a:lvl1pPr marL="0" indent="0">
              <a:spcBef>
                <a:spcPts val="0"/>
              </a:spcBef>
              <a:buClrTx/>
              <a:buSzTx/>
              <a:buNone/>
              <a:defRPr b="1"/>
            </a:lvl1pPr>
          </a:lstStyle>
          <a:p>
            <a:r>
              <a:t>名前</a:t>
            </a:r>
          </a:p>
        </p:txBody>
      </p:sp>
      <p:sp>
        <p:nvSpPr>
          <p:cNvPr id="324" name="スライド番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表紙+サブタイトル（写真なし）">
    <p:spTree>
      <p:nvGrpSpPr>
        <p:cNvPr id="1" name=""/>
        <p:cNvGrpSpPr/>
        <p:nvPr/>
      </p:nvGrpSpPr>
      <p:grpSpPr>
        <a:xfrm>
          <a:off x="0" y="0"/>
          <a:ext cx="0" cy="0"/>
          <a:chOff x="0" y="0"/>
          <a:chExt cx="0" cy="0"/>
        </a:xfrm>
      </p:grpSpPr>
      <p:sp>
        <p:nvSpPr>
          <p:cNvPr id="331" name="本文レベル1…"/>
          <p:cNvSpPr txBox="1">
            <a:spLocks noGrp="1"/>
          </p:cNvSpPr>
          <p:nvPr>
            <p:ph type="body" sz="quarter" idx="1" hasCustomPrompt="1"/>
          </p:nvPr>
        </p:nvSpPr>
        <p:spPr>
          <a:xfrm>
            <a:off x="492764" y="1189666"/>
            <a:ext cx="8924285" cy="349703"/>
          </a:xfrm>
          <a:prstGeom prst="rect">
            <a:avLst/>
          </a:prstGeom>
        </p:spPr>
        <p:txBody>
          <a:bodyPr lIns="0" tIns="0" rIns="0" bIns="0" anchor="ctr">
            <a:normAutofit/>
          </a:bodyPr>
          <a:lstStyle>
            <a:lvl1pPr marL="0" indent="0">
              <a:spcBef>
                <a:spcPts val="0"/>
              </a:spcBef>
              <a:buClrTx/>
              <a:buSzTx/>
              <a:buNone/>
              <a:defRPr sz="1800" b="1">
                <a:solidFill>
                  <a:schemeClr val="accent1"/>
                </a:solidFill>
              </a:defRPr>
            </a:lvl1pPr>
            <a:lvl2pPr marL="675367" indent="-295955">
              <a:spcBef>
                <a:spcPts val="0"/>
              </a:spcBef>
              <a:buClrTx/>
              <a:defRPr sz="1800" b="1">
                <a:solidFill>
                  <a:schemeClr val="accent1"/>
                </a:solidFill>
              </a:defRPr>
            </a:lvl2pPr>
            <a:lvl3pPr marL="1040492" indent="-253092">
              <a:spcBef>
                <a:spcPts val="0"/>
              </a:spcBef>
              <a:buClrTx/>
              <a:defRPr sz="1800" b="1">
                <a:solidFill>
                  <a:schemeClr val="accent1"/>
                </a:solidFill>
              </a:defRPr>
            </a:lvl3pPr>
            <a:lvl4pPr marL="1450975" indent="-285750">
              <a:spcBef>
                <a:spcPts val="0"/>
              </a:spcBef>
              <a:buClrTx/>
              <a:defRPr sz="1800" b="1">
                <a:solidFill>
                  <a:schemeClr val="accent1"/>
                </a:solidFill>
              </a:defRPr>
            </a:lvl4pPr>
            <a:lvl5pPr marL="1766888" indent="-276225">
              <a:spcBef>
                <a:spcPts val="0"/>
              </a:spcBef>
              <a:buClrTx/>
              <a:defRPr sz="1800" b="1">
                <a:solidFill>
                  <a:schemeClr val="accent1"/>
                </a:solidFill>
              </a:defRPr>
            </a:lvl5pPr>
          </a:lstStyle>
          <a:p>
            <a:r>
              <a:t>サブタイトル</a:t>
            </a:r>
          </a:p>
          <a:p>
            <a:pPr lvl="1"/>
            <a:endParaRPr/>
          </a:p>
          <a:p>
            <a:pPr lvl="2"/>
            <a:endParaRPr/>
          </a:p>
          <a:p>
            <a:pPr lvl="3"/>
            <a:endParaRPr/>
          </a:p>
          <a:p>
            <a:pPr lvl="4"/>
            <a:endParaRPr/>
          </a:p>
        </p:txBody>
      </p:sp>
      <p:grpSp>
        <p:nvGrpSpPr>
          <p:cNvPr id="334" name="グループ化 42"/>
          <p:cNvGrpSpPr/>
          <p:nvPr/>
        </p:nvGrpSpPr>
        <p:grpSpPr>
          <a:xfrm>
            <a:off x="492766" y="6091218"/>
            <a:ext cx="766801" cy="385679"/>
            <a:chOff x="0" y="0"/>
            <a:chExt cx="766800" cy="385678"/>
          </a:xfrm>
        </p:grpSpPr>
        <p:sp>
          <p:nvSpPr>
            <p:cNvPr id="332" name="Freeform 290"/>
            <p:cNvSpPr/>
            <p:nvPr/>
          </p:nvSpPr>
          <p:spPr>
            <a:xfrm>
              <a:off x="664144" y="1555"/>
              <a:ext cx="102657" cy="3825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8" y="5312"/>
                  </a:lnTo>
                  <a:lnTo>
                    <a:pt x="1145" y="8034"/>
                  </a:lnTo>
                  <a:lnTo>
                    <a:pt x="1309" y="10800"/>
                  </a:lnTo>
                  <a:lnTo>
                    <a:pt x="1145" y="13610"/>
                  </a:lnTo>
                  <a:lnTo>
                    <a:pt x="818" y="16332"/>
                  </a:lnTo>
                  <a:lnTo>
                    <a:pt x="0" y="21600"/>
                  </a:lnTo>
                  <a:lnTo>
                    <a:pt x="21600" y="21600"/>
                  </a:lnTo>
                  <a:lnTo>
                    <a:pt x="20782" y="16332"/>
                  </a:lnTo>
                  <a:lnTo>
                    <a:pt x="20291" y="13610"/>
                  </a:lnTo>
                  <a:lnTo>
                    <a:pt x="20291" y="8034"/>
                  </a:lnTo>
                  <a:lnTo>
                    <a:pt x="20782" y="5312"/>
                  </a:lnTo>
                  <a:lnTo>
                    <a:pt x="21600" y="0"/>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sp>
          <p:nvSpPr>
            <p:cNvPr id="333" name="Freeform 291"/>
            <p:cNvSpPr/>
            <p:nvPr/>
          </p:nvSpPr>
          <p:spPr>
            <a:xfrm>
              <a:off x="0" y="-1"/>
              <a:ext cx="654814" cy="385680"/>
            </a:xfrm>
            <a:custGeom>
              <a:avLst/>
              <a:gdLst/>
              <a:ahLst/>
              <a:cxnLst>
                <a:cxn ang="0">
                  <a:pos x="wd2" y="hd2"/>
                </a:cxn>
                <a:cxn ang="5400000">
                  <a:pos x="wd2" y="hd2"/>
                </a:cxn>
                <a:cxn ang="10800000">
                  <a:pos x="wd2" y="hd2"/>
                </a:cxn>
                <a:cxn ang="16200000">
                  <a:pos x="wd2" y="hd2"/>
                </a:cxn>
              </a:cxnLst>
              <a:rect l="0" t="0" r="r" b="b"/>
              <a:pathLst>
                <a:path w="21600" h="21600" extrusionOk="0">
                  <a:moveTo>
                    <a:pt x="17167" y="11517"/>
                  </a:moveTo>
                  <a:lnTo>
                    <a:pt x="17859" y="11039"/>
                  </a:lnTo>
                  <a:lnTo>
                    <a:pt x="18423" y="10431"/>
                  </a:lnTo>
                  <a:lnTo>
                    <a:pt x="18961" y="9822"/>
                  </a:lnTo>
                  <a:lnTo>
                    <a:pt x="19396" y="9040"/>
                  </a:lnTo>
                  <a:lnTo>
                    <a:pt x="19730" y="8214"/>
                  </a:lnTo>
                  <a:lnTo>
                    <a:pt x="19986" y="7301"/>
                  </a:lnTo>
                  <a:lnTo>
                    <a:pt x="20088" y="6910"/>
                  </a:lnTo>
                  <a:lnTo>
                    <a:pt x="20140" y="6432"/>
                  </a:lnTo>
                  <a:lnTo>
                    <a:pt x="20191" y="5998"/>
                  </a:lnTo>
                  <a:lnTo>
                    <a:pt x="20191" y="4998"/>
                  </a:lnTo>
                  <a:lnTo>
                    <a:pt x="20140" y="4476"/>
                  </a:lnTo>
                  <a:lnTo>
                    <a:pt x="20088" y="3998"/>
                  </a:lnTo>
                  <a:lnTo>
                    <a:pt x="20011" y="3520"/>
                  </a:lnTo>
                  <a:lnTo>
                    <a:pt x="19883" y="3129"/>
                  </a:lnTo>
                  <a:lnTo>
                    <a:pt x="19730" y="2695"/>
                  </a:lnTo>
                  <a:lnTo>
                    <a:pt x="19601" y="2347"/>
                  </a:lnTo>
                  <a:lnTo>
                    <a:pt x="19396" y="1999"/>
                  </a:lnTo>
                  <a:lnTo>
                    <a:pt x="19012" y="1391"/>
                  </a:lnTo>
                  <a:lnTo>
                    <a:pt x="18551" y="956"/>
                  </a:lnTo>
                  <a:lnTo>
                    <a:pt x="18064" y="608"/>
                  </a:lnTo>
                  <a:lnTo>
                    <a:pt x="17500" y="348"/>
                  </a:lnTo>
                  <a:lnTo>
                    <a:pt x="16937" y="217"/>
                  </a:lnTo>
                  <a:lnTo>
                    <a:pt x="16322" y="87"/>
                  </a:lnTo>
                  <a:lnTo>
                    <a:pt x="15656" y="87"/>
                  </a:lnTo>
                  <a:lnTo>
                    <a:pt x="15015" y="0"/>
                  </a:lnTo>
                  <a:lnTo>
                    <a:pt x="13554" y="87"/>
                  </a:lnTo>
                  <a:lnTo>
                    <a:pt x="12043" y="130"/>
                  </a:lnTo>
                  <a:lnTo>
                    <a:pt x="10582" y="217"/>
                  </a:lnTo>
                  <a:lnTo>
                    <a:pt x="9327" y="217"/>
                  </a:lnTo>
                  <a:lnTo>
                    <a:pt x="9532" y="7258"/>
                  </a:lnTo>
                  <a:lnTo>
                    <a:pt x="9557" y="10561"/>
                  </a:lnTo>
                  <a:lnTo>
                    <a:pt x="9557" y="13603"/>
                  </a:lnTo>
                  <a:lnTo>
                    <a:pt x="7969" y="10518"/>
                  </a:lnTo>
                  <a:lnTo>
                    <a:pt x="6380" y="7171"/>
                  </a:lnTo>
                  <a:lnTo>
                    <a:pt x="4791" y="3738"/>
                  </a:lnTo>
                  <a:lnTo>
                    <a:pt x="3305" y="217"/>
                  </a:lnTo>
                  <a:lnTo>
                    <a:pt x="0" y="217"/>
                  </a:lnTo>
                  <a:lnTo>
                    <a:pt x="179" y="5476"/>
                  </a:lnTo>
                  <a:lnTo>
                    <a:pt x="205" y="8171"/>
                  </a:lnTo>
                  <a:lnTo>
                    <a:pt x="256" y="10909"/>
                  </a:lnTo>
                  <a:lnTo>
                    <a:pt x="205" y="13690"/>
                  </a:lnTo>
                  <a:lnTo>
                    <a:pt x="179" y="16385"/>
                  </a:lnTo>
                  <a:lnTo>
                    <a:pt x="0" y="21600"/>
                  </a:lnTo>
                  <a:lnTo>
                    <a:pt x="2742" y="21600"/>
                  </a:lnTo>
                  <a:lnTo>
                    <a:pt x="2562" y="17732"/>
                  </a:lnTo>
                  <a:lnTo>
                    <a:pt x="2485" y="13864"/>
                  </a:lnTo>
                  <a:lnTo>
                    <a:pt x="2434" y="10344"/>
                  </a:lnTo>
                  <a:lnTo>
                    <a:pt x="2434" y="7171"/>
                  </a:lnTo>
                  <a:lnTo>
                    <a:pt x="4151" y="10518"/>
                  </a:lnTo>
                  <a:lnTo>
                    <a:pt x="5893" y="14081"/>
                  </a:lnTo>
                  <a:lnTo>
                    <a:pt x="7661" y="17819"/>
                  </a:lnTo>
                  <a:lnTo>
                    <a:pt x="8456" y="19731"/>
                  </a:lnTo>
                  <a:lnTo>
                    <a:pt x="9275" y="21600"/>
                  </a:lnTo>
                  <a:lnTo>
                    <a:pt x="12120" y="21600"/>
                  </a:lnTo>
                  <a:lnTo>
                    <a:pt x="11991" y="16385"/>
                  </a:lnTo>
                  <a:lnTo>
                    <a:pt x="11966" y="13690"/>
                  </a:lnTo>
                  <a:lnTo>
                    <a:pt x="11915" y="10909"/>
                  </a:lnTo>
                  <a:lnTo>
                    <a:pt x="11915" y="6910"/>
                  </a:lnTo>
                  <a:lnTo>
                    <a:pt x="11991" y="2955"/>
                  </a:lnTo>
                  <a:lnTo>
                    <a:pt x="12863" y="2912"/>
                  </a:lnTo>
                  <a:lnTo>
                    <a:pt x="13913" y="2912"/>
                  </a:lnTo>
                  <a:lnTo>
                    <a:pt x="14554" y="2955"/>
                  </a:lnTo>
                  <a:lnTo>
                    <a:pt x="15143" y="3129"/>
                  </a:lnTo>
                  <a:lnTo>
                    <a:pt x="15630" y="3477"/>
                  </a:lnTo>
                  <a:lnTo>
                    <a:pt x="15835" y="3651"/>
                  </a:lnTo>
                  <a:lnTo>
                    <a:pt x="16142" y="4085"/>
                  </a:lnTo>
                  <a:lnTo>
                    <a:pt x="16270" y="4346"/>
                  </a:lnTo>
                  <a:lnTo>
                    <a:pt x="16475" y="4911"/>
                  </a:lnTo>
                  <a:lnTo>
                    <a:pt x="16604" y="5520"/>
                  </a:lnTo>
                  <a:lnTo>
                    <a:pt x="16629" y="6302"/>
                  </a:lnTo>
                  <a:lnTo>
                    <a:pt x="16604" y="6693"/>
                  </a:lnTo>
                  <a:lnTo>
                    <a:pt x="16552" y="7171"/>
                  </a:lnTo>
                  <a:lnTo>
                    <a:pt x="16475" y="7606"/>
                  </a:lnTo>
                  <a:lnTo>
                    <a:pt x="16347" y="7997"/>
                  </a:lnTo>
                  <a:lnTo>
                    <a:pt x="16245" y="8344"/>
                  </a:lnTo>
                  <a:lnTo>
                    <a:pt x="15835" y="9040"/>
                  </a:lnTo>
                  <a:lnTo>
                    <a:pt x="15630" y="9344"/>
                  </a:lnTo>
                  <a:lnTo>
                    <a:pt x="15092" y="9866"/>
                  </a:lnTo>
                  <a:lnTo>
                    <a:pt x="14528" y="10300"/>
                  </a:lnTo>
                  <a:lnTo>
                    <a:pt x="13888" y="10648"/>
                  </a:lnTo>
                  <a:lnTo>
                    <a:pt x="13196" y="10996"/>
                  </a:lnTo>
                  <a:lnTo>
                    <a:pt x="14272" y="13386"/>
                  </a:lnTo>
                  <a:lnTo>
                    <a:pt x="15451" y="16080"/>
                  </a:lnTo>
                  <a:lnTo>
                    <a:pt x="16604" y="18905"/>
                  </a:lnTo>
                  <a:lnTo>
                    <a:pt x="17654" y="21600"/>
                  </a:lnTo>
                  <a:lnTo>
                    <a:pt x="21600" y="21600"/>
                  </a:lnTo>
                  <a:lnTo>
                    <a:pt x="19166" y="16298"/>
                  </a:lnTo>
                  <a:lnTo>
                    <a:pt x="18115" y="13821"/>
                  </a:lnTo>
                  <a:lnTo>
                    <a:pt x="17167" y="11517"/>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grpSp>
      <p:pic>
        <p:nvPicPr>
          <p:cNvPr id="335" name="図 45" descr="図 45"/>
          <p:cNvPicPr>
            <a:picLocks noChangeAspect="1"/>
          </p:cNvPicPr>
          <p:nvPr/>
        </p:nvPicPr>
        <p:blipFill>
          <a:blip r:embed="rId2"/>
          <a:stretch>
            <a:fillRect/>
          </a:stretch>
        </p:blipFill>
        <p:spPr>
          <a:xfrm>
            <a:off x="7473280" y="5732622"/>
            <a:ext cx="2126489" cy="1102869"/>
          </a:xfrm>
          <a:prstGeom prst="rect">
            <a:avLst/>
          </a:prstGeom>
          <a:ln w="12700">
            <a:miter lim="400000"/>
          </a:ln>
        </p:spPr>
      </p:pic>
      <p:sp>
        <p:nvSpPr>
          <p:cNvPr id="336" name="テキスト プレースホルダー 14"/>
          <p:cNvSpPr>
            <a:spLocks noGrp="1"/>
          </p:cNvSpPr>
          <p:nvPr>
            <p:ph type="body" sz="quarter" idx="21" hasCustomPrompt="1"/>
          </p:nvPr>
        </p:nvSpPr>
        <p:spPr>
          <a:xfrm>
            <a:off x="492389" y="5435999"/>
            <a:ext cx="6332443" cy="252001"/>
          </a:xfrm>
          <a:prstGeom prst="rect">
            <a:avLst/>
          </a:prstGeom>
        </p:spPr>
        <p:txBody>
          <a:bodyPr lIns="0" tIns="0" rIns="0" bIns="0" anchor="ctr">
            <a:normAutofit/>
          </a:bodyPr>
          <a:lstStyle>
            <a:lvl1pPr marL="0" indent="0">
              <a:spcBef>
                <a:spcPts val="0"/>
              </a:spcBef>
              <a:buClrTx/>
              <a:buSzTx/>
              <a:buNone/>
              <a:defRPr sz="1200" b="1"/>
            </a:lvl1pPr>
          </a:lstStyle>
          <a:p>
            <a:r>
              <a:t>日付</a:t>
            </a:r>
          </a:p>
        </p:txBody>
      </p:sp>
      <p:sp>
        <p:nvSpPr>
          <p:cNvPr id="337" name="タイトルテキスト"/>
          <p:cNvSpPr txBox="1">
            <a:spLocks noGrp="1"/>
          </p:cNvSpPr>
          <p:nvPr>
            <p:ph type="title"/>
          </p:nvPr>
        </p:nvSpPr>
        <p:spPr>
          <a:xfrm>
            <a:off x="492767" y="2986964"/>
            <a:ext cx="8924281" cy="442036"/>
          </a:xfrm>
          <a:prstGeom prst="rect">
            <a:avLst/>
          </a:prstGeom>
          <a:noFill/>
        </p:spPr>
        <p:txBody>
          <a:bodyPr anchor="b">
            <a:normAutofit/>
          </a:bodyPr>
          <a:lstStyle>
            <a:lvl1pPr>
              <a:defRPr sz="2400"/>
            </a:lvl1pPr>
          </a:lstStyle>
          <a:p>
            <a:r>
              <a:t>タイトルテキスト</a:t>
            </a:r>
          </a:p>
        </p:txBody>
      </p:sp>
      <p:sp>
        <p:nvSpPr>
          <p:cNvPr id="338" name="テキスト プレースホルダー 14"/>
          <p:cNvSpPr>
            <a:spLocks noGrp="1"/>
          </p:cNvSpPr>
          <p:nvPr>
            <p:ph type="body" sz="quarter" idx="22" hasCustomPrompt="1"/>
          </p:nvPr>
        </p:nvSpPr>
        <p:spPr>
          <a:xfrm>
            <a:off x="492765" y="4491642"/>
            <a:ext cx="6332444" cy="766176"/>
          </a:xfrm>
          <a:prstGeom prst="rect">
            <a:avLst/>
          </a:prstGeom>
        </p:spPr>
        <p:txBody>
          <a:bodyPr lIns="0" tIns="0" rIns="0" bIns="0">
            <a:normAutofit/>
          </a:bodyPr>
          <a:lstStyle>
            <a:lvl1pPr marL="0" indent="0">
              <a:lnSpc>
                <a:spcPts val="1600"/>
              </a:lnSpc>
              <a:spcBef>
                <a:spcPts val="0"/>
              </a:spcBef>
              <a:buClrTx/>
              <a:buSzTx/>
              <a:buNone/>
              <a:defRPr sz="1200" b="1"/>
            </a:lvl1pPr>
          </a:lstStyle>
          <a:p>
            <a:r>
              <a:t>部署</a:t>
            </a:r>
          </a:p>
        </p:txBody>
      </p:sp>
      <p:sp>
        <p:nvSpPr>
          <p:cNvPr id="339" name="テキスト プレースホルダー 4"/>
          <p:cNvSpPr>
            <a:spLocks noGrp="1"/>
          </p:cNvSpPr>
          <p:nvPr>
            <p:ph type="body" sz="quarter" idx="23" hasCustomPrompt="1"/>
          </p:nvPr>
        </p:nvSpPr>
        <p:spPr>
          <a:xfrm>
            <a:off x="492765" y="4017390"/>
            <a:ext cx="6332444" cy="342001"/>
          </a:xfrm>
          <a:prstGeom prst="rect">
            <a:avLst/>
          </a:prstGeom>
        </p:spPr>
        <p:txBody>
          <a:bodyPr lIns="0" tIns="0" rIns="0" bIns="0" anchor="ctr">
            <a:normAutofit/>
          </a:bodyPr>
          <a:lstStyle>
            <a:lvl1pPr marL="0" indent="0">
              <a:spcBef>
                <a:spcPts val="0"/>
              </a:spcBef>
              <a:buClrTx/>
              <a:buSzTx/>
              <a:buNone/>
              <a:defRPr b="1"/>
            </a:lvl1pPr>
          </a:lstStyle>
          <a:p>
            <a:r>
              <a:t>名前</a:t>
            </a:r>
          </a:p>
        </p:txBody>
      </p:sp>
      <p:sp>
        <p:nvSpPr>
          <p:cNvPr id="340" name="スライド番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x">
  <p:cSld name="目次（中）">
    <p:spTree>
      <p:nvGrpSpPr>
        <p:cNvPr id="1" name=""/>
        <p:cNvGrpSpPr/>
        <p:nvPr/>
      </p:nvGrpSpPr>
      <p:grpSpPr>
        <a:xfrm>
          <a:off x="0" y="0"/>
          <a:ext cx="0" cy="0"/>
          <a:chOff x="0" y="0"/>
          <a:chExt cx="0" cy="0"/>
        </a:xfrm>
      </p:grpSpPr>
      <p:sp>
        <p:nvSpPr>
          <p:cNvPr id="347" name="スライド番号"/>
          <p:cNvSpPr txBox="1">
            <a:spLocks noGrp="1"/>
          </p:cNvSpPr>
          <p:nvPr>
            <p:ph type="sldNum" sz="quarter" idx="2"/>
          </p:nvPr>
        </p:nvSpPr>
        <p:spPr>
          <a:xfrm>
            <a:off x="9723784" y="6620921"/>
            <a:ext cx="182217" cy="177801"/>
          </a:xfrm>
          <a:prstGeom prst="rect">
            <a:avLst/>
          </a:prstGeom>
        </p:spPr>
        <p:txBody>
          <a:bodyPr lIns="0" tIns="0" rIns="0" bIns="0"/>
          <a:lstStyle>
            <a:lvl1pPr>
              <a:defRPr>
                <a:solidFill>
                  <a:schemeClr val="accent1"/>
                </a:solidFill>
              </a:defRPr>
            </a:lvl1pPr>
          </a:lstStyle>
          <a:p>
            <a:fld id="{86CB4B4D-7CA3-9044-876B-883B54F8677D}" type="slidenum">
              <a:t>‹#›</a:t>
            </a:fld>
            <a:endParaRPr/>
          </a:p>
        </p:txBody>
      </p:sp>
      <p:sp>
        <p:nvSpPr>
          <p:cNvPr id="348" name="テキスト ボックス 10"/>
          <p:cNvSpPr txBox="1"/>
          <p:nvPr/>
        </p:nvSpPr>
        <p:spPr>
          <a:xfrm>
            <a:off x="5940298" y="6620361"/>
            <a:ext cx="3113892"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lgn="r">
              <a:defRPr sz="800">
                <a:solidFill>
                  <a:schemeClr val="accent1"/>
                </a:solidFill>
              </a:defRPr>
            </a:pPr>
            <a:r>
              <a:t>Copyrigh</a:t>
            </a:r>
            <a:r>
              <a:rPr spc="-1000"/>
              <a:t>t</a:t>
            </a:r>
            <a:r>
              <a:rPr>
                <a:solidFill>
                  <a:srgbClr val="001279"/>
                </a:solidFill>
              </a:rPr>
              <a:t>（C）</a:t>
            </a:r>
            <a:r>
              <a:t> Nomura Research Institute, Ltd. All rights reserved.</a:t>
            </a:r>
          </a:p>
        </p:txBody>
      </p:sp>
      <p:grpSp>
        <p:nvGrpSpPr>
          <p:cNvPr id="351" name="グループ化 11"/>
          <p:cNvGrpSpPr/>
          <p:nvPr/>
        </p:nvGrpSpPr>
        <p:grpSpPr>
          <a:xfrm>
            <a:off x="9129156" y="6620361"/>
            <a:ext cx="288340" cy="145026"/>
            <a:chOff x="0" y="0"/>
            <a:chExt cx="288338" cy="145025"/>
          </a:xfrm>
        </p:grpSpPr>
        <p:sp>
          <p:nvSpPr>
            <p:cNvPr id="349" name="Freeform 290"/>
            <p:cNvSpPr/>
            <p:nvPr/>
          </p:nvSpPr>
          <p:spPr>
            <a:xfrm>
              <a:off x="249737" y="584"/>
              <a:ext cx="38602" cy="14385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8" y="5312"/>
                  </a:lnTo>
                  <a:lnTo>
                    <a:pt x="1145" y="8034"/>
                  </a:lnTo>
                  <a:lnTo>
                    <a:pt x="1309" y="10800"/>
                  </a:lnTo>
                  <a:lnTo>
                    <a:pt x="1145" y="13610"/>
                  </a:lnTo>
                  <a:lnTo>
                    <a:pt x="818" y="16332"/>
                  </a:lnTo>
                  <a:lnTo>
                    <a:pt x="0" y="21600"/>
                  </a:lnTo>
                  <a:lnTo>
                    <a:pt x="21600" y="21600"/>
                  </a:lnTo>
                  <a:lnTo>
                    <a:pt x="20782" y="16332"/>
                  </a:lnTo>
                  <a:lnTo>
                    <a:pt x="20291" y="13610"/>
                  </a:lnTo>
                  <a:lnTo>
                    <a:pt x="20291" y="8034"/>
                  </a:lnTo>
                  <a:lnTo>
                    <a:pt x="20782" y="5312"/>
                  </a:lnTo>
                  <a:lnTo>
                    <a:pt x="21600" y="0"/>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sp>
          <p:nvSpPr>
            <p:cNvPr id="350" name="Freeform 291"/>
            <p:cNvSpPr/>
            <p:nvPr/>
          </p:nvSpPr>
          <p:spPr>
            <a:xfrm>
              <a:off x="-1" y="0"/>
              <a:ext cx="246230" cy="145026"/>
            </a:xfrm>
            <a:custGeom>
              <a:avLst/>
              <a:gdLst/>
              <a:ahLst/>
              <a:cxnLst>
                <a:cxn ang="0">
                  <a:pos x="wd2" y="hd2"/>
                </a:cxn>
                <a:cxn ang="5400000">
                  <a:pos x="wd2" y="hd2"/>
                </a:cxn>
                <a:cxn ang="10800000">
                  <a:pos x="wd2" y="hd2"/>
                </a:cxn>
                <a:cxn ang="16200000">
                  <a:pos x="wd2" y="hd2"/>
                </a:cxn>
              </a:cxnLst>
              <a:rect l="0" t="0" r="r" b="b"/>
              <a:pathLst>
                <a:path w="21600" h="21600" extrusionOk="0">
                  <a:moveTo>
                    <a:pt x="17167" y="11517"/>
                  </a:moveTo>
                  <a:lnTo>
                    <a:pt x="17859" y="11039"/>
                  </a:lnTo>
                  <a:lnTo>
                    <a:pt x="18423" y="10431"/>
                  </a:lnTo>
                  <a:lnTo>
                    <a:pt x="18961" y="9822"/>
                  </a:lnTo>
                  <a:lnTo>
                    <a:pt x="19396" y="9040"/>
                  </a:lnTo>
                  <a:lnTo>
                    <a:pt x="19730" y="8214"/>
                  </a:lnTo>
                  <a:lnTo>
                    <a:pt x="19986" y="7301"/>
                  </a:lnTo>
                  <a:lnTo>
                    <a:pt x="20088" y="6910"/>
                  </a:lnTo>
                  <a:lnTo>
                    <a:pt x="20140" y="6432"/>
                  </a:lnTo>
                  <a:lnTo>
                    <a:pt x="20191" y="5998"/>
                  </a:lnTo>
                  <a:lnTo>
                    <a:pt x="20191" y="4998"/>
                  </a:lnTo>
                  <a:lnTo>
                    <a:pt x="20140" y="4476"/>
                  </a:lnTo>
                  <a:lnTo>
                    <a:pt x="20088" y="3998"/>
                  </a:lnTo>
                  <a:lnTo>
                    <a:pt x="20011" y="3520"/>
                  </a:lnTo>
                  <a:lnTo>
                    <a:pt x="19883" y="3129"/>
                  </a:lnTo>
                  <a:lnTo>
                    <a:pt x="19730" y="2695"/>
                  </a:lnTo>
                  <a:lnTo>
                    <a:pt x="19601" y="2347"/>
                  </a:lnTo>
                  <a:lnTo>
                    <a:pt x="19396" y="1999"/>
                  </a:lnTo>
                  <a:lnTo>
                    <a:pt x="19012" y="1391"/>
                  </a:lnTo>
                  <a:lnTo>
                    <a:pt x="18551" y="956"/>
                  </a:lnTo>
                  <a:lnTo>
                    <a:pt x="18064" y="608"/>
                  </a:lnTo>
                  <a:lnTo>
                    <a:pt x="17500" y="348"/>
                  </a:lnTo>
                  <a:lnTo>
                    <a:pt x="16937" y="217"/>
                  </a:lnTo>
                  <a:lnTo>
                    <a:pt x="16322" y="87"/>
                  </a:lnTo>
                  <a:lnTo>
                    <a:pt x="15656" y="87"/>
                  </a:lnTo>
                  <a:lnTo>
                    <a:pt x="15015" y="0"/>
                  </a:lnTo>
                  <a:lnTo>
                    <a:pt x="13554" y="87"/>
                  </a:lnTo>
                  <a:lnTo>
                    <a:pt x="12043" y="130"/>
                  </a:lnTo>
                  <a:lnTo>
                    <a:pt x="10582" y="217"/>
                  </a:lnTo>
                  <a:lnTo>
                    <a:pt x="9327" y="217"/>
                  </a:lnTo>
                  <a:lnTo>
                    <a:pt x="9532" y="7258"/>
                  </a:lnTo>
                  <a:lnTo>
                    <a:pt x="9557" y="10561"/>
                  </a:lnTo>
                  <a:lnTo>
                    <a:pt x="9557" y="13603"/>
                  </a:lnTo>
                  <a:lnTo>
                    <a:pt x="7969" y="10518"/>
                  </a:lnTo>
                  <a:lnTo>
                    <a:pt x="6380" y="7171"/>
                  </a:lnTo>
                  <a:lnTo>
                    <a:pt x="4791" y="3738"/>
                  </a:lnTo>
                  <a:lnTo>
                    <a:pt x="3305" y="217"/>
                  </a:lnTo>
                  <a:lnTo>
                    <a:pt x="0" y="217"/>
                  </a:lnTo>
                  <a:lnTo>
                    <a:pt x="179" y="5476"/>
                  </a:lnTo>
                  <a:lnTo>
                    <a:pt x="205" y="8171"/>
                  </a:lnTo>
                  <a:lnTo>
                    <a:pt x="256" y="10909"/>
                  </a:lnTo>
                  <a:lnTo>
                    <a:pt x="205" y="13690"/>
                  </a:lnTo>
                  <a:lnTo>
                    <a:pt x="179" y="16385"/>
                  </a:lnTo>
                  <a:lnTo>
                    <a:pt x="0" y="21600"/>
                  </a:lnTo>
                  <a:lnTo>
                    <a:pt x="2742" y="21600"/>
                  </a:lnTo>
                  <a:lnTo>
                    <a:pt x="2562" y="17732"/>
                  </a:lnTo>
                  <a:lnTo>
                    <a:pt x="2485" y="13864"/>
                  </a:lnTo>
                  <a:lnTo>
                    <a:pt x="2434" y="10344"/>
                  </a:lnTo>
                  <a:lnTo>
                    <a:pt x="2434" y="7171"/>
                  </a:lnTo>
                  <a:lnTo>
                    <a:pt x="4151" y="10518"/>
                  </a:lnTo>
                  <a:lnTo>
                    <a:pt x="5893" y="14081"/>
                  </a:lnTo>
                  <a:lnTo>
                    <a:pt x="7661" y="17819"/>
                  </a:lnTo>
                  <a:lnTo>
                    <a:pt x="8456" y="19731"/>
                  </a:lnTo>
                  <a:lnTo>
                    <a:pt x="9275" y="21600"/>
                  </a:lnTo>
                  <a:lnTo>
                    <a:pt x="12120" y="21600"/>
                  </a:lnTo>
                  <a:lnTo>
                    <a:pt x="11991" y="16385"/>
                  </a:lnTo>
                  <a:lnTo>
                    <a:pt x="11966" y="13690"/>
                  </a:lnTo>
                  <a:lnTo>
                    <a:pt x="11915" y="10909"/>
                  </a:lnTo>
                  <a:lnTo>
                    <a:pt x="11915" y="6910"/>
                  </a:lnTo>
                  <a:lnTo>
                    <a:pt x="11991" y="2955"/>
                  </a:lnTo>
                  <a:lnTo>
                    <a:pt x="12863" y="2912"/>
                  </a:lnTo>
                  <a:lnTo>
                    <a:pt x="13913" y="2912"/>
                  </a:lnTo>
                  <a:lnTo>
                    <a:pt x="14554" y="2955"/>
                  </a:lnTo>
                  <a:lnTo>
                    <a:pt x="15143" y="3129"/>
                  </a:lnTo>
                  <a:lnTo>
                    <a:pt x="15630" y="3477"/>
                  </a:lnTo>
                  <a:lnTo>
                    <a:pt x="15835" y="3651"/>
                  </a:lnTo>
                  <a:lnTo>
                    <a:pt x="16142" y="4085"/>
                  </a:lnTo>
                  <a:lnTo>
                    <a:pt x="16270" y="4346"/>
                  </a:lnTo>
                  <a:lnTo>
                    <a:pt x="16475" y="4911"/>
                  </a:lnTo>
                  <a:lnTo>
                    <a:pt x="16604" y="5520"/>
                  </a:lnTo>
                  <a:lnTo>
                    <a:pt x="16629" y="6302"/>
                  </a:lnTo>
                  <a:lnTo>
                    <a:pt x="16604" y="6693"/>
                  </a:lnTo>
                  <a:lnTo>
                    <a:pt x="16552" y="7171"/>
                  </a:lnTo>
                  <a:lnTo>
                    <a:pt x="16475" y="7606"/>
                  </a:lnTo>
                  <a:lnTo>
                    <a:pt x="16347" y="7997"/>
                  </a:lnTo>
                  <a:lnTo>
                    <a:pt x="16245" y="8344"/>
                  </a:lnTo>
                  <a:lnTo>
                    <a:pt x="15835" y="9040"/>
                  </a:lnTo>
                  <a:lnTo>
                    <a:pt x="15630" y="9344"/>
                  </a:lnTo>
                  <a:lnTo>
                    <a:pt x="15092" y="9866"/>
                  </a:lnTo>
                  <a:lnTo>
                    <a:pt x="14528" y="10300"/>
                  </a:lnTo>
                  <a:lnTo>
                    <a:pt x="13888" y="10648"/>
                  </a:lnTo>
                  <a:lnTo>
                    <a:pt x="13196" y="10996"/>
                  </a:lnTo>
                  <a:lnTo>
                    <a:pt x="14272" y="13386"/>
                  </a:lnTo>
                  <a:lnTo>
                    <a:pt x="15451" y="16080"/>
                  </a:lnTo>
                  <a:lnTo>
                    <a:pt x="16604" y="18905"/>
                  </a:lnTo>
                  <a:lnTo>
                    <a:pt x="17654" y="21600"/>
                  </a:lnTo>
                  <a:lnTo>
                    <a:pt x="21600" y="21600"/>
                  </a:lnTo>
                  <a:lnTo>
                    <a:pt x="19166" y="16298"/>
                  </a:lnTo>
                  <a:lnTo>
                    <a:pt x="18115" y="13821"/>
                  </a:lnTo>
                  <a:lnTo>
                    <a:pt x="17167" y="11517"/>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grpSp>
      <p:sp>
        <p:nvSpPr>
          <p:cNvPr id="352" name="本文レベル1…"/>
          <p:cNvSpPr txBox="1">
            <a:spLocks noGrp="1"/>
          </p:cNvSpPr>
          <p:nvPr>
            <p:ph type="body" idx="1"/>
          </p:nvPr>
        </p:nvSpPr>
        <p:spPr>
          <a:xfrm>
            <a:off x="1502426" y="1120655"/>
            <a:ext cx="6901151" cy="5135767"/>
          </a:xfrm>
          <a:prstGeom prst="rect">
            <a:avLst/>
          </a:prstGeom>
        </p:spPr>
        <p:txBody>
          <a:bodyPr>
            <a:normAutofit/>
          </a:bodyPr>
          <a:lstStyle>
            <a:lvl1pPr marL="342900" indent="-342900">
              <a:lnSpc>
                <a:spcPct val="110000"/>
              </a:lnSpc>
              <a:spcBef>
                <a:spcPts val="600"/>
              </a:spcBef>
              <a:buAutoNum type="arabicPeriod"/>
              <a:tabLst>
                <a:tab pos="6451600" algn="r"/>
                <a:tab pos="6718300" algn="r"/>
                <a:tab pos="6896100" algn="r"/>
              </a:tabLst>
            </a:lvl1pPr>
            <a:lvl2pPr marL="0" indent="517525">
              <a:lnSpc>
                <a:spcPct val="110000"/>
              </a:lnSpc>
              <a:spcBef>
                <a:spcPts val="600"/>
              </a:spcBef>
              <a:buSzTx/>
              <a:buNone/>
              <a:tabLst>
                <a:tab pos="6451600" algn="r"/>
                <a:tab pos="6718300" algn="r"/>
                <a:tab pos="6896100" algn="r"/>
              </a:tabLst>
            </a:lvl2pPr>
            <a:lvl3pPr marL="999217" indent="-195942">
              <a:lnSpc>
                <a:spcPct val="110000"/>
              </a:lnSpc>
              <a:spcBef>
                <a:spcPts val="600"/>
              </a:spcBef>
              <a:tabLst>
                <a:tab pos="6451600" algn="r"/>
                <a:tab pos="6718300" algn="r"/>
                <a:tab pos="6896100" algn="r"/>
              </a:tabLst>
            </a:lvl3pPr>
            <a:lvl4pPr marL="0" indent="1027112">
              <a:lnSpc>
                <a:spcPct val="110000"/>
              </a:lnSpc>
              <a:spcBef>
                <a:spcPts val="600"/>
              </a:spcBef>
              <a:buSzTx/>
              <a:buNone/>
              <a:tabLst>
                <a:tab pos="6451600" algn="r"/>
                <a:tab pos="6718300" algn="r"/>
                <a:tab pos="6896100" algn="r"/>
              </a:tabLst>
            </a:lvl4pPr>
            <a:lvl5pPr marL="0" indent="1295400">
              <a:lnSpc>
                <a:spcPct val="110000"/>
              </a:lnSpc>
              <a:spcBef>
                <a:spcPts val="600"/>
              </a:spcBef>
              <a:buSzTx/>
              <a:buNone/>
              <a:tabLst>
                <a:tab pos="6451600" algn="r"/>
                <a:tab pos="6718300" algn="r"/>
                <a:tab pos="6896100" algn="r"/>
              </a:tabLst>
            </a:lvl5pPr>
          </a:lstStyle>
          <a:p>
            <a:r>
              <a:t>本文レベル1</a:t>
            </a:r>
          </a:p>
          <a:p>
            <a:pPr lvl="1"/>
            <a:r>
              <a:t>本文レベル2</a:t>
            </a:r>
          </a:p>
          <a:p>
            <a:pPr lvl="2"/>
            <a:r>
              <a:t>本文レベル3</a:t>
            </a:r>
          </a:p>
          <a:p>
            <a:pPr lvl="3"/>
            <a:r>
              <a:t>本文レベル4</a:t>
            </a:r>
          </a:p>
          <a:p>
            <a:pPr lvl="4"/>
            <a:r>
              <a:t>本文レベル5</a:t>
            </a:r>
          </a:p>
        </p:txBody>
      </p:sp>
      <p:sp>
        <p:nvSpPr>
          <p:cNvPr id="353" name="目次タイトルを入力"/>
          <p:cNvSpPr txBox="1">
            <a:spLocks noGrp="1"/>
          </p:cNvSpPr>
          <p:nvPr>
            <p:ph type="title" hasCustomPrompt="1"/>
          </p:nvPr>
        </p:nvSpPr>
        <p:spPr>
          <a:xfrm>
            <a:off x="201000" y="259199"/>
            <a:ext cx="9504000" cy="380481"/>
          </a:xfrm>
          <a:prstGeom prst="rect">
            <a:avLst/>
          </a:prstGeom>
        </p:spPr>
        <p:txBody>
          <a:bodyPr>
            <a:normAutofit/>
          </a:bodyPr>
          <a:lstStyle/>
          <a:p>
            <a:r>
              <a:t>目次タイトルを入力</a:t>
            </a:r>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x">
  <p:cSld name="目次（多/二段組）">
    <p:spTree>
      <p:nvGrpSpPr>
        <p:cNvPr id="1" name=""/>
        <p:cNvGrpSpPr/>
        <p:nvPr/>
      </p:nvGrpSpPr>
      <p:grpSpPr>
        <a:xfrm>
          <a:off x="0" y="0"/>
          <a:ext cx="0" cy="0"/>
          <a:chOff x="0" y="0"/>
          <a:chExt cx="0" cy="0"/>
        </a:xfrm>
      </p:grpSpPr>
      <p:sp>
        <p:nvSpPr>
          <p:cNvPr id="360" name="スライド番号"/>
          <p:cNvSpPr txBox="1">
            <a:spLocks noGrp="1"/>
          </p:cNvSpPr>
          <p:nvPr>
            <p:ph type="sldNum" sz="quarter" idx="2"/>
          </p:nvPr>
        </p:nvSpPr>
        <p:spPr>
          <a:xfrm>
            <a:off x="9723784" y="6620921"/>
            <a:ext cx="182217" cy="177801"/>
          </a:xfrm>
          <a:prstGeom prst="rect">
            <a:avLst/>
          </a:prstGeom>
        </p:spPr>
        <p:txBody>
          <a:bodyPr lIns="0" tIns="0" rIns="0" bIns="0"/>
          <a:lstStyle>
            <a:lvl1pPr>
              <a:defRPr>
                <a:solidFill>
                  <a:schemeClr val="accent1"/>
                </a:solidFill>
              </a:defRPr>
            </a:lvl1pPr>
          </a:lstStyle>
          <a:p>
            <a:fld id="{86CB4B4D-7CA3-9044-876B-883B54F8677D}" type="slidenum">
              <a:t>‹#›</a:t>
            </a:fld>
            <a:endParaRPr/>
          </a:p>
        </p:txBody>
      </p:sp>
      <p:sp>
        <p:nvSpPr>
          <p:cNvPr id="361" name="テキスト ボックス 10"/>
          <p:cNvSpPr txBox="1"/>
          <p:nvPr/>
        </p:nvSpPr>
        <p:spPr>
          <a:xfrm>
            <a:off x="5940298" y="6620361"/>
            <a:ext cx="3113892"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lgn="r">
              <a:defRPr sz="800">
                <a:solidFill>
                  <a:schemeClr val="accent1"/>
                </a:solidFill>
              </a:defRPr>
            </a:pPr>
            <a:r>
              <a:t>Copyrigh</a:t>
            </a:r>
            <a:r>
              <a:rPr spc="-1000"/>
              <a:t>t</a:t>
            </a:r>
            <a:r>
              <a:rPr>
                <a:solidFill>
                  <a:srgbClr val="001279"/>
                </a:solidFill>
              </a:rPr>
              <a:t>（C）</a:t>
            </a:r>
            <a:r>
              <a:t> Nomura Research Institute, Ltd. All rights reserved.</a:t>
            </a:r>
          </a:p>
        </p:txBody>
      </p:sp>
      <p:grpSp>
        <p:nvGrpSpPr>
          <p:cNvPr id="364" name="グループ化 11"/>
          <p:cNvGrpSpPr/>
          <p:nvPr/>
        </p:nvGrpSpPr>
        <p:grpSpPr>
          <a:xfrm>
            <a:off x="9129156" y="6620361"/>
            <a:ext cx="288340" cy="145026"/>
            <a:chOff x="0" y="0"/>
            <a:chExt cx="288338" cy="145025"/>
          </a:xfrm>
        </p:grpSpPr>
        <p:sp>
          <p:nvSpPr>
            <p:cNvPr id="362" name="Freeform 290"/>
            <p:cNvSpPr/>
            <p:nvPr/>
          </p:nvSpPr>
          <p:spPr>
            <a:xfrm>
              <a:off x="249737" y="584"/>
              <a:ext cx="38602" cy="14385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8" y="5312"/>
                  </a:lnTo>
                  <a:lnTo>
                    <a:pt x="1145" y="8034"/>
                  </a:lnTo>
                  <a:lnTo>
                    <a:pt x="1309" y="10800"/>
                  </a:lnTo>
                  <a:lnTo>
                    <a:pt x="1145" y="13610"/>
                  </a:lnTo>
                  <a:lnTo>
                    <a:pt x="818" y="16332"/>
                  </a:lnTo>
                  <a:lnTo>
                    <a:pt x="0" y="21600"/>
                  </a:lnTo>
                  <a:lnTo>
                    <a:pt x="21600" y="21600"/>
                  </a:lnTo>
                  <a:lnTo>
                    <a:pt x="20782" y="16332"/>
                  </a:lnTo>
                  <a:lnTo>
                    <a:pt x="20291" y="13610"/>
                  </a:lnTo>
                  <a:lnTo>
                    <a:pt x="20291" y="8034"/>
                  </a:lnTo>
                  <a:lnTo>
                    <a:pt x="20782" y="5312"/>
                  </a:lnTo>
                  <a:lnTo>
                    <a:pt x="21600" y="0"/>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sp>
          <p:nvSpPr>
            <p:cNvPr id="363" name="Freeform 291"/>
            <p:cNvSpPr/>
            <p:nvPr/>
          </p:nvSpPr>
          <p:spPr>
            <a:xfrm>
              <a:off x="-1" y="0"/>
              <a:ext cx="246230" cy="145026"/>
            </a:xfrm>
            <a:custGeom>
              <a:avLst/>
              <a:gdLst/>
              <a:ahLst/>
              <a:cxnLst>
                <a:cxn ang="0">
                  <a:pos x="wd2" y="hd2"/>
                </a:cxn>
                <a:cxn ang="5400000">
                  <a:pos x="wd2" y="hd2"/>
                </a:cxn>
                <a:cxn ang="10800000">
                  <a:pos x="wd2" y="hd2"/>
                </a:cxn>
                <a:cxn ang="16200000">
                  <a:pos x="wd2" y="hd2"/>
                </a:cxn>
              </a:cxnLst>
              <a:rect l="0" t="0" r="r" b="b"/>
              <a:pathLst>
                <a:path w="21600" h="21600" extrusionOk="0">
                  <a:moveTo>
                    <a:pt x="17167" y="11517"/>
                  </a:moveTo>
                  <a:lnTo>
                    <a:pt x="17859" y="11039"/>
                  </a:lnTo>
                  <a:lnTo>
                    <a:pt x="18423" y="10431"/>
                  </a:lnTo>
                  <a:lnTo>
                    <a:pt x="18961" y="9822"/>
                  </a:lnTo>
                  <a:lnTo>
                    <a:pt x="19396" y="9040"/>
                  </a:lnTo>
                  <a:lnTo>
                    <a:pt x="19730" y="8214"/>
                  </a:lnTo>
                  <a:lnTo>
                    <a:pt x="19986" y="7301"/>
                  </a:lnTo>
                  <a:lnTo>
                    <a:pt x="20088" y="6910"/>
                  </a:lnTo>
                  <a:lnTo>
                    <a:pt x="20140" y="6432"/>
                  </a:lnTo>
                  <a:lnTo>
                    <a:pt x="20191" y="5998"/>
                  </a:lnTo>
                  <a:lnTo>
                    <a:pt x="20191" y="4998"/>
                  </a:lnTo>
                  <a:lnTo>
                    <a:pt x="20140" y="4476"/>
                  </a:lnTo>
                  <a:lnTo>
                    <a:pt x="20088" y="3998"/>
                  </a:lnTo>
                  <a:lnTo>
                    <a:pt x="20011" y="3520"/>
                  </a:lnTo>
                  <a:lnTo>
                    <a:pt x="19883" y="3129"/>
                  </a:lnTo>
                  <a:lnTo>
                    <a:pt x="19730" y="2695"/>
                  </a:lnTo>
                  <a:lnTo>
                    <a:pt x="19601" y="2347"/>
                  </a:lnTo>
                  <a:lnTo>
                    <a:pt x="19396" y="1999"/>
                  </a:lnTo>
                  <a:lnTo>
                    <a:pt x="19012" y="1391"/>
                  </a:lnTo>
                  <a:lnTo>
                    <a:pt x="18551" y="956"/>
                  </a:lnTo>
                  <a:lnTo>
                    <a:pt x="18064" y="608"/>
                  </a:lnTo>
                  <a:lnTo>
                    <a:pt x="17500" y="348"/>
                  </a:lnTo>
                  <a:lnTo>
                    <a:pt x="16937" y="217"/>
                  </a:lnTo>
                  <a:lnTo>
                    <a:pt x="16322" y="87"/>
                  </a:lnTo>
                  <a:lnTo>
                    <a:pt x="15656" y="87"/>
                  </a:lnTo>
                  <a:lnTo>
                    <a:pt x="15015" y="0"/>
                  </a:lnTo>
                  <a:lnTo>
                    <a:pt x="13554" y="87"/>
                  </a:lnTo>
                  <a:lnTo>
                    <a:pt x="12043" y="130"/>
                  </a:lnTo>
                  <a:lnTo>
                    <a:pt x="10582" y="217"/>
                  </a:lnTo>
                  <a:lnTo>
                    <a:pt x="9327" y="217"/>
                  </a:lnTo>
                  <a:lnTo>
                    <a:pt x="9532" y="7258"/>
                  </a:lnTo>
                  <a:lnTo>
                    <a:pt x="9557" y="10561"/>
                  </a:lnTo>
                  <a:lnTo>
                    <a:pt x="9557" y="13603"/>
                  </a:lnTo>
                  <a:lnTo>
                    <a:pt x="7969" y="10518"/>
                  </a:lnTo>
                  <a:lnTo>
                    <a:pt x="6380" y="7171"/>
                  </a:lnTo>
                  <a:lnTo>
                    <a:pt x="4791" y="3738"/>
                  </a:lnTo>
                  <a:lnTo>
                    <a:pt x="3305" y="217"/>
                  </a:lnTo>
                  <a:lnTo>
                    <a:pt x="0" y="217"/>
                  </a:lnTo>
                  <a:lnTo>
                    <a:pt x="179" y="5476"/>
                  </a:lnTo>
                  <a:lnTo>
                    <a:pt x="205" y="8171"/>
                  </a:lnTo>
                  <a:lnTo>
                    <a:pt x="256" y="10909"/>
                  </a:lnTo>
                  <a:lnTo>
                    <a:pt x="205" y="13690"/>
                  </a:lnTo>
                  <a:lnTo>
                    <a:pt x="179" y="16385"/>
                  </a:lnTo>
                  <a:lnTo>
                    <a:pt x="0" y="21600"/>
                  </a:lnTo>
                  <a:lnTo>
                    <a:pt x="2742" y="21600"/>
                  </a:lnTo>
                  <a:lnTo>
                    <a:pt x="2562" y="17732"/>
                  </a:lnTo>
                  <a:lnTo>
                    <a:pt x="2485" y="13864"/>
                  </a:lnTo>
                  <a:lnTo>
                    <a:pt x="2434" y="10344"/>
                  </a:lnTo>
                  <a:lnTo>
                    <a:pt x="2434" y="7171"/>
                  </a:lnTo>
                  <a:lnTo>
                    <a:pt x="4151" y="10518"/>
                  </a:lnTo>
                  <a:lnTo>
                    <a:pt x="5893" y="14081"/>
                  </a:lnTo>
                  <a:lnTo>
                    <a:pt x="7661" y="17819"/>
                  </a:lnTo>
                  <a:lnTo>
                    <a:pt x="8456" y="19731"/>
                  </a:lnTo>
                  <a:lnTo>
                    <a:pt x="9275" y="21600"/>
                  </a:lnTo>
                  <a:lnTo>
                    <a:pt x="12120" y="21600"/>
                  </a:lnTo>
                  <a:lnTo>
                    <a:pt x="11991" y="16385"/>
                  </a:lnTo>
                  <a:lnTo>
                    <a:pt x="11966" y="13690"/>
                  </a:lnTo>
                  <a:lnTo>
                    <a:pt x="11915" y="10909"/>
                  </a:lnTo>
                  <a:lnTo>
                    <a:pt x="11915" y="6910"/>
                  </a:lnTo>
                  <a:lnTo>
                    <a:pt x="11991" y="2955"/>
                  </a:lnTo>
                  <a:lnTo>
                    <a:pt x="12863" y="2912"/>
                  </a:lnTo>
                  <a:lnTo>
                    <a:pt x="13913" y="2912"/>
                  </a:lnTo>
                  <a:lnTo>
                    <a:pt x="14554" y="2955"/>
                  </a:lnTo>
                  <a:lnTo>
                    <a:pt x="15143" y="3129"/>
                  </a:lnTo>
                  <a:lnTo>
                    <a:pt x="15630" y="3477"/>
                  </a:lnTo>
                  <a:lnTo>
                    <a:pt x="15835" y="3651"/>
                  </a:lnTo>
                  <a:lnTo>
                    <a:pt x="16142" y="4085"/>
                  </a:lnTo>
                  <a:lnTo>
                    <a:pt x="16270" y="4346"/>
                  </a:lnTo>
                  <a:lnTo>
                    <a:pt x="16475" y="4911"/>
                  </a:lnTo>
                  <a:lnTo>
                    <a:pt x="16604" y="5520"/>
                  </a:lnTo>
                  <a:lnTo>
                    <a:pt x="16629" y="6302"/>
                  </a:lnTo>
                  <a:lnTo>
                    <a:pt x="16604" y="6693"/>
                  </a:lnTo>
                  <a:lnTo>
                    <a:pt x="16552" y="7171"/>
                  </a:lnTo>
                  <a:lnTo>
                    <a:pt x="16475" y="7606"/>
                  </a:lnTo>
                  <a:lnTo>
                    <a:pt x="16347" y="7997"/>
                  </a:lnTo>
                  <a:lnTo>
                    <a:pt x="16245" y="8344"/>
                  </a:lnTo>
                  <a:lnTo>
                    <a:pt x="15835" y="9040"/>
                  </a:lnTo>
                  <a:lnTo>
                    <a:pt x="15630" y="9344"/>
                  </a:lnTo>
                  <a:lnTo>
                    <a:pt x="15092" y="9866"/>
                  </a:lnTo>
                  <a:lnTo>
                    <a:pt x="14528" y="10300"/>
                  </a:lnTo>
                  <a:lnTo>
                    <a:pt x="13888" y="10648"/>
                  </a:lnTo>
                  <a:lnTo>
                    <a:pt x="13196" y="10996"/>
                  </a:lnTo>
                  <a:lnTo>
                    <a:pt x="14272" y="13386"/>
                  </a:lnTo>
                  <a:lnTo>
                    <a:pt x="15451" y="16080"/>
                  </a:lnTo>
                  <a:lnTo>
                    <a:pt x="16604" y="18905"/>
                  </a:lnTo>
                  <a:lnTo>
                    <a:pt x="17654" y="21600"/>
                  </a:lnTo>
                  <a:lnTo>
                    <a:pt x="21600" y="21600"/>
                  </a:lnTo>
                  <a:lnTo>
                    <a:pt x="19166" y="16298"/>
                  </a:lnTo>
                  <a:lnTo>
                    <a:pt x="18115" y="13821"/>
                  </a:lnTo>
                  <a:lnTo>
                    <a:pt x="17167" y="11517"/>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grpSp>
      <p:sp>
        <p:nvSpPr>
          <p:cNvPr id="365" name="本文レベル1…"/>
          <p:cNvSpPr txBox="1">
            <a:spLocks noGrp="1"/>
          </p:cNvSpPr>
          <p:nvPr>
            <p:ph type="body" idx="1"/>
          </p:nvPr>
        </p:nvSpPr>
        <p:spPr>
          <a:xfrm>
            <a:off x="416495" y="1120655"/>
            <a:ext cx="9073014" cy="5135767"/>
          </a:xfrm>
          <a:prstGeom prst="rect">
            <a:avLst/>
          </a:prstGeom>
        </p:spPr>
        <p:txBody>
          <a:bodyPr lIns="0" tIns="0" rIns="0" bIns="0" numCol="2" spcCol="359999">
            <a:normAutofit/>
          </a:bodyPr>
          <a:lstStyle>
            <a:lvl1pPr marL="271463" indent="-271463">
              <a:lnSpc>
                <a:spcPct val="110000"/>
              </a:lnSpc>
              <a:spcBef>
                <a:spcPts val="600"/>
              </a:spcBef>
              <a:buAutoNum type="arabicPeriod"/>
              <a:tabLst>
                <a:tab pos="3937000" algn="r"/>
                <a:tab pos="4216400" algn="r"/>
                <a:tab pos="4381500" algn="r"/>
                <a:tab pos="4483100" algn="r"/>
                <a:tab pos="6451600" algn="r"/>
                <a:tab pos="6807200" algn="r"/>
              </a:tabLst>
              <a:defRPr sz="1400"/>
            </a:lvl1pPr>
            <a:lvl2pPr marL="0" indent="517525">
              <a:lnSpc>
                <a:spcPct val="110000"/>
              </a:lnSpc>
              <a:spcBef>
                <a:spcPts val="600"/>
              </a:spcBef>
              <a:buSzTx/>
              <a:buNone/>
              <a:tabLst>
                <a:tab pos="3937000" algn="r"/>
                <a:tab pos="4216400" algn="r"/>
                <a:tab pos="4381500" algn="r"/>
                <a:tab pos="4483100" algn="r"/>
                <a:tab pos="6451600" algn="r"/>
                <a:tab pos="6807200" algn="r"/>
              </a:tabLst>
              <a:defRPr sz="1400"/>
            </a:lvl2pPr>
            <a:lvl3pPr marL="1003300" indent="-200025">
              <a:lnSpc>
                <a:spcPct val="110000"/>
              </a:lnSpc>
              <a:spcBef>
                <a:spcPts val="600"/>
              </a:spcBef>
              <a:tabLst>
                <a:tab pos="3937000" algn="r"/>
                <a:tab pos="4216400" algn="r"/>
                <a:tab pos="4381500" algn="r"/>
                <a:tab pos="4483100" algn="r"/>
                <a:tab pos="6451600" algn="r"/>
                <a:tab pos="6807200" algn="r"/>
              </a:tabLst>
              <a:defRPr sz="1400"/>
            </a:lvl3pPr>
            <a:lvl4pPr marL="0" indent="1027112">
              <a:lnSpc>
                <a:spcPct val="110000"/>
              </a:lnSpc>
              <a:spcBef>
                <a:spcPts val="600"/>
              </a:spcBef>
              <a:buSzTx/>
              <a:buNone/>
              <a:tabLst>
                <a:tab pos="3937000" algn="r"/>
                <a:tab pos="4216400" algn="r"/>
                <a:tab pos="4381500" algn="r"/>
                <a:tab pos="4483100" algn="r"/>
                <a:tab pos="6451600" algn="r"/>
                <a:tab pos="6807200" algn="r"/>
              </a:tabLst>
              <a:defRPr sz="1400"/>
            </a:lvl4pPr>
            <a:lvl5pPr marL="0" indent="1295400">
              <a:lnSpc>
                <a:spcPct val="110000"/>
              </a:lnSpc>
              <a:spcBef>
                <a:spcPts val="600"/>
              </a:spcBef>
              <a:buSzTx/>
              <a:buNone/>
              <a:tabLst>
                <a:tab pos="3937000" algn="r"/>
                <a:tab pos="4216400" algn="r"/>
                <a:tab pos="4381500" algn="r"/>
                <a:tab pos="4483100" algn="r"/>
                <a:tab pos="6451600" algn="r"/>
                <a:tab pos="6807200" algn="r"/>
              </a:tabLst>
              <a:defRPr sz="1400"/>
            </a:lvl5pPr>
          </a:lstStyle>
          <a:p>
            <a:r>
              <a:t>本文レベル1</a:t>
            </a:r>
          </a:p>
          <a:p>
            <a:pPr lvl="1"/>
            <a:r>
              <a:t>本文レベル2</a:t>
            </a:r>
          </a:p>
          <a:p>
            <a:pPr lvl="2"/>
            <a:r>
              <a:t>本文レベル3</a:t>
            </a:r>
          </a:p>
          <a:p>
            <a:pPr lvl="3"/>
            <a:r>
              <a:t>本文レベル4</a:t>
            </a:r>
          </a:p>
          <a:p>
            <a:pPr lvl="4"/>
            <a:r>
              <a:t>本文レベル5</a:t>
            </a:r>
          </a:p>
        </p:txBody>
      </p:sp>
      <p:sp>
        <p:nvSpPr>
          <p:cNvPr id="366" name="目次タイトルを入力"/>
          <p:cNvSpPr txBox="1">
            <a:spLocks noGrp="1"/>
          </p:cNvSpPr>
          <p:nvPr>
            <p:ph type="title" hasCustomPrompt="1"/>
          </p:nvPr>
        </p:nvSpPr>
        <p:spPr>
          <a:xfrm>
            <a:off x="201000" y="259199"/>
            <a:ext cx="9504000" cy="380481"/>
          </a:xfrm>
          <a:prstGeom prst="rect">
            <a:avLst/>
          </a:prstGeom>
        </p:spPr>
        <p:txBody>
          <a:bodyPr>
            <a:normAutofit/>
          </a:bodyPr>
          <a:lstStyle/>
          <a:p>
            <a:r>
              <a:t>目次タイトルを入力</a:t>
            </a:r>
          </a:p>
        </p:txBody>
      </p:sp>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x">
  <p:cSld name="中表紙">
    <p:spTree>
      <p:nvGrpSpPr>
        <p:cNvPr id="1" name=""/>
        <p:cNvGrpSpPr/>
        <p:nvPr/>
      </p:nvGrpSpPr>
      <p:grpSpPr>
        <a:xfrm>
          <a:off x="0" y="0"/>
          <a:ext cx="0" cy="0"/>
          <a:chOff x="0" y="0"/>
          <a:chExt cx="0" cy="0"/>
        </a:xfrm>
      </p:grpSpPr>
      <p:sp>
        <p:nvSpPr>
          <p:cNvPr id="373" name="スライド番号"/>
          <p:cNvSpPr txBox="1">
            <a:spLocks noGrp="1"/>
          </p:cNvSpPr>
          <p:nvPr>
            <p:ph type="sldNum" sz="quarter" idx="2"/>
          </p:nvPr>
        </p:nvSpPr>
        <p:spPr>
          <a:xfrm>
            <a:off x="9723784" y="6620921"/>
            <a:ext cx="182217" cy="177801"/>
          </a:xfrm>
          <a:prstGeom prst="rect">
            <a:avLst/>
          </a:prstGeom>
        </p:spPr>
        <p:txBody>
          <a:bodyPr lIns="0" tIns="0" rIns="0" bIns="0"/>
          <a:lstStyle>
            <a:lvl1pPr>
              <a:defRPr>
                <a:solidFill>
                  <a:schemeClr val="accent1"/>
                </a:solidFill>
              </a:defRPr>
            </a:lvl1pPr>
          </a:lstStyle>
          <a:p>
            <a:fld id="{86CB4B4D-7CA3-9044-876B-883B54F8677D}" type="slidenum">
              <a:t>‹#›</a:t>
            </a:fld>
            <a:endParaRPr/>
          </a:p>
        </p:txBody>
      </p:sp>
      <p:sp>
        <p:nvSpPr>
          <p:cNvPr id="374" name="テキスト ボックス 10"/>
          <p:cNvSpPr txBox="1"/>
          <p:nvPr/>
        </p:nvSpPr>
        <p:spPr>
          <a:xfrm>
            <a:off x="5940298" y="6620361"/>
            <a:ext cx="3113892"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lgn="r">
              <a:defRPr sz="800">
                <a:solidFill>
                  <a:schemeClr val="accent1"/>
                </a:solidFill>
              </a:defRPr>
            </a:pPr>
            <a:r>
              <a:t>Copyrigh</a:t>
            </a:r>
            <a:r>
              <a:rPr spc="-1000"/>
              <a:t>t</a:t>
            </a:r>
            <a:r>
              <a:rPr>
                <a:solidFill>
                  <a:srgbClr val="001279"/>
                </a:solidFill>
              </a:rPr>
              <a:t>（C）</a:t>
            </a:r>
            <a:r>
              <a:t> Nomura Research Institute, Ltd. All rights reserved.</a:t>
            </a:r>
          </a:p>
        </p:txBody>
      </p:sp>
      <p:grpSp>
        <p:nvGrpSpPr>
          <p:cNvPr id="377" name="グループ化 11"/>
          <p:cNvGrpSpPr/>
          <p:nvPr/>
        </p:nvGrpSpPr>
        <p:grpSpPr>
          <a:xfrm>
            <a:off x="9129156" y="6620361"/>
            <a:ext cx="288340" cy="145026"/>
            <a:chOff x="0" y="0"/>
            <a:chExt cx="288338" cy="145025"/>
          </a:xfrm>
        </p:grpSpPr>
        <p:sp>
          <p:nvSpPr>
            <p:cNvPr id="375" name="Freeform 290"/>
            <p:cNvSpPr/>
            <p:nvPr/>
          </p:nvSpPr>
          <p:spPr>
            <a:xfrm>
              <a:off x="249737" y="584"/>
              <a:ext cx="38602" cy="14385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8" y="5312"/>
                  </a:lnTo>
                  <a:lnTo>
                    <a:pt x="1145" y="8034"/>
                  </a:lnTo>
                  <a:lnTo>
                    <a:pt x="1309" y="10800"/>
                  </a:lnTo>
                  <a:lnTo>
                    <a:pt x="1145" y="13610"/>
                  </a:lnTo>
                  <a:lnTo>
                    <a:pt x="818" y="16332"/>
                  </a:lnTo>
                  <a:lnTo>
                    <a:pt x="0" y="21600"/>
                  </a:lnTo>
                  <a:lnTo>
                    <a:pt x="21600" y="21600"/>
                  </a:lnTo>
                  <a:lnTo>
                    <a:pt x="20782" y="16332"/>
                  </a:lnTo>
                  <a:lnTo>
                    <a:pt x="20291" y="13610"/>
                  </a:lnTo>
                  <a:lnTo>
                    <a:pt x="20291" y="8034"/>
                  </a:lnTo>
                  <a:lnTo>
                    <a:pt x="20782" y="5312"/>
                  </a:lnTo>
                  <a:lnTo>
                    <a:pt x="21600" y="0"/>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sp>
          <p:nvSpPr>
            <p:cNvPr id="376" name="Freeform 291"/>
            <p:cNvSpPr/>
            <p:nvPr/>
          </p:nvSpPr>
          <p:spPr>
            <a:xfrm>
              <a:off x="-1" y="0"/>
              <a:ext cx="246230" cy="145026"/>
            </a:xfrm>
            <a:custGeom>
              <a:avLst/>
              <a:gdLst/>
              <a:ahLst/>
              <a:cxnLst>
                <a:cxn ang="0">
                  <a:pos x="wd2" y="hd2"/>
                </a:cxn>
                <a:cxn ang="5400000">
                  <a:pos x="wd2" y="hd2"/>
                </a:cxn>
                <a:cxn ang="10800000">
                  <a:pos x="wd2" y="hd2"/>
                </a:cxn>
                <a:cxn ang="16200000">
                  <a:pos x="wd2" y="hd2"/>
                </a:cxn>
              </a:cxnLst>
              <a:rect l="0" t="0" r="r" b="b"/>
              <a:pathLst>
                <a:path w="21600" h="21600" extrusionOk="0">
                  <a:moveTo>
                    <a:pt x="17167" y="11517"/>
                  </a:moveTo>
                  <a:lnTo>
                    <a:pt x="17859" y="11039"/>
                  </a:lnTo>
                  <a:lnTo>
                    <a:pt x="18423" y="10431"/>
                  </a:lnTo>
                  <a:lnTo>
                    <a:pt x="18961" y="9822"/>
                  </a:lnTo>
                  <a:lnTo>
                    <a:pt x="19396" y="9040"/>
                  </a:lnTo>
                  <a:lnTo>
                    <a:pt x="19730" y="8214"/>
                  </a:lnTo>
                  <a:lnTo>
                    <a:pt x="19986" y="7301"/>
                  </a:lnTo>
                  <a:lnTo>
                    <a:pt x="20088" y="6910"/>
                  </a:lnTo>
                  <a:lnTo>
                    <a:pt x="20140" y="6432"/>
                  </a:lnTo>
                  <a:lnTo>
                    <a:pt x="20191" y="5998"/>
                  </a:lnTo>
                  <a:lnTo>
                    <a:pt x="20191" y="4998"/>
                  </a:lnTo>
                  <a:lnTo>
                    <a:pt x="20140" y="4476"/>
                  </a:lnTo>
                  <a:lnTo>
                    <a:pt x="20088" y="3998"/>
                  </a:lnTo>
                  <a:lnTo>
                    <a:pt x="20011" y="3520"/>
                  </a:lnTo>
                  <a:lnTo>
                    <a:pt x="19883" y="3129"/>
                  </a:lnTo>
                  <a:lnTo>
                    <a:pt x="19730" y="2695"/>
                  </a:lnTo>
                  <a:lnTo>
                    <a:pt x="19601" y="2347"/>
                  </a:lnTo>
                  <a:lnTo>
                    <a:pt x="19396" y="1999"/>
                  </a:lnTo>
                  <a:lnTo>
                    <a:pt x="19012" y="1391"/>
                  </a:lnTo>
                  <a:lnTo>
                    <a:pt x="18551" y="956"/>
                  </a:lnTo>
                  <a:lnTo>
                    <a:pt x="18064" y="608"/>
                  </a:lnTo>
                  <a:lnTo>
                    <a:pt x="17500" y="348"/>
                  </a:lnTo>
                  <a:lnTo>
                    <a:pt x="16937" y="217"/>
                  </a:lnTo>
                  <a:lnTo>
                    <a:pt x="16322" y="87"/>
                  </a:lnTo>
                  <a:lnTo>
                    <a:pt x="15656" y="87"/>
                  </a:lnTo>
                  <a:lnTo>
                    <a:pt x="15015" y="0"/>
                  </a:lnTo>
                  <a:lnTo>
                    <a:pt x="13554" y="87"/>
                  </a:lnTo>
                  <a:lnTo>
                    <a:pt x="12043" y="130"/>
                  </a:lnTo>
                  <a:lnTo>
                    <a:pt x="10582" y="217"/>
                  </a:lnTo>
                  <a:lnTo>
                    <a:pt x="9327" y="217"/>
                  </a:lnTo>
                  <a:lnTo>
                    <a:pt x="9532" y="7258"/>
                  </a:lnTo>
                  <a:lnTo>
                    <a:pt x="9557" y="10561"/>
                  </a:lnTo>
                  <a:lnTo>
                    <a:pt x="9557" y="13603"/>
                  </a:lnTo>
                  <a:lnTo>
                    <a:pt x="7969" y="10518"/>
                  </a:lnTo>
                  <a:lnTo>
                    <a:pt x="6380" y="7171"/>
                  </a:lnTo>
                  <a:lnTo>
                    <a:pt x="4791" y="3738"/>
                  </a:lnTo>
                  <a:lnTo>
                    <a:pt x="3305" y="217"/>
                  </a:lnTo>
                  <a:lnTo>
                    <a:pt x="0" y="217"/>
                  </a:lnTo>
                  <a:lnTo>
                    <a:pt x="179" y="5476"/>
                  </a:lnTo>
                  <a:lnTo>
                    <a:pt x="205" y="8171"/>
                  </a:lnTo>
                  <a:lnTo>
                    <a:pt x="256" y="10909"/>
                  </a:lnTo>
                  <a:lnTo>
                    <a:pt x="205" y="13690"/>
                  </a:lnTo>
                  <a:lnTo>
                    <a:pt x="179" y="16385"/>
                  </a:lnTo>
                  <a:lnTo>
                    <a:pt x="0" y="21600"/>
                  </a:lnTo>
                  <a:lnTo>
                    <a:pt x="2742" y="21600"/>
                  </a:lnTo>
                  <a:lnTo>
                    <a:pt x="2562" y="17732"/>
                  </a:lnTo>
                  <a:lnTo>
                    <a:pt x="2485" y="13864"/>
                  </a:lnTo>
                  <a:lnTo>
                    <a:pt x="2434" y="10344"/>
                  </a:lnTo>
                  <a:lnTo>
                    <a:pt x="2434" y="7171"/>
                  </a:lnTo>
                  <a:lnTo>
                    <a:pt x="4151" y="10518"/>
                  </a:lnTo>
                  <a:lnTo>
                    <a:pt x="5893" y="14081"/>
                  </a:lnTo>
                  <a:lnTo>
                    <a:pt x="7661" y="17819"/>
                  </a:lnTo>
                  <a:lnTo>
                    <a:pt x="8456" y="19731"/>
                  </a:lnTo>
                  <a:lnTo>
                    <a:pt x="9275" y="21600"/>
                  </a:lnTo>
                  <a:lnTo>
                    <a:pt x="12120" y="21600"/>
                  </a:lnTo>
                  <a:lnTo>
                    <a:pt x="11991" y="16385"/>
                  </a:lnTo>
                  <a:lnTo>
                    <a:pt x="11966" y="13690"/>
                  </a:lnTo>
                  <a:lnTo>
                    <a:pt x="11915" y="10909"/>
                  </a:lnTo>
                  <a:lnTo>
                    <a:pt x="11915" y="6910"/>
                  </a:lnTo>
                  <a:lnTo>
                    <a:pt x="11991" y="2955"/>
                  </a:lnTo>
                  <a:lnTo>
                    <a:pt x="12863" y="2912"/>
                  </a:lnTo>
                  <a:lnTo>
                    <a:pt x="13913" y="2912"/>
                  </a:lnTo>
                  <a:lnTo>
                    <a:pt x="14554" y="2955"/>
                  </a:lnTo>
                  <a:lnTo>
                    <a:pt x="15143" y="3129"/>
                  </a:lnTo>
                  <a:lnTo>
                    <a:pt x="15630" y="3477"/>
                  </a:lnTo>
                  <a:lnTo>
                    <a:pt x="15835" y="3651"/>
                  </a:lnTo>
                  <a:lnTo>
                    <a:pt x="16142" y="4085"/>
                  </a:lnTo>
                  <a:lnTo>
                    <a:pt x="16270" y="4346"/>
                  </a:lnTo>
                  <a:lnTo>
                    <a:pt x="16475" y="4911"/>
                  </a:lnTo>
                  <a:lnTo>
                    <a:pt x="16604" y="5520"/>
                  </a:lnTo>
                  <a:lnTo>
                    <a:pt x="16629" y="6302"/>
                  </a:lnTo>
                  <a:lnTo>
                    <a:pt x="16604" y="6693"/>
                  </a:lnTo>
                  <a:lnTo>
                    <a:pt x="16552" y="7171"/>
                  </a:lnTo>
                  <a:lnTo>
                    <a:pt x="16475" y="7606"/>
                  </a:lnTo>
                  <a:lnTo>
                    <a:pt x="16347" y="7997"/>
                  </a:lnTo>
                  <a:lnTo>
                    <a:pt x="16245" y="8344"/>
                  </a:lnTo>
                  <a:lnTo>
                    <a:pt x="15835" y="9040"/>
                  </a:lnTo>
                  <a:lnTo>
                    <a:pt x="15630" y="9344"/>
                  </a:lnTo>
                  <a:lnTo>
                    <a:pt x="15092" y="9866"/>
                  </a:lnTo>
                  <a:lnTo>
                    <a:pt x="14528" y="10300"/>
                  </a:lnTo>
                  <a:lnTo>
                    <a:pt x="13888" y="10648"/>
                  </a:lnTo>
                  <a:lnTo>
                    <a:pt x="13196" y="10996"/>
                  </a:lnTo>
                  <a:lnTo>
                    <a:pt x="14272" y="13386"/>
                  </a:lnTo>
                  <a:lnTo>
                    <a:pt x="15451" y="16080"/>
                  </a:lnTo>
                  <a:lnTo>
                    <a:pt x="16604" y="18905"/>
                  </a:lnTo>
                  <a:lnTo>
                    <a:pt x="17654" y="21600"/>
                  </a:lnTo>
                  <a:lnTo>
                    <a:pt x="21600" y="21600"/>
                  </a:lnTo>
                  <a:lnTo>
                    <a:pt x="19166" y="16298"/>
                  </a:lnTo>
                  <a:lnTo>
                    <a:pt x="18115" y="13821"/>
                  </a:lnTo>
                  <a:lnTo>
                    <a:pt x="17167" y="11517"/>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grpSp>
      <p:pic>
        <p:nvPicPr>
          <p:cNvPr id="378" name="図 4" descr="図 4"/>
          <p:cNvPicPr>
            <a:picLocks noChangeAspect="1"/>
          </p:cNvPicPr>
          <p:nvPr/>
        </p:nvPicPr>
        <p:blipFill>
          <a:blip r:embed="rId2"/>
          <a:stretch>
            <a:fillRect/>
          </a:stretch>
        </p:blipFill>
        <p:spPr>
          <a:xfrm>
            <a:off x="201283" y="0"/>
            <a:ext cx="9704717" cy="6858000"/>
          </a:xfrm>
          <a:prstGeom prst="rect">
            <a:avLst/>
          </a:prstGeom>
          <a:ln w="12700">
            <a:miter lim="400000"/>
          </a:ln>
        </p:spPr>
      </p:pic>
      <p:sp>
        <p:nvSpPr>
          <p:cNvPr id="379" name="タイトルテキスト"/>
          <p:cNvSpPr txBox="1">
            <a:spLocks noGrp="1"/>
          </p:cNvSpPr>
          <p:nvPr>
            <p:ph type="title"/>
          </p:nvPr>
        </p:nvSpPr>
        <p:spPr>
          <a:xfrm>
            <a:off x="200025" y="3060000"/>
            <a:ext cx="8641407" cy="504001"/>
          </a:xfrm>
          <a:prstGeom prst="rect">
            <a:avLst/>
          </a:prstGeom>
          <a:noFill/>
        </p:spPr>
        <p:txBody>
          <a:bodyPr anchor="b">
            <a:normAutofit/>
          </a:bodyPr>
          <a:lstStyle>
            <a:lvl1pPr>
              <a:tabLst>
                <a:tab pos="88900" algn="l"/>
              </a:tabLst>
              <a:defRPr sz="2400"/>
            </a:lvl1pPr>
          </a:lstStyle>
          <a:p>
            <a:r>
              <a:t>タイトルテキスト</a:t>
            </a:r>
          </a:p>
        </p:txBody>
      </p:sp>
    </p:spTree>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x">
  <p:cSld name="1行タイトル">
    <p:spTree>
      <p:nvGrpSpPr>
        <p:cNvPr id="1" name=""/>
        <p:cNvGrpSpPr/>
        <p:nvPr/>
      </p:nvGrpSpPr>
      <p:grpSpPr>
        <a:xfrm>
          <a:off x="0" y="0"/>
          <a:ext cx="0" cy="0"/>
          <a:chOff x="0" y="0"/>
          <a:chExt cx="0" cy="0"/>
        </a:xfrm>
      </p:grpSpPr>
      <p:sp>
        <p:nvSpPr>
          <p:cNvPr id="386" name="スライド番号"/>
          <p:cNvSpPr txBox="1">
            <a:spLocks noGrp="1"/>
          </p:cNvSpPr>
          <p:nvPr>
            <p:ph type="sldNum" sz="quarter" idx="2"/>
          </p:nvPr>
        </p:nvSpPr>
        <p:spPr>
          <a:xfrm>
            <a:off x="9723784" y="6620921"/>
            <a:ext cx="182217" cy="177801"/>
          </a:xfrm>
          <a:prstGeom prst="rect">
            <a:avLst/>
          </a:prstGeom>
        </p:spPr>
        <p:txBody>
          <a:bodyPr lIns="0" tIns="0" rIns="0" bIns="0"/>
          <a:lstStyle>
            <a:lvl1pPr>
              <a:defRPr>
                <a:solidFill>
                  <a:schemeClr val="accent1"/>
                </a:solidFill>
              </a:defRPr>
            </a:lvl1pPr>
          </a:lstStyle>
          <a:p>
            <a:fld id="{86CB4B4D-7CA3-9044-876B-883B54F8677D}" type="slidenum">
              <a:t>‹#›</a:t>
            </a:fld>
            <a:endParaRPr/>
          </a:p>
        </p:txBody>
      </p:sp>
      <p:sp>
        <p:nvSpPr>
          <p:cNvPr id="387" name="テキスト ボックス 10"/>
          <p:cNvSpPr txBox="1"/>
          <p:nvPr/>
        </p:nvSpPr>
        <p:spPr>
          <a:xfrm>
            <a:off x="5940298" y="6620361"/>
            <a:ext cx="3113892"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lgn="r">
              <a:defRPr sz="800">
                <a:solidFill>
                  <a:schemeClr val="accent1"/>
                </a:solidFill>
              </a:defRPr>
            </a:pPr>
            <a:r>
              <a:t>Copyrigh</a:t>
            </a:r>
            <a:r>
              <a:rPr spc="-1000"/>
              <a:t>t</a:t>
            </a:r>
            <a:r>
              <a:rPr>
                <a:solidFill>
                  <a:srgbClr val="001279"/>
                </a:solidFill>
              </a:rPr>
              <a:t>（C）</a:t>
            </a:r>
            <a:r>
              <a:t> Nomura Research Institute, Ltd. All rights reserved.</a:t>
            </a:r>
          </a:p>
        </p:txBody>
      </p:sp>
      <p:grpSp>
        <p:nvGrpSpPr>
          <p:cNvPr id="390" name="グループ化 11"/>
          <p:cNvGrpSpPr/>
          <p:nvPr/>
        </p:nvGrpSpPr>
        <p:grpSpPr>
          <a:xfrm>
            <a:off x="9129156" y="6620361"/>
            <a:ext cx="288340" cy="145026"/>
            <a:chOff x="0" y="0"/>
            <a:chExt cx="288338" cy="145025"/>
          </a:xfrm>
        </p:grpSpPr>
        <p:sp>
          <p:nvSpPr>
            <p:cNvPr id="388" name="Freeform 290"/>
            <p:cNvSpPr/>
            <p:nvPr/>
          </p:nvSpPr>
          <p:spPr>
            <a:xfrm>
              <a:off x="249737" y="584"/>
              <a:ext cx="38602" cy="14385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8" y="5312"/>
                  </a:lnTo>
                  <a:lnTo>
                    <a:pt x="1145" y="8034"/>
                  </a:lnTo>
                  <a:lnTo>
                    <a:pt x="1309" y="10800"/>
                  </a:lnTo>
                  <a:lnTo>
                    <a:pt x="1145" y="13610"/>
                  </a:lnTo>
                  <a:lnTo>
                    <a:pt x="818" y="16332"/>
                  </a:lnTo>
                  <a:lnTo>
                    <a:pt x="0" y="21600"/>
                  </a:lnTo>
                  <a:lnTo>
                    <a:pt x="21600" y="21600"/>
                  </a:lnTo>
                  <a:lnTo>
                    <a:pt x="20782" y="16332"/>
                  </a:lnTo>
                  <a:lnTo>
                    <a:pt x="20291" y="13610"/>
                  </a:lnTo>
                  <a:lnTo>
                    <a:pt x="20291" y="8034"/>
                  </a:lnTo>
                  <a:lnTo>
                    <a:pt x="20782" y="5312"/>
                  </a:lnTo>
                  <a:lnTo>
                    <a:pt x="21600" y="0"/>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sp>
          <p:nvSpPr>
            <p:cNvPr id="389" name="Freeform 291"/>
            <p:cNvSpPr/>
            <p:nvPr/>
          </p:nvSpPr>
          <p:spPr>
            <a:xfrm>
              <a:off x="-1" y="0"/>
              <a:ext cx="246230" cy="145026"/>
            </a:xfrm>
            <a:custGeom>
              <a:avLst/>
              <a:gdLst/>
              <a:ahLst/>
              <a:cxnLst>
                <a:cxn ang="0">
                  <a:pos x="wd2" y="hd2"/>
                </a:cxn>
                <a:cxn ang="5400000">
                  <a:pos x="wd2" y="hd2"/>
                </a:cxn>
                <a:cxn ang="10800000">
                  <a:pos x="wd2" y="hd2"/>
                </a:cxn>
                <a:cxn ang="16200000">
                  <a:pos x="wd2" y="hd2"/>
                </a:cxn>
              </a:cxnLst>
              <a:rect l="0" t="0" r="r" b="b"/>
              <a:pathLst>
                <a:path w="21600" h="21600" extrusionOk="0">
                  <a:moveTo>
                    <a:pt x="17167" y="11517"/>
                  </a:moveTo>
                  <a:lnTo>
                    <a:pt x="17859" y="11039"/>
                  </a:lnTo>
                  <a:lnTo>
                    <a:pt x="18423" y="10431"/>
                  </a:lnTo>
                  <a:lnTo>
                    <a:pt x="18961" y="9822"/>
                  </a:lnTo>
                  <a:lnTo>
                    <a:pt x="19396" y="9040"/>
                  </a:lnTo>
                  <a:lnTo>
                    <a:pt x="19730" y="8214"/>
                  </a:lnTo>
                  <a:lnTo>
                    <a:pt x="19986" y="7301"/>
                  </a:lnTo>
                  <a:lnTo>
                    <a:pt x="20088" y="6910"/>
                  </a:lnTo>
                  <a:lnTo>
                    <a:pt x="20140" y="6432"/>
                  </a:lnTo>
                  <a:lnTo>
                    <a:pt x="20191" y="5998"/>
                  </a:lnTo>
                  <a:lnTo>
                    <a:pt x="20191" y="4998"/>
                  </a:lnTo>
                  <a:lnTo>
                    <a:pt x="20140" y="4476"/>
                  </a:lnTo>
                  <a:lnTo>
                    <a:pt x="20088" y="3998"/>
                  </a:lnTo>
                  <a:lnTo>
                    <a:pt x="20011" y="3520"/>
                  </a:lnTo>
                  <a:lnTo>
                    <a:pt x="19883" y="3129"/>
                  </a:lnTo>
                  <a:lnTo>
                    <a:pt x="19730" y="2695"/>
                  </a:lnTo>
                  <a:lnTo>
                    <a:pt x="19601" y="2347"/>
                  </a:lnTo>
                  <a:lnTo>
                    <a:pt x="19396" y="1999"/>
                  </a:lnTo>
                  <a:lnTo>
                    <a:pt x="19012" y="1391"/>
                  </a:lnTo>
                  <a:lnTo>
                    <a:pt x="18551" y="956"/>
                  </a:lnTo>
                  <a:lnTo>
                    <a:pt x="18064" y="608"/>
                  </a:lnTo>
                  <a:lnTo>
                    <a:pt x="17500" y="348"/>
                  </a:lnTo>
                  <a:lnTo>
                    <a:pt x="16937" y="217"/>
                  </a:lnTo>
                  <a:lnTo>
                    <a:pt x="16322" y="87"/>
                  </a:lnTo>
                  <a:lnTo>
                    <a:pt x="15656" y="87"/>
                  </a:lnTo>
                  <a:lnTo>
                    <a:pt x="15015" y="0"/>
                  </a:lnTo>
                  <a:lnTo>
                    <a:pt x="13554" y="87"/>
                  </a:lnTo>
                  <a:lnTo>
                    <a:pt x="12043" y="130"/>
                  </a:lnTo>
                  <a:lnTo>
                    <a:pt x="10582" y="217"/>
                  </a:lnTo>
                  <a:lnTo>
                    <a:pt x="9327" y="217"/>
                  </a:lnTo>
                  <a:lnTo>
                    <a:pt x="9532" y="7258"/>
                  </a:lnTo>
                  <a:lnTo>
                    <a:pt x="9557" y="10561"/>
                  </a:lnTo>
                  <a:lnTo>
                    <a:pt x="9557" y="13603"/>
                  </a:lnTo>
                  <a:lnTo>
                    <a:pt x="7969" y="10518"/>
                  </a:lnTo>
                  <a:lnTo>
                    <a:pt x="6380" y="7171"/>
                  </a:lnTo>
                  <a:lnTo>
                    <a:pt x="4791" y="3738"/>
                  </a:lnTo>
                  <a:lnTo>
                    <a:pt x="3305" y="217"/>
                  </a:lnTo>
                  <a:lnTo>
                    <a:pt x="0" y="217"/>
                  </a:lnTo>
                  <a:lnTo>
                    <a:pt x="179" y="5476"/>
                  </a:lnTo>
                  <a:lnTo>
                    <a:pt x="205" y="8171"/>
                  </a:lnTo>
                  <a:lnTo>
                    <a:pt x="256" y="10909"/>
                  </a:lnTo>
                  <a:lnTo>
                    <a:pt x="205" y="13690"/>
                  </a:lnTo>
                  <a:lnTo>
                    <a:pt x="179" y="16385"/>
                  </a:lnTo>
                  <a:lnTo>
                    <a:pt x="0" y="21600"/>
                  </a:lnTo>
                  <a:lnTo>
                    <a:pt x="2742" y="21600"/>
                  </a:lnTo>
                  <a:lnTo>
                    <a:pt x="2562" y="17732"/>
                  </a:lnTo>
                  <a:lnTo>
                    <a:pt x="2485" y="13864"/>
                  </a:lnTo>
                  <a:lnTo>
                    <a:pt x="2434" y="10344"/>
                  </a:lnTo>
                  <a:lnTo>
                    <a:pt x="2434" y="7171"/>
                  </a:lnTo>
                  <a:lnTo>
                    <a:pt x="4151" y="10518"/>
                  </a:lnTo>
                  <a:lnTo>
                    <a:pt x="5893" y="14081"/>
                  </a:lnTo>
                  <a:lnTo>
                    <a:pt x="7661" y="17819"/>
                  </a:lnTo>
                  <a:lnTo>
                    <a:pt x="8456" y="19731"/>
                  </a:lnTo>
                  <a:lnTo>
                    <a:pt x="9275" y="21600"/>
                  </a:lnTo>
                  <a:lnTo>
                    <a:pt x="12120" y="21600"/>
                  </a:lnTo>
                  <a:lnTo>
                    <a:pt x="11991" y="16385"/>
                  </a:lnTo>
                  <a:lnTo>
                    <a:pt x="11966" y="13690"/>
                  </a:lnTo>
                  <a:lnTo>
                    <a:pt x="11915" y="10909"/>
                  </a:lnTo>
                  <a:lnTo>
                    <a:pt x="11915" y="6910"/>
                  </a:lnTo>
                  <a:lnTo>
                    <a:pt x="11991" y="2955"/>
                  </a:lnTo>
                  <a:lnTo>
                    <a:pt x="12863" y="2912"/>
                  </a:lnTo>
                  <a:lnTo>
                    <a:pt x="13913" y="2912"/>
                  </a:lnTo>
                  <a:lnTo>
                    <a:pt x="14554" y="2955"/>
                  </a:lnTo>
                  <a:lnTo>
                    <a:pt x="15143" y="3129"/>
                  </a:lnTo>
                  <a:lnTo>
                    <a:pt x="15630" y="3477"/>
                  </a:lnTo>
                  <a:lnTo>
                    <a:pt x="15835" y="3651"/>
                  </a:lnTo>
                  <a:lnTo>
                    <a:pt x="16142" y="4085"/>
                  </a:lnTo>
                  <a:lnTo>
                    <a:pt x="16270" y="4346"/>
                  </a:lnTo>
                  <a:lnTo>
                    <a:pt x="16475" y="4911"/>
                  </a:lnTo>
                  <a:lnTo>
                    <a:pt x="16604" y="5520"/>
                  </a:lnTo>
                  <a:lnTo>
                    <a:pt x="16629" y="6302"/>
                  </a:lnTo>
                  <a:lnTo>
                    <a:pt x="16604" y="6693"/>
                  </a:lnTo>
                  <a:lnTo>
                    <a:pt x="16552" y="7171"/>
                  </a:lnTo>
                  <a:lnTo>
                    <a:pt x="16475" y="7606"/>
                  </a:lnTo>
                  <a:lnTo>
                    <a:pt x="16347" y="7997"/>
                  </a:lnTo>
                  <a:lnTo>
                    <a:pt x="16245" y="8344"/>
                  </a:lnTo>
                  <a:lnTo>
                    <a:pt x="15835" y="9040"/>
                  </a:lnTo>
                  <a:lnTo>
                    <a:pt x="15630" y="9344"/>
                  </a:lnTo>
                  <a:lnTo>
                    <a:pt x="15092" y="9866"/>
                  </a:lnTo>
                  <a:lnTo>
                    <a:pt x="14528" y="10300"/>
                  </a:lnTo>
                  <a:lnTo>
                    <a:pt x="13888" y="10648"/>
                  </a:lnTo>
                  <a:lnTo>
                    <a:pt x="13196" y="10996"/>
                  </a:lnTo>
                  <a:lnTo>
                    <a:pt x="14272" y="13386"/>
                  </a:lnTo>
                  <a:lnTo>
                    <a:pt x="15451" y="16080"/>
                  </a:lnTo>
                  <a:lnTo>
                    <a:pt x="16604" y="18905"/>
                  </a:lnTo>
                  <a:lnTo>
                    <a:pt x="17654" y="21600"/>
                  </a:lnTo>
                  <a:lnTo>
                    <a:pt x="21600" y="21600"/>
                  </a:lnTo>
                  <a:lnTo>
                    <a:pt x="19166" y="16298"/>
                  </a:lnTo>
                  <a:lnTo>
                    <a:pt x="18115" y="13821"/>
                  </a:lnTo>
                  <a:lnTo>
                    <a:pt x="17167" y="11517"/>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grpSp>
      <p:sp>
        <p:nvSpPr>
          <p:cNvPr id="391" name="1行レイアウト タイトル/スライドタイトルを入力"/>
          <p:cNvSpPr txBox="1">
            <a:spLocks noGrp="1"/>
          </p:cNvSpPr>
          <p:nvPr>
            <p:ph type="title" hasCustomPrompt="1"/>
          </p:nvPr>
        </p:nvSpPr>
        <p:spPr>
          <a:xfrm>
            <a:off x="201000" y="259199"/>
            <a:ext cx="9504000" cy="380481"/>
          </a:xfrm>
          <a:prstGeom prst="rect">
            <a:avLst/>
          </a:prstGeom>
        </p:spPr>
        <p:txBody>
          <a:bodyPr>
            <a:normAutofit/>
          </a:bodyPr>
          <a:lstStyle/>
          <a:p>
            <a:r>
              <a:t>1行レイアウト タイトル/スライドタイトルを入力</a:t>
            </a:r>
          </a:p>
        </p:txBody>
      </p:sp>
    </p:spTree>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x">
  <p:cSld name="1行タイトル+本文">
    <p:spTree>
      <p:nvGrpSpPr>
        <p:cNvPr id="1" name=""/>
        <p:cNvGrpSpPr/>
        <p:nvPr/>
      </p:nvGrpSpPr>
      <p:grpSpPr>
        <a:xfrm>
          <a:off x="0" y="0"/>
          <a:ext cx="0" cy="0"/>
          <a:chOff x="0" y="0"/>
          <a:chExt cx="0" cy="0"/>
        </a:xfrm>
      </p:grpSpPr>
      <p:sp>
        <p:nvSpPr>
          <p:cNvPr id="398" name="スライド番号"/>
          <p:cNvSpPr txBox="1">
            <a:spLocks noGrp="1"/>
          </p:cNvSpPr>
          <p:nvPr>
            <p:ph type="sldNum" sz="quarter" idx="2"/>
          </p:nvPr>
        </p:nvSpPr>
        <p:spPr>
          <a:xfrm>
            <a:off x="9723784" y="6620921"/>
            <a:ext cx="182217" cy="177801"/>
          </a:xfrm>
          <a:prstGeom prst="rect">
            <a:avLst/>
          </a:prstGeom>
        </p:spPr>
        <p:txBody>
          <a:bodyPr lIns="0" tIns="0" rIns="0" bIns="0"/>
          <a:lstStyle>
            <a:lvl1pPr>
              <a:defRPr>
                <a:solidFill>
                  <a:schemeClr val="accent1"/>
                </a:solidFill>
              </a:defRPr>
            </a:lvl1pPr>
          </a:lstStyle>
          <a:p>
            <a:fld id="{86CB4B4D-7CA3-9044-876B-883B54F8677D}" type="slidenum">
              <a:t>‹#›</a:t>
            </a:fld>
            <a:endParaRPr/>
          </a:p>
        </p:txBody>
      </p:sp>
      <p:sp>
        <p:nvSpPr>
          <p:cNvPr id="399" name="テキスト ボックス 10"/>
          <p:cNvSpPr txBox="1"/>
          <p:nvPr/>
        </p:nvSpPr>
        <p:spPr>
          <a:xfrm>
            <a:off x="5940298" y="6620361"/>
            <a:ext cx="3113892"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lgn="r">
              <a:defRPr sz="800">
                <a:solidFill>
                  <a:schemeClr val="accent1"/>
                </a:solidFill>
              </a:defRPr>
            </a:pPr>
            <a:r>
              <a:t>Copyrigh</a:t>
            </a:r>
            <a:r>
              <a:rPr spc="-1000"/>
              <a:t>t</a:t>
            </a:r>
            <a:r>
              <a:rPr>
                <a:solidFill>
                  <a:srgbClr val="001279"/>
                </a:solidFill>
              </a:rPr>
              <a:t>（C）</a:t>
            </a:r>
            <a:r>
              <a:t> Nomura Research Institute, Ltd. All rights reserved.</a:t>
            </a:r>
          </a:p>
        </p:txBody>
      </p:sp>
      <p:grpSp>
        <p:nvGrpSpPr>
          <p:cNvPr id="402" name="グループ化 11"/>
          <p:cNvGrpSpPr/>
          <p:nvPr/>
        </p:nvGrpSpPr>
        <p:grpSpPr>
          <a:xfrm>
            <a:off x="9129156" y="6620361"/>
            <a:ext cx="288340" cy="145026"/>
            <a:chOff x="0" y="0"/>
            <a:chExt cx="288338" cy="145025"/>
          </a:xfrm>
        </p:grpSpPr>
        <p:sp>
          <p:nvSpPr>
            <p:cNvPr id="400" name="Freeform 290"/>
            <p:cNvSpPr/>
            <p:nvPr/>
          </p:nvSpPr>
          <p:spPr>
            <a:xfrm>
              <a:off x="249737" y="584"/>
              <a:ext cx="38602" cy="14385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8" y="5312"/>
                  </a:lnTo>
                  <a:lnTo>
                    <a:pt x="1145" y="8034"/>
                  </a:lnTo>
                  <a:lnTo>
                    <a:pt x="1309" y="10800"/>
                  </a:lnTo>
                  <a:lnTo>
                    <a:pt x="1145" y="13610"/>
                  </a:lnTo>
                  <a:lnTo>
                    <a:pt x="818" y="16332"/>
                  </a:lnTo>
                  <a:lnTo>
                    <a:pt x="0" y="21600"/>
                  </a:lnTo>
                  <a:lnTo>
                    <a:pt x="21600" y="21600"/>
                  </a:lnTo>
                  <a:lnTo>
                    <a:pt x="20782" y="16332"/>
                  </a:lnTo>
                  <a:lnTo>
                    <a:pt x="20291" y="13610"/>
                  </a:lnTo>
                  <a:lnTo>
                    <a:pt x="20291" y="8034"/>
                  </a:lnTo>
                  <a:lnTo>
                    <a:pt x="20782" y="5312"/>
                  </a:lnTo>
                  <a:lnTo>
                    <a:pt x="21600" y="0"/>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sp>
          <p:nvSpPr>
            <p:cNvPr id="401" name="Freeform 291"/>
            <p:cNvSpPr/>
            <p:nvPr/>
          </p:nvSpPr>
          <p:spPr>
            <a:xfrm>
              <a:off x="-1" y="0"/>
              <a:ext cx="246230" cy="145026"/>
            </a:xfrm>
            <a:custGeom>
              <a:avLst/>
              <a:gdLst/>
              <a:ahLst/>
              <a:cxnLst>
                <a:cxn ang="0">
                  <a:pos x="wd2" y="hd2"/>
                </a:cxn>
                <a:cxn ang="5400000">
                  <a:pos x="wd2" y="hd2"/>
                </a:cxn>
                <a:cxn ang="10800000">
                  <a:pos x="wd2" y="hd2"/>
                </a:cxn>
                <a:cxn ang="16200000">
                  <a:pos x="wd2" y="hd2"/>
                </a:cxn>
              </a:cxnLst>
              <a:rect l="0" t="0" r="r" b="b"/>
              <a:pathLst>
                <a:path w="21600" h="21600" extrusionOk="0">
                  <a:moveTo>
                    <a:pt x="17167" y="11517"/>
                  </a:moveTo>
                  <a:lnTo>
                    <a:pt x="17859" y="11039"/>
                  </a:lnTo>
                  <a:lnTo>
                    <a:pt x="18423" y="10431"/>
                  </a:lnTo>
                  <a:lnTo>
                    <a:pt x="18961" y="9822"/>
                  </a:lnTo>
                  <a:lnTo>
                    <a:pt x="19396" y="9040"/>
                  </a:lnTo>
                  <a:lnTo>
                    <a:pt x="19730" y="8214"/>
                  </a:lnTo>
                  <a:lnTo>
                    <a:pt x="19986" y="7301"/>
                  </a:lnTo>
                  <a:lnTo>
                    <a:pt x="20088" y="6910"/>
                  </a:lnTo>
                  <a:lnTo>
                    <a:pt x="20140" y="6432"/>
                  </a:lnTo>
                  <a:lnTo>
                    <a:pt x="20191" y="5998"/>
                  </a:lnTo>
                  <a:lnTo>
                    <a:pt x="20191" y="4998"/>
                  </a:lnTo>
                  <a:lnTo>
                    <a:pt x="20140" y="4476"/>
                  </a:lnTo>
                  <a:lnTo>
                    <a:pt x="20088" y="3998"/>
                  </a:lnTo>
                  <a:lnTo>
                    <a:pt x="20011" y="3520"/>
                  </a:lnTo>
                  <a:lnTo>
                    <a:pt x="19883" y="3129"/>
                  </a:lnTo>
                  <a:lnTo>
                    <a:pt x="19730" y="2695"/>
                  </a:lnTo>
                  <a:lnTo>
                    <a:pt x="19601" y="2347"/>
                  </a:lnTo>
                  <a:lnTo>
                    <a:pt x="19396" y="1999"/>
                  </a:lnTo>
                  <a:lnTo>
                    <a:pt x="19012" y="1391"/>
                  </a:lnTo>
                  <a:lnTo>
                    <a:pt x="18551" y="956"/>
                  </a:lnTo>
                  <a:lnTo>
                    <a:pt x="18064" y="608"/>
                  </a:lnTo>
                  <a:lnTo>
                    <a:pt x="17500" y="348"/>
                  </a:lnTo>
                  <a:lnTo>
                    <a:pt x="16937" y="217"/>
                  </a:lnTo>
                  <a:lnTo>
                    <a:pt x="16322" y="87"/>
                  </a:lnTo>
                  <a:lnTo>
                    <a:pt x="15656" y="87"/>
                  </a:lnTo>
                  <a:lnTo>
                    <a:pt x="15015" y="0"/>
                  </a:lnTo>
                  <a:lnTo>
                    <a:pt x="13554" y="87"/>
                  </a:lnTo>
                  <a:lnTo>
                    <a:pt x="12043" y="130"/>
                  </a:lnTo>
                  <a:lnTo>
                    <a:pt x="10582" y="217"/>
                  </a:lnTo>
                  <a:lnTo>
                    <a:pt x="9327" y="217"/>
                  </a:lnTo>
                  <a:lnTo>
                    <a:pt x="9532" y="7258"/>
                  </a:lnTo>
                  <a:lnTo>
                    <a:pt x="9557" y="10561"/>
                  </a:lnTo>
                  <a:lnTo>
                    <a:pt x="9557" y="13603"/>
                  </a:lnTo>
                  <a:lnTo>
                    <a:pt x="7969" y="10518"/>
                  </a:lnTo>
                  <a:lnTo>
                    <a:pt x="6380" y="7171"/>
                  </a:lnTo>
                  <a:lnTo>
                    <a:pt x="4791" y="3738"/>
                  </a:lnTo>
                  <a:lnTo>
                    <a:pt x="3305" y="217"/>
                  </a:lnTo>
                  <a:lnTo>
                    <a:pt x="0" y="217"/>
                  </a:lnTo>
                  <a:lnTo>
                    <a:pt x="179" y="5476"/>
                  </a:lnTo>
                  <a:lnTo>
                    <a:pt x="205" y="8171"/>
                  </a:lnTo>
                  <a:lnTo>
                    <a:pt x="256" y="10909"/>
                  </a:lnTo>
                  <a:lnTo>
                    <a:pt x="205" y="13690"/>
                  </a:lnTo>
                  <a:lnTo>
                    <a:pt x="179" y="16385"/>
                  </a:lnTo>
                  <a:lnTo>
                    <a:pt x="0" y="21600"/>
                  </a:lnTo>
                  <a:lnTo>
                    <a:pt x="2742" y="21600"/>
                  </a:lnTo>
                  <a:lnTo>
                    <a:pt x="2562" y="17732"/>
                  </a:lnTo>
                  <a:lnTo>
                    <a:pt x="2485" y="13864"/>
                  </a:lnTo>
                  <a:lnTo>
                    <a:pt x="2434" y="10344"/>
                  </a:lnTo>
                  <a:lnTo>
                    <a:pt x="2434" y="7171"/>
                  </a:lnTo>
                  <a:lnTo>
                    <a:pt x="4151" y="10518"/>
                  </a:lnTo>
                  <a:lnTo>
                    <a:pt x="5893" y="14081"/>
                  </a:lnTo>
                  <a:lnTo>
                    <a:pt x="7661" y="17819"/>
                  </a:lnTo>
                  <a:lnTo>
                    <a:pt x="8456" y="19731"/>
                  </a:lnTo>
                  <a:lnTo>
                    <a:pt x="9275" y="21600"/>
                  </a:lnTo>
                  <a:lnTo>
                    <a:pt x="12120" y="21600"/>
                  </a:lnTo>
                  <a:lnTo>
                    <a:pt x="11991" y="16385"/>
                  </a:lnTo>
                  <a:lnTo>
                    <a:pt x="11966" y="13690"/>
                  </a:lnTo>
                  <a:lnTo>
                    <a:pt x="11915" y="10909"/>
                  </a:lnTo>
                  <a:lnTo>
                    <a:pt x="11915" y="6910"/>
                  </a:lnTo>
                  <a:lnTo>
                    <a:pt x="11991" y="2955"/>
                  </a:lnTo>
                  <a:lnTo>
                    <a:pt x="12863" y="2912"/>
                  </a:lnTo>
                  <a:lnTo>
                    <a:pt x="13913" y="2912"/>
                  </a:lnTo>
                  <a:lnTo>
                    <a:pt x="14554" y="2955"/>
                  </a:lnTo>
                  <a:lnTo>
                    <a:pt x="15143" y="3129"/>
                  </a:lnTo>
                  <a:lnTo>
                    <a:pt x="15630" y="3477"/>
                  </a:lnTo>
                  <a:lnTo>
                    <a:pt x="15835" y="3651"/>
                  </a:lnTo>
                  <a:lnTo>
                    <a:pt x="16142" y="4085"/>
                  </a:lnTo>
                  <a:lnTo>
                    <a:pt x="16270" y="4346"/>
                  </a:lnTo>
                  <a:lnTo>
                    <a:pt x="16475" y="4911"/>
                  </a:lnTo>
                  <a:lnTo>
                    <a:pt x="16604" y="5520"/>
                  </a:lnTo>
                  <a:lnTo>
                    <a:pt x="16629" y="6302"/>
                  </a:lnTo>
                  <a:lnTo>
                    <a:pt x="16604" y="6693"/>
                  </a:lnTo>
                  <a:lnTo>
                    <a:pt x="16552" y="7171"/>
                  </a:lnTo>
                  <a:lnTo>
                    <a:pt x="16475" y="7606"/>
                  </a:lnTo>
                  <a:lnTo>
                    <a:pt x="16347" y="7997"/>
                  </a:lnTo>
                  <a:lnTo>
                    <a:pt x="16245" y="8344"/>
                  </a:lnTo>
                  <a:lnTo>
                    <a:pt x="15835" y="9040"/>
                  </a:lnTo>
                  <a:lnTo>
                    <a:pt x="15630" y="9344"/>
                  </a:lnTo>
                  <a:lnTo>
                    <a:pt x="15092" y="9866"/>
                  </a:lnTo>
                  <a:lnTo>
                    <a:pt x="14528" y="10300"/>
                  </a:lnTo>
                  <a:lnTo>
                    <a:pt x="13888" y="10648"/>
                  </a:lnTo>
                  <a:lnTo>
                    <a:pt x="13196" y="10996"/>
                  </a:lnTo>
                  <a:lnTo>
                    <a:pt x="14272" y="13386"/>
                  </a:lnTo>
                  <a:lnTo>
                    <a:pt x="15451" y="16080"/>
                  </a:lnTo>
                  <a:lnTo>
                    <a:pt x="16604" y="18905"/>
                  </a:lnTo>
                  <a:lnTo>
                    <a:pt x="17654" y="21600"/>
                  </a:lnTo>
                  <a:lnTo>
                    <a:pt x="21600" y="21600"/>
                  </a:lnTo>
                  <a:lnTo>
                    <a:pt x="19166" y="16298"/>
                  </a:lnTo>
                  <a:lnTo>
                    <a:pt x="18115" y="13821"/>
                  </a:lnTo>
                  <a:lnTo>
                    <a:pt x="17167" y="11517"/>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grpSp>
      <p:sp>
        <p:nvSpPr>
          <p:cNvPr id="403" name="本文レベル1…"/>
          <p:cNvSpPr txBox="1">
            <a:spLocks noGrp="1"/>
          </p:cNvSpPr>
          <p:nvPr>
            <p:ph type="body" idx="1"/>
          </p:nvPr>
        </p:nvSpPr>
        <p:spPr>
          <a:xfrm>
            <a:off x="200025" y="836712"/>
            <a:ext cx="9504000" cy="5616576"/>
          </a:xfrm>
          <a:prstGeom prst="rect">
            <a:avLst/>
          </a:prstGeom>
        </p:spPr>
        <p:txBody>
          <a:bodyPr>
            <a:normAutofit/>
          </a:bodyPr>
          <a:lstStyle/>
          <a:p>
            <a:r>
              <a:t>本文レベル1</a:t>
            </a:r>
          </a:p>
          <a:p>
            <a:pPr lvl="1"/>
            <a:r>
              <a:t>本文レベル2</a:t>
            </a:r>
          </a:p>
          <a:p>
            <a:pPr lvl="2"/>
            <a:r>
              <a:t>本文レベル3</a:t>
            </a:r>
          </a:p>
          <a:p>
            <a:pPr lvl="3"/>
            <a:r>
              <a:t>本文レベル4</a:t>
            </a:r>
          </a:p>
          <a:p>
            <a:pPr lvl="4"/>
            <a:r>
              <a:t>本文レベル5</a:t>
            </a:r>
          </a:p>
        </p:txBody>
      </p:sp>
      <p:sp>
        <p:nvSpPr>
          <p:cNvPr id="404" name="1行レイアウト タイトル/スライドタイトルを入力"/>
          <p:cNvSpPr txBox="1">
            <a:spLocks noGrp="1"/>
          </p:cNvSpPr>
          <p:nvPr>
            <p:ph type="title" hasCustomPrompt="1"/>
          </p:nvPr>
        </p:nvSpPr>
        <p:spPr>
          <a:xfrm>
            <a:off x="201000" y="259199"/>
            <a:ext cx="9504000" cy="380481"/>
          </a:xfrm>
          <a:prstGeom prst="rect">
            <a:avLst/>
          </a:prstGeom>
        </p:spPr>
        <p:txBody>
          <a:bodyPr>
            <a:normAutofit/>
          </a:bodyPr>
          <a:lstStyle/>
          <a:p>
            <a:r>
              <a:t>1行レイアウト タイトル/スライドタイトルを入力</a:t>
            </a:r>
          </a:p>
        </p:txBody>
      </p:sp>
    </p:spTree>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x">
  <p:cSld name="章＋1行タイトル">
    <p:spTree>
      <p:nvGrpSpPr>
        <p:cNvPr id="1" name=""/>
        <p:cNvGrpSpPr/>
        <p:nvPr/>
      </p:nvGrpSpPr>
      <p:grpSpPr>
        <a:xfrm>
          <a:off x="0" y="0"/>
          <a:ext cx="0" cy="0"/>
          <a:chOff x="0" y="0"/>
          <a:chExt cx="0" cy="0"/>
        </a:xfrm>
      </p:grpSpPr>
      <p:sp>
        <p:nvSpPr>
          <p:cNvPr id="411" name="スライド番号"/>
          <p:cNvSpPr txBox="1">
            <a:spLocks noGrp="1"/>
          </p:cNvSpPr>
          <p:nvPr>
            <p:ph type="sldNum" sz="quarter" idx="2"/>
          </p:nvPr>
        </p:nvSpPr>
        <p:spPr>
          <a:xfrm>
            <a:off x="9723784" y="6620921"/>
            <a:ext cx="182217" cy="177801"/>
          </a:xfrm>
          <a:prstGeom prst="rect">
            <a:avLst/>
          </a:prstGeom>
        </p:spPr>
        <p:txBody>
          <a:bodyPr lIns="0" tIns="0" rIns="0" bIns="0"/>
          <a:lstStyle>
            <a:lvl1pPr>
              <a:defRPr>
                <a:solidFill>
                  <a:schemeClr val="accent1"/>
                </a:solidFill>
              </a:defRPr>
            </a:lvl1pPr>
          </a:lstStyle>
          <a:p>
            <a:fld id="{86CB4B4D-7CA3-9044-876B-883B54F8677D}" type="slidenum">
              <a:t>‹#›</a:t>
            </a:fld>
            <a:endParaRPr/>
          </a:p>
        </p:txBody>
      </p:sp>
      <p:sp>
        <p:nvSpPr>
          <p:cNvPr id="412" name="テキスト ボックス 10"/>
          <p:cNvSpPr txBox="1"/>
          <p:nvPr/>
        </p:nvSpPr>
        <p:spPr>
          <a:xfrm>
            <a:off x="5940298" y="6620361"/>
            <a:ext cx="3113892"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lgn="r">
              <a:defRPr sz="800">
                <a:solidFill>
                  <a:schemeClr val="accent1"/>
                </a:solidFill>
              </a:defRPr>
            </a:pPr>
            <a:r>
              <a:t>Copyrigh</a:t>
            </a:r>
            <a:r>
              <a:rPr spc="-1000"/>
              <a:t>t</a:t>
            </a:r>
            <a:r>
              <a:rPr>
                <a:solidFill>
                  <a:srgbClr val="001279"/>
                </a:solidFill>
              </a:rPr>
              <a:t>（C）</a:t>
            </a:r>
            <a:r>
              <a:t> Nomura Research Institute, Ltd. All rights reserved.</a:t>
            </a:r>
          </a:p>
        </p:txBody>
      </p:sp>
      <p:grpSp>
        <p:nvGrpSpPr>
          <p:cNvPr id="415" name="グループ化 11"/>
          <p:cNvGrpSpPr/>
          <p:nvPr/>
        </p:nvGrpSpPr>
        <p:grpSpPr>
          <a:xfrm>
            <a:off x="9129156" y="6620361"/>
            <a:ext cx="288340" cy="145026"/>
            <a:chOff x="0" y="0"/>
            <a:chExt cx="288338" cy="145025"/>
          </a:xfrm>
        </p:grpSpPr>
        <p:sp>
          <p:nvSpPr>
            <p:cNvPr id="413" name="Freeform 290"/>
            <p:cNvSpPr/>
            <p:nvPr/>
          </p:nvSpPr>
          <p:spPr>
            <a:xfrm>
              <a:off x="249737" y="584"/>
              <a:ext cx="38602" cy="14385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8" y="5312"/>
                  </a:lnTo>
                  <a:lnTo>
                    <a:pt x="1145" y="8034"/>
                  </a:lnTo>
                  <a:lnTo>
                    <a:pt x="1309" y="10800"/>
                  </a:lnTo>
                  <a:lnTo>
                    <a:pt x="1145" y="13610"/>
                  </a:lnTo>
                  <a:lnTo>
                    <a:pt x="818" y="16332"/>
                  </a:lnTo>
                  <a:lnTo>
                    <a:pt x="0" y="21600"/>
                  </a:lnTo>
                  <a:lnTo>
                    <a:pt x="21600" y="21600"/>
                  </a:lnTo>
                  <a:lnTo>
                    <a:pt x="20782" y="16332"/>
                  </a:lnTo>
                  <a:lnTo>
                    <a:pt x="20291" y="13610"/>
                  </a:lnTo>
                  <a:lnTo>
                    <a:pt x="20291" y="8034"/>
                  </a:lnTo>
                  <a:lnTo>
                    <a:pt x="20782" y="5312"/>
                  </a:lnTo>
                  <a:lnTo>
                    <a:pt x="21600" y="0"/>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sp>
          <p:nvSpPr>
            <p:cNvPr id="414" name="Freeform 291"/>
            <p:cNvSpPr/>
            <p:nvPr/>
          </p:nvSpPr>
          <p:spPr>
            <a:xfrm>
              <a:off x="-1" y="0"/>
              <a:ext cx="246230" cy="145026"/>
            </a:xfrm>
            <a:custGeom>
              <a:avLst/>
              <a:gdLst/>
              <a:ahLst/>
              <a:cxnLst>
                <a:cxn ang="0">
                  <a:pos x="wd2" y="hd2"/>
                </a:cxn>
                <a:cxn ang="5400000">
                  <a:pos x="wd2" y="hd2"/>
                </a:cxn>
                <a:cxn ang="10800000">
                  <a:pos x="wd2" y="hd2"/>
                </a:cxn>
                <a:cxn ang="16200000">
                  <a:pos x="wd2" y="hd2"/>
                </a:cxn>
              </a:cxnLst>
              <a:rect l="0" t="0" r="r" b="b"/>
              <a:pathLst>
                <a:path w="21600" h="21600" extrusionOk="0">
                  <a:moveTo>
                    <a:pt x="17167" y="11517"/>
                  </a:moveTo>
                  <a:lnTo>
                    <a:pt x="17859" y="11039"/>
                  </a:lnTo>
                  <a:lnTo>
                    <a:pt x="18423" y="10431"/>
                  </a:lnTo>
                  <a:lnTo>
                    <a:pt x="18961" y="9822"/>
                  </a:lnTo>
                  <a:lnTo>
                    <a:pt x="19396" y="9040"/>
                  </a:lnTo>
                  <a:lnTo>
                    <a:pt x="19730" y="8214"/>
                  </a:lnTo>
                  <a:lnTo>
                    <a:pt x="19986" y="7301"/>
                  </a:lnTo>
                  <a:lnTo>
                    <a:pt x="20088" y="6910"/>
                  </a:lnTo>
                  <a:lnTo>
                    <a:pt x="20140" y="6432"/>
                  </a:lnTo>
                  <a:lnTo>
                    <a:pt x="20191" y="5998"/>
                  </a:lnTo>
                  <a:lnTo>
                    <a:pt x="20191" y="4998"/>
                  </a:lnTo>
                  <a:lnTo>
                    <a:pt x="20140" y="4476"/>
                  </a:lnTo>
                  <a:lnTo>
                    <a:pt x="20088" y="3998"/>
                  </a:lnTo>
                  <a:lnTo>
                    <a:pt x="20011" y="3520"/>
                  </a:lnTo>
                  <a:lnTo>
                    <a:pt x="19883" y="3129"/>
                  </a:lnTo>
                  <a:lnTo>
                    <a:pt x="19730" y="2695"/>
                  </a:lnTo>
                  <a:lnTo>
                    <a:pt x="19601" y="2347"/>
                  </a:lnTo>
                  <a:lnTo>
                    <a:pt x="19396" y="1999"/>
                  </a:lnTo>
                  <a:lnTo>
                    <a:pt x="19012" y="1391"/>
                  </a:lnTo>
                  <a:lnTo>
                    <a:pt x="18551" y="956"/>
                  </a:lnTo>
                  <a:lnTo>
                    <a:pt x="18064" y="608"/>
                  </a:lnTo>
                  <a:lnTo>
                    <a:pt x="17500" y="348"/>
                  </a:lnTo>
                  <a:lnTo>
                    <a:pt x="16937" y="217"/>
                  </a:lnTo>
                  <a:lnTo>
                    <a:pt x="16322" y="87"/>
                  </a:lnTo>
                  <a:lnTo>
                    <a:pt x="15656" y="87"/>
                  </a:lnTo>
                  <a:lnTo>
                    <a:pt x="15015" y="0"/>
                  </a:lnTo>
                  <a:lnTo>
                    <a:pt x="13554" y="87"/>
                  </a:lnTo>
                  <a:lnTo>
                    <a:pt x="12043" y="130"/>
                  </a:lnTo>
                  <a:lnTo>
                    <a:pt x="10582" y="217"/>
                  </a:lnTo>
                  <a:lnTo>
                    <a:pt x="9327" y="217"/>
                  </a:lnTo>
                  <a:lnTo>
                    <a:pt x="9532" y="7258"/>
                  </a:lnTo>
                  <a:lnTo>
                    <a:pt x="9557" y="10561"/>
                  </a:lnTo>
                  <a:lnTo>
                    <a:pt x="9557" y="13603"/>
                  </a:lnTo>
                  <a:lnTo>
                    <a:pt x="7969" y="10518"/>
                  </a:lnTo>
                  <a:lnTo>
                    <a:pt x="6380" y="7171"/>
                  </a:lnTo>
                  <a:lnTo>
                    <a:pt x="4791" y="3738"/>
                  </a:lnTo>
                  <a:lnTo>
                    <a:pt x="3305" y="217"/>
                  </a:lnTo>
                  <a:lnTo>
                    <a:pt x="0" y="217"/>
                  </a:lnTo>
                  <a:lnTo>
                    <a:pt x="179" y="5476"/>
                  </a:lnTo>
                  <a:lnTo>
                    <a:pt x="205" y="8171"/>
                  </a:lnTo>
                  <a:lnTo>
                    <a:pt x="256" y="10909"/>
                  </a:lnTo>
                  <a:lnTo>
                    <a:pt x="205" y="13690"/>
                  </a:lnTo>
                  <a:lnTo>
                    <a:pt x="179" y="16385"/>
                  </a:lnTo>
                  <a:lnTo>
                    <a:pt x="0" y="21600"/>
                  </a:lnTo>
                  <a:lnTo>
                    <a:pt x="2742" y="21600"/>
                  </a:lnTo>
                  <a:lnTo>
                    <a:pt x="2562" y="17732"/>
                  </a:lnTo>
                  <a:lnTo>
                    <a:pt x="2485" y="13864"/>
                  </a:lnTo>
                  <a:lnTo>
                    <a:pt x="2434" y="10344"/>
                  </a:lnTo>
                  <a:lnTo>
                    <a:pt x="2434" y="7171"/>
                  </a:lnTo>
                  <a:lnTo>
                    <a:pt x="4151" y="10518"/>
                  </a:lnTo>
                  <a:lnTo>
                    <a:pt x="5893" y="14081"/>
                  </a:lnTo>
                  <a:lnTo>
                    <a:pt x="7661" y="17819"/>
                  </a:lnTo>
                  <a:lnTo>
                    <a:pt x="8456" y="19731"/>
                  </a:lnTo>
                  <a:lnTo>
                    <a:pt x="9275" y="21600"/>
                  </a:lnTo>
                  <a:lnTo>
                    <a:pt x="12120" y="21600"/>
                  </a:lnTo>
                  <a:lnTo>
                    <a:pt x="11991" y="16385"/>
                  </a:lnTo>
                  <a:lnTo>
                    <a:pt x="11966" y="13690"/>
                  </a:lnTo>
                  <a:lnTo>
                    <a:pt x="11915" y="10909"/>
                  </a:lnTo>
                  <a:lnTo>
                    <a:pt x="11915" y="6910"/>
                  </a:lnTo>
                  <a:lnTo>
                    <a:pt x="11991" y="2955"/>
                  </a:lnTo>
                  <a:lnTo>
                    <a:pt x="12863" y="2912"/>
                  </a:lnTo>
                  <a:lnTo>
                    <a:pt x="13913" y="2912"/>
                  </a:lnTo>
                  <a:lnTo>
                    <a:pt x="14554" y="2955"/>
                  </a:lnTo>
                  <a:lnTo>
                    <a:pt x="15143" y="3129"/>
                  </a:lnTo>
                  <a:lnTo>
                    <a:pt x="15630" y="3477"/>
                  </a:lnTo>
                  <a:lnTo>
                    <a:pt x="15835" y="3651"/>
                  </a:lnTo>
                  <a:lnTo>
                    <a:pt x="16142" y="4085"/>
                  </a:lnTo>
                  <a:lnTo>
                    <a:pt x="16270" y="4346"/>
                  </a:lnTo>
                  <a:lnTo>
                    <a:pt x="16475" y="4911"/>
                  </a:lnTo>
                  <a:lnTo>
                    <a:pt x="16604" y="5520"/>
                  </a:lnTo>
                  <a:lnTo>
                    <a:pt x="16629" y="6302"/>
                  </a:lnTo>
                  <a:lnTo>
                    <a:pt x="16604" y="6693"/>
                  </a:lnTo>
                  <a:lnTo>
                    <a:pt x="16552" y="7171"/>
                  </a:lnTo>
                  <a:lnTo>
                    <a:pt x="16475" y="7606"/>
                  </a:lnTo>
                  <a:lnTo>
                    <a:pt x="16347" y="7997"/>
                  </a:lnTo>
                  <a:lnTo>
                    <a:pt x="16245" y="8344"/>
                  </a:lnTo>
                  <a:lnTo>
                    <a:pt x="15835" y="9040"/>
                  </a:lnTo>
                  <a:lnTo>
                    <a:pt x="15630" y="9344"/>
                  </a:lnTo>
                  <a:lnTo>
                    <a:pt x="15092" y="9866"/>
                  </a:lnTo>
                  <a:lnTo>
                    <a:pt x="14528" y="10300"/>
                  </a:lnTo>
                  <a:lnTo>
                    <a:pt x="13888" y="10648"/>
                  </a:lnTo>
                  <a:lnTo>
                    <a:pt x="13196" y="10996"/>
                  </a:lnTo>
                  <a:lnTo>
                    <a:pt x="14272" y="13386"/>
                  </a:lnTo>
                  <a:lnTo>
                    <a:pt x="15451" y="16080"/>
                  </a:lnTo>
                  <a:lnTo>
                    <a:pt x="16604" y="18905"/>
                  </a:lnTo>
                  <a:lnTo>
                    <a:pt x="17654" y="21600"/>
                  </a:lnTo>
                  <a:lnTo>
                    <a:pt x="21600" y="21600"/>
                  </a:lnTo>
                  <a:lnTo>
                    <a:pt x="19166" y="16298"/>
                  </a:lnTo>
                  <a:lnTo>
                    <a:pt x="18115" y="13821"/>
                  </a:lnTo>
                  <a:lnTo>
                    <a:pt x="17167" y="11517"/>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grpSp>
      <p:sp>
        <p:nvSpPr>
          <p:cNvPr id="416" name="1行レイアウト タイトル/スライドタイトルを入力"/>
          <p:cNvSpPr txBox="1">
            <a:spLocks noGrp="1"/>
          </p:cNvSpPr>
          <p:nvPr>
            <p:ph type="title" hasCustomPrompt="1"/>
          </p:nvPr>
        </p:nvSpPr>
        <p:spPr>
          <a:xfrm>
            <a:off x="201000" y="259199"/>
            <a:ext cx="9504000" cy="673201"/>
          </a:xfrm>
          <a:prstGeom prst="rect">
            <a:avLst/>
          </a:prstGeom>
        </p:spPr>
        <p:txBody>
          <a:bodyPr>
            <a:normAutofit/>
          </a:bodyPr>
          <a:lstStyle/>
          <a:p>
            <a:r>
              <a:t>1行レイアウト タイトル/スライドタイトルを入力</a:t>
            </a:r>
          </a:p>
        </p:txBody>
      </p:sp>
      <p:sp>
        <p:nvSpPr>
          <p:cNvPr id="417" name="本文レベル1…"/>
          <p:cNvSpPr txBox="1">
            <a:spLocks noGrp="1"/>
          </p:cNvSpPr>
          <p:nvPr>
            <p:ph type="body" sz="quarter" idx="1" hasCustomPrompt="1"/>
          </p:nvPr>
        </p:nvSpPr>
        <p:spPr>
          <a:xfrm>
            <a:off x="201000" y="259199"/>
            <a:ext cx="9504000" cy="288926"/>
          </a:xfrm>
          <a:prstGeom prst="rect">
            <a:avLst/>
          </a:prstGeom>
        </p:spPr>
        <p:txBody>
          <a:bodyPr lIns="0" tIns="0" rIns="0" bIns="0" anchor="b">
            <a:normAutofit/>
          </a:bodyPr>
          <a:lstStyle>
            <a:lvl1pPr marL="0" indent="0">
              <a:spcBef>
                <a:spcPts val="0"/>
              </a:spcBef>
              <a:buClrTx/>
              <a:buSzTx/>
              <a:buNone/>
              <a:defRPr sz="1400" b="1">
                <a:solidFill>
                  <a:schemeClr val="accent1"/>
                </a:solidFill>
              </a:defRPr>
            </a:lvl1pPr>
            <a:lvl2pPr marL="0" indent="0">
              <a:spcBef>
                <a:spcPts val="0"/>
              </a:spcBef>
              <a:buClrTx/>
              <a:buSzTx/>
              <a:buNone/>
              <a:defRPr sz="1400" b="1">
                <a:solidFill>
                  <a:schemeClr val="accent1"/>
                </a:solidFill>
              </a:defRPr>
            </a:lvl2pPr>
            <a:lvl3pPr marL="0" indent="0">
              <a:spcBef>
                <a:spcPts val="0"/>
              </a:spcBef>
              <a:buClrTx/>
              <a:buSzTx/>
              <a:buNone/>
              <a:defRPr sz="1400" b="1">
                <a:solidFill>
                  <a:schemeClr val="accent1"/>
                </a:solidFill>
              </a:defRPr>
            </a:lvl3pPr>
            <a:lvl4pPr marL="0" indent="0">
              <a:spcBef>
                <a:spcPts val="0"/>
              </a:spcBef>
              <a:buClrTx/>
              <a:buSzTx/>
              <a:buNone/>
              <a:defRPr sz="1400" b="1">
                <a:solidFill>
                  <a:schemeClr val="accent1"/>
                </a:solidFill>
              </a:defRPr>
            </a:lvl4pPr>
            <a:lvl5pPr marL="0" indent="0">
              <a:spcBef>
                <a:spcPts val="0"/>
              </a:spcBef>
              <a:buClrTx/>
              <a:buSzTx/>
              <a:buNone/>
              <a:defRPr sz="1400" b="1">
                <a:solidFill>
                  <a:schemeClr val="accent1"/>
                </a:solidFill>
              </a:defRPr>
            </a:lvl5pPr>
          </a:lstStyle>
          <a:p>
            <a:r>
              <a:t>章タイトル/スライドタイトルを入力</a:t>
            </a:r>
          </a:p>
          <a:p>
            <a:pPr lvl="1"/>
            <a:endParaRPr/>
          </a:p>
          <a:p>
            <a:pPr lvl="2"/>
            <a:endParaRPr/>
          </a:p>
          <a:p>
            <a:pPr lvl="3"/>
            <a:endParaRPr/>
          </a:p>
          <a:p>
            <a:pPr lvl="4"/>
            <a:endParaRPr/>
          </a:p>
        </p:txBody>
      </p:sp>
    </p:spTree>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x">
  <p:cSld name="章＋1行タイトル+本文">
    <p:spTree>
      <p:nvGrpSpPr>
        <p:cNvPr id="1" name=""/>
        <p:cNvGrpSpPr/>
        <p:nvPr/>
      </p:nvGrpSpPr>
      <p:grpSpPr>
        <a:xfrm>
          <a:off x="0" y="0"/>
          <a:ext cx="0" cy="0"/>
          <a:chOff x="0" y="0"/>
          <a:chExt cx="0" cy="0"/>
        </a:xfrm>
      </p:grpSpPr>
      <p:sp>
        <p:nvSpPr>
          <p:cNvPr id="424" name="スライド番号"/>
          <p:cNvSpPr txBox="1">
            <a:spLocks noGrp="1"/>
          </p:cNvSpPr>
          <p:nvPr>
            <p:ph type="sldNum" sz="quarter" idx="2"/>
          </p:nvPr>
        </p:nvSpPr>
        <p:spPr>
          <a:xfrm>
            <a:off x="9723784" y="6620921"/>
            <a:ext cx="182217" cy="177801"/>
          </a:xfrm>
          <a:prstGeom prst="rect">
            <a:avLst/>
          </a:prstGeom>
        </p:spPr>
        <p:txBody>
          <a:bodyPr lIns="0" tIns="0" rIns="0" bIns="0"/>
          <a:lstStyle>
            <a:lvl1pPr>
              <a:defRPr>
                <a:solidFill>
                  <a:schemeClr val="accent1"/>
                </a:solidFill>
              </a:defRPr>
            </a:lvl1pPr>
          </a:lstStyle>
          <a:p>
            <a:fld id="{86CB4B4D-7CA3-9044-876B-883B54F8677D}" type="slidenum">
              <a:t>‹#›</a:t>
            </a:fld>
            <a:endParaRPr/>
          </a:p>
        </p:txBody>
      </p:sp>
      <p:sp>
        <p:nvSpPr>
          <p:cNvPr id="425" name="テキスト ボックス 10"/>
          <p:cNvSpPr txBox="1"/>
          <p:nvPr/>
        </p:nvSpPr>
        <p:spPr>
          <a:xfrm>
            <a:off x="5940298" y="6620361"/>
            <a:ext cx="3113892"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lgn="r">
              <a:defRPr sz="800">
                <a:solidFill>
                  <a:schemeClr val="accent1"/>
                </a:solidFill>
              </a:defRPr>
            </a:pPr>
            <a:r>
              <a:t>Copyrigh</a:t>
            </a:r>
            <a:r>
              <a:rPr spc="-1000"/>
              <a:t>t</a:t>
            </a:r>
            <a:r>
              <a:rPr>
                <a:solidFill>
                  <a:srgbClr val="001279"/>
                </a:solidFill>
              </a:rPr>
              <a:t>（C）</a:t>
            </a:r>
            <a:r>
              <a:t> Nomura Research Institute, Ltd. All rights reserved.</a:t>
            </a:r>
          </a:p>
        </p:txBody>
      </p:sp>
      <p:grpSp>
        <p:nvGrpSpPr>
          <p:cNvPr id="428" name="グループ化 11"/>
          <p:cNvGrpSpPr/>
          <p:nvPr/>
        </p:nvGrpSpPr>
        <p:grpSpPr>
          <a:xfrm>
            <a:off x="9129156" y="6620361"/>
            <a:ext cx="288340" cy="145026"/>
            <a:chOff x="0" y="0"/>
            <a:chExt cx="288338" cy="145025"/>
          </a:xfrm>
        </p:grpSpPr>
        <p:sp>
          <p:nvSpPr>
            <p:cNvPr id="426" name="Freeform 290"/>
            <p:cNvSpPr/>
            <p:nvPr/>
          </p:nvSpPr>
          <p:spPr>
            <a:xfrm>
              <a:off x="249737" y="584"/>
              <a:ext cx="38602" cy="14385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8" y="5312"/>
                  </a:lnTo>
                  <a:lnTo>
                    <a:pt x="1145" y="8034"/>
                  </a:lnTo>
                  <a:lnTo>
                    <a:pt x="1309" y="10800"/>
                  </a:lnTo>
                  <a:lnTo>
                    <a:pt x="1145" y="13610"/>
                  </a:lnTo>
                  <a:lnTo>
                    <a:pt x="818" y="16332"/>
                  </a:lnTo>
                  <a:lnTo>
                    <a:pt x="0" y="21600"/>
                  </a:lnTo>
                  <a:lnTo>
                    <a:pt x="21600" y="21600"/>
                  </a:lnTo>
                  <a:lnTo>
                    <a:pt x="20782" y="16332"/>
                  </a:lnTo>
                  <a:lnTo>
                    <a:pt x="20291" y="13610"/>
                  </a:lnTo>
                  <a:lnTo>
                    <a:pt x="20291" y="8034"/>
                  </a:lnTo>
                  <a:lnTo>
                    <a:pt x="20782" y="5312"/>
                  </a:lnTo>
                  <a:lnTo>
                    <a:pt x="21600" y="0"/>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sp>
          <p:nvSpPr>
            <p:cNvPr id="427" name="Freeform 291"/>
            <p:cNvSpPr/>
            <p:nvPr/>
          </p:nvSpPr>
          <p:spPr>
            <a:xfrm>
              <a:off x="-1" y="0"/>
              <a:ext cx="246230" cy="145026"/>
            </a:xfrm>
            <a:custGeom>
              <a:avLst/>
              <a:gdLst/>
              <a:ahLst/>
              <a:cxnLst>
                <a:cxn ang="0">
                  <a:pos x="wd2" y="hd2"/>
                </a:cxn>
                <a:cxn ang="5400000">
                  <a:pos x="wd2" y="hd2"/>
                </a:cxn>
                <a:cxn ang="10800000">
                  <a:pos x="wd2" y="hd2"/>
                </a:cxn>
                <a:cxn ang="16200000">
                  <a:pos x="wd2" y="hd2"/>
                </a:cxn>
              </a:cxnLst>
              <a:rect l="0" t="0" r="r" b="b"/>
              <a:pathLst>
                <a:path w="21600" h="21600" extrusionOk="0">
                  <a:moveTo>
                    <a:pt x="17167" y="11517"/>
                  </a:moveTo>
                  <a:lnTo>
                    <a:pt x="17859" y="11039"/>
                  </a:lnTo>
                  <a:lnTo>
                    <a:pt x="18423" y="10431"/>
                  </a:lnTo>
                  <a:lnTo>
                    <a:pt x="18961" y="9822"/>
                  </a:lnTo>
                  <a:lnTo>
                    <a:pt x="19396" y="9040"/>
                  </a:lnTo>
                  <a:lnTo>
                    <a:pt x="19730" y="8214"/>
                  </a:lnTo>
                  <a:lnTo>
                    <a:pt x="19986" y="7301"/>
                  </a:lnTo>
                  <a:lnTo>
                    <a:pt x="20088" y="6910"/>
                  </a:lnTo>
                  <a:lnTo>
                    <a:pt x="20140" y="6432"/>
                  </a:lnTo>
                  <a:lnTo>
                    <a:pt x="20191" y="5998"/>
                  </a:lnTo>
                  <a:lnTo>
                    <a:pt x="20191" y="4998"/>
                  </a:lnTo>
                  <a:lnTo>
                    <a:pt x="20140" y="4476"/>
                  </a:lnTo>
                  <a:lnTo>
                    <a:pt x="20088" y="3998"/>
                  </a:lnTo>
                  <a:lnTo>
                    <a:pt x="20011" y="3520"/>
                  </a:lnTo>
                  <a:lnTo>
                    <a:pt x="19883" y="3129"/>
                  </a:lnTo>
                  <a:lnTo>
                    <a:pt x="19730" y="2695"/>
                  </a:lnTo>
                  <a:lnTo>
                    <a:pt x="19601" y="2347"/>
                  </a:lnTo>
                  <a:lnTo>
                    <a:pt x="19396" y="1999"/>
                  </a:lnTo>
                  <a:lnTo>
                    <a:pt x="19012" y="1391"/>
                  </a:lnTo>
                  <a:lnTo>
                    <a:pt x="18551" y="956"/>
                  </a:lnTo>
                  <a:lnTo>
                    <a:pt x="18064" y="608"/>
                  </a:lnTo>
                  <a:lnTo>
                    <a:pt x="17500" y="348"/>
                  </a:lnTo>
                  <a:lnTo>
                    <a:pt x="16937" y="217"/>
                  </a:lnTo>
                  <a:lnTo>
                    <a:pt x="16322" y="87"/>
                  </a:lnTo>
                  <a:lnTo>
                    <a:pt x="15656" y="87"/>
                  </a:lnTo>
                  <a:lnTo>
                    <a:pt x="15015" y="0"/>
                  </a:lnTo>
                  <a:lnTo>
                    <a:pt x="13554" y="87"/>
                  </a:lnTo>
                  <a:lnTo>
                    <a:pt x="12043" y="130"/>
                  </a:lnTo>
                  <a:lnTo>
                    <a:pt x="10582" y="217"/>
                  </a:lnTo>
                  <a:lnTo>
                    <a:pt x="9327" y="217"/>
                  </a:lnTo>
                  <a:lnTo>
                    <a:pt x="9532" y="7258"/>
                  </a:lnTo>
                  <a:lnTo>
                    <a:pt x="9557" y="10561"/>
                  </a:lnTo>
                  <a:lnTo>
                    <a:pt x="9557" y="13603"/>
                  </a:lnTo>
                  <a:lnTo>
                    <a:pt x="7969" y="10518"/>
                  </a:lnTo>
                  <a:lnTo>
                    <a:pt x="6380" y="7171"/>
                  </a:lnTo>
                  <a:lnTo>
                    <a:pt x="4791" y="3738"/>
                  </a:lnTo>
                  <a:lnTo>
                    <a:pt x="3305" y="217"/>
                  </a:lnTo>
                  <a:lnTo>
                    <a:pt x="0" y="217"/>
                  </a:lnTo>
                  <a:lnTo>
                    <a:pt x="179" y="5476"/>
                  </a:lnTo>
                  <a:lnTo>
                    <a:pt x="205" y="8171"/>
                  </a:lnTo>
                  <a:lnTo>
                    <a:pt x="256" y="10909"/>
                  </a:lnTo>
                  <a:lnTo>
                    <a:pt x="205" y="13690"/>
                  </a:lnTo>
                  <a:lnTo>
                    <a:pt x="179" y="16385"/>
                  </a:lnTo>
                  <a:lnTo>
                    <a:pt x="0" y="21600"/>
                  </a:lnTo>
                  <a:lnTo>
                    <a:pt x="2742" y="21600"/>
                  </a:lnTo>
                  <a:lnTo>
                    <a:pt x="2562" y="17732"/>
                  </a:lnTo>
                  <a:lnTo>
                    <a:pt x="2485" y="13864"/>
                  </a:lnTo>
                  <a:lnTo>
                    <a:pt x="2434" y="10344"/>
                  </a:lnTo>
                  <a:lnTo>
                    <a:pt x="2434" y="7171"/>
                  </a:lnTo>
                  <a:lnTo>
                    <a:pt x="4151" y="10518"/>
                  </a:lnTo>
                  <a:lnTo>
                    <a:pt x="5893" y="14081"/>
                  </a:lnTo>
                  <a:lnTo>
                    <a:pt x="7661" y="17819"/>
                  </a:lnTo>
                  <a:lnTo>
                    <a:pt x="8456" y="19731"/>
                  </a:lnTo>
                  <a:lnTo>
                    <a:pt x="9275" y="21600"/>
                  </a:lnTo>
                  <a:lnTo>
                    <a:pt x="12120" y="21600"/>
                  </a:lnTo>
                  <a:lnTo>
                    <a:pt x="11991" y="16385"/>
                  </a:lnTo>
                  <a:lnTo>
                    <a:pt x="11966" y="13690"/>
                  </a:lnTo>
                  <a:lnTo>
                    <a:pt x="11915" y="10909"/>
                  </a:lnTo>
                  <a:lnTo>
                    <a:pt x="11915" y="6910"/>
                  </a:lnTo>
                  <a:lnTo>
                    <a:pt x="11991" y="2955"/>
                  </a:lnTo>
                  <a:lnTo>
                    <a:pt x="12863" y="2912"/>
                  </a:lnTo>
                  <a:lnTo>
                    <a:pt x="13913" y="2912"/>
                  </a:lnTo>
                  <a:lnTo>
                    <a:pt x="14554" y="2955"/>
                  </a:lnTo>
                  <a:lnTo>
                    <a:pt x="15143" y="3129"/>
                  </a:lnTo>
                  <a:lnTo>
                    <a:pt x="15630" y="3477"/>
                  </a:lnTo>
                  <a:lnTo>
                    <a:pt x="15835" y="3651"/>
                  </a:lnTo>
                  <a:lnTo>
                    <a:pt x="16142" y="4085"/>
                  </a:lnTo>
                  <a:lnTo>
                    <a:pt x="16270" y="4346"/>
                  </a:lnTo>
                  <a:lnTo>
                    <a:pt x="16475" y="4911"/>
                  </a:lnTo>
                  <a:lnTo>
                    <a:pt x="16604" y="5520"/>
                  </a:lnTo>
                  <a:lnTo>
                    <a:pt x="16629" y="6302"/>
                  </a:lnTo>
                  <a:lnTo>
                    <a:pt x="16604" y="6693"/>
                  </a:lnTo>
                  <a:lnTo>
                    <a:pt x="16552" y="7171"/>
                  </a:lnTo>
                  <a:lnTo>
                    <a:pt x="16475" y="7606"/>
                  </a:lnTo>
                  <a:lnTo>
                    <a:pt x="16347" y="7997"/>
                  </a:lnTo>
                  <a:lnTo>
                    <a:pt x="16245" y="8344"/>
                  </a:lnTo>
                  <a:lnTo>
                    <a:pt x="15835" y="9040"/>
                  </a:lnTo>
                  <a:lnTo>
                    <a:pt x="15630" y="9344"/>
                  </a:lnTo>
                  <a:lnTo>
                    <a:pt x="15092" y="9866"/>
                  </a:lnTo>
                  <a:lnTo>
                    <a:pt x="14528" y="10300"/>
                  </a:lnTo>
                  <a:lnTo>
                    <a:pt x="13888" y="10648"/>
                  </a:lnTo>
                  <a:lnTo>
                    <a:pt x="13196" y="10996"/>
                  </a:lnTo>
                  <a:lnTo>
                    <a:pt x="14272" y="13386"/>
                  </a:lnTo>
                  <a:lnTo>
                    <a:pt x="15451" y="16080"/>
                  </a:lnTo>
                  <a:lnTo>
                    <a:pt x="16604" y="18905"/>
                  </a:lnTo>
                  <a:lnTo>
                    <a:pt x="17654" y="21600"/>
                  </a:lnTo>
                  <a:lnTo>
                    <a:pt x="21600" y="21600"/>
                  </a:lnTo>
                  <a:lnTo>
                    <a:pt x="19166" y="16298"/>
                  </a:lnTo>
                  <a:lnTo>
                    <a:pt x="18115" y="13821"/>
                  </a:lnTo>
                  <a:lnTo>
                    <a:pt x="17167" y="11517"/>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grpSp>
      <p:sp>
        <p:nvSpPr>
          <p:cNvPr id="429" name="1行レイアウト タイトル/スライドタイトルを入力"/>
          <p:cNvSpPr txBox="1">
            <a:spLocks noGrp="1"/>
          </p:cNvSpPr>
          <p:nvPr>
            <p:ph type="title" hasCustomPrompt="1"/>
          </p:nvPr>
        </p:nvSpPr>
        <p:spPr>
          <a:xfrm>
            <a:off x="201000" y="259199"/>
            <a:ext cx="9504000" cy="673201"/>
          </a:xfrm>
          <a:prstGeom prst="rect">
            <a:avLst/>
          </a:prstGeom>
        </p:spPr>
        <p:txBody>
          <a:bodyPr>
            <a:normAutofit/>
          </a:bodyPr>
          <a:lstStyle/>
          <a:p>
            <a:r>
              <a:t>1行レイアウト タイトル/スライドタイトルを入力</a:t>
            </a:r>
          </a:p>
        </p:txBody>
      </p:sp>
      <p:sp>
        <p:nvSpPr>
          <p:cNvPr id="430" name="本文レベル1…"/>
          <p:cNvSpPr txBox="1">
            <a:spLocks noGrp="1"/>
          </p:cNvSpPr>
          <p:nvPr>
            <p:ph type="body" idx="1"/>
          </p:nvPr>
        </p:nvSpPr>
        <p:spPr>
          <a:xfrm>
            <a:off x="201000" y="1124744"/>
            <a:ext cx="9502776" cy="5328001"/>
          </a:xfrm>
          <a:prstGeom prst="rect">
            <a:avLst/>
          </a:prstGeom>
        </p:spPr>
        <p:txBody>
          <a:bodyPr>
            <a:normAutofit/>
          </a:bodyPr>
          <a:lstStyle/>
          <a:p>
            <a:r>
              <a:t>本文レベル1</a:t>
            </a:r>
          </a:p>
          <a:p>
            <a:pPr lvl="1"/>
            <a:r>
              <a:t>本文レベル2</a:t>
            </a:r>
          </a:p>
          <a:p>
            <a:pPr lvl="2"/>
            <a:r>
              <a:t>本文レベル3</a:t>
            </a:r>
          </a:p>
          <a:p>
            <a:pPr lvl="3"/>
            <a:r>
              <a:t>本文レベル4</a:t>
            </a:r>
          </a:p>
          <a:p>
            <a:pPr lvl="4"/>
            <a:r>
              <a:t>本文レベル5</a:t>
            </a:r>
          </a:p>
        </p:txBody>
      </p:sp>
      <p:sp>
        <p:nvSpPr>
          <p:cNvPr id="431" name="テキスト プレースホルダー 19"/>
          <p:cNvSpPr>
            <a:spLocks noGrp="1"/>
          </p:cNvSpPr>
          <p:nvPr>
            <p:ph type="body" sz="quarter" idx="21" hasCustomPrompt="1"/>
          </p:nvPr>
        </p:nvSpPr>
        <p:spPr>
          <a:xfrm>
            <a:off x="200999" y="259199"/>
            <a:ext cx="9504002" cy="288926"/>
          </a:xfrm>
          <a:prstGeom prst="rect">
            <a:avLst/>
          </a:prstGeom>
        </p:spPr>
        <p:txBody>
          <a:bodyPr lIns="0" tIns="0" rIns="0" bIns="0" anchor="b">
            <a:normAutofit/>
          </a:bodyPr>
          <a:lstStyle>
            <a:lvl1pPr marL="0" indent="0">
              <a:spcBef>
                <a:spcPts val="0"/>
              </a:spcBef>
              <a:buClrTx/>
              <a:buSzTx/>
              <a:buNone/>
              <a:defRPr sz="1400" b="1">
                <a:solidFill>
                  <a:schemeClr val="accent1"/>
                </a:solidFill>
              </a:defRPr>
            </a:lvl1pPr>
          </a:lstStyle>
          <a:p>
            <a:r>
              <a:t>章タイトル/スライドタイトルを入力</a:t>
            </a:r>
          </a:p>
        </p:txBody>
      </p:sp>
    </p:spTree>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x">
  <p:cSld name="章＋2行タイトル">
    <p:spTree>
      <p:nvGrpSpPr>
        <p:cNvPr id="1" name=""/>
        <p:cNvGrpSpPr/>
        <p:nvPr/>
      </p:nvGrpSpPr>
      <p:grpSpPr>
        <a:xfrm>
          <a:off x="0" y="0"/>
          <a:ext cx="0" cy="0"/>
          <a:chOff x="0" y="0"/>
          <a:chExt cx="0" cy="0"/>
        </a:xfrm>
      </p:grpSpPr>
      <p:sp>
        <p:nvSpPr>
          <p:cNvPr id="438" name="スライド番号"/>
          <p:cNvSpPr txBox="1">
            <a:spLocks noGrp="1"/>
          </p:cNvSpPr>
          <p:nvPr>
            <p:ph type="sldNum" sz="quarter" idx="2"/>
          </p:nvPr>
        </p:nvSpPr>
        <p:spPr>
          <a:xfrm>
            <a:off x="9723784" y="6620921"/>
            <a:ext cx="182217" cy="177801"/>
          </a:xfrm>
          <a:prstGeom prst="rect">
            <a:avLst/>
          </a:prstGeom>
        </p:spPr>
        <p:txBody>
          <a:bodyPr lIns="0" tIns="0" rIns="0" bIns="0"/>
          <a:lstStyle>
            <a:lvl1pPr>
              <a:defRPr>
                <a:solidFill>
                  <a:schemeClr val="accent1"/>
                </a:solidFill>
              </a:defRPr>
            </a:lvl1pPr>
          </a:lstStyle>
          <a:p>
            <a:fld id="{86CB4B4D-7CA3-9044-876B-883B54F8677D}" type="slidenum">
              <a:t>‹#›</a:t>
            </a:fld>
            <a:endParaRPr/>
          </a:p>
        </p:txBody>
      </p:sp>
      <p:sp>
        <p:nvSpPr>
          <p:cNvPr id="439" name="テキスト ボックス 10"/>
          <p:cNvSpPr txBox="1"/>
          <p:nvPr/>
        </p:nvSpPr>
        <p:spPr>
          <a:xfrm>
            <a:off x="5940298" y="6620361"/>
            <a:ext cx="3113892"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lgn="r">
              <a:defRPr sz="800">
                <a:solidFill>
                  <a:schemeClr val="accent1"/>
                </a:solidFill>
              </a:defRPr>
            </a:pPr>
            <a:r>
              <a:t>Copyrigh</a:t>
            </a:r>
            <a:r>
              <a:rPr spc="-1000"/>
              <a:t>t</a:t>
            </a:r>
            <a:r>
              <a:rPr>
                <a:solidFill>
                  <a:srgbClr val="001279"/>
                </a:solidFill>
              </a:rPr>
              <a:t>（C）</a:t>
            </a:r>
            <a:r>
              <a:t> Nomura Research Institute, Ltd. All rights reserved.</a:t>
            </a:r>
          </a:p>
        </p:txBody>
      </p:sp>
      <p:grpSp>
        <p:nvGrpSpPr>
          <p:cNvPr id="442" name="グループ化 11"/>
          <p:cNvGrpSpPr/>
          <p:nvPr/>
        </p:nvGrpSpPr>
        <p:grpSpPr>
          <a:xfrm>
            <a:off x="9129156" y="6620361"/>
            <a:ext cx="288340" cy="145026"/>
            <a:chOff x="0" y="0"/>
            <a:chExt cx="288338" cy="145025"/>
          </a:xfrm>
        </p:grpSpPr>
        <p:sp>
          <p:nvSpPr>
            <p:cNvPr id="440" name="Freeform 290"/>
            <p:cNvSpPr/>
            <p:nvPr/>
          </p:nvSpPr>
          <p:spPr>
            <a:xfrm>
              <a:off x="249737" y="584"/>
              <a:ext cx="38602" cy="14385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8" y="5312"/>
                  </a:lnTo>
                  <a:lnTo>
                    <a:pt x="1145" y="8034"/>
                  </a:lnTo>
                  <a:lnTo>
                    <a:pt x="1309" y="10800"/>
                  </a:lnTo>
                  <a:lnTo>
                    <a:pt x="1145" y="13610"/>
                  </a:lnTo>
                  <a:lnTo>
                    <a:pt x="818" y="16332"/>
                  </a:lnTo>
                  <a:lnTo>
                    <a:pt x="0" y="21600"/>
                  </a:lnTo>
                  <a:lnTo>
                    <a:pt x="21600" y="21600"/>
                  </a:lnTo>
                  <a:lnTo>
                    <a:pt x="20782" y="16332"/>
                  </a:lnTo>
                  <a:lnTo>
                    <a:pt x="20291" y="13610"/>
                  </a:lnTo>
                  <a:lnTo>
                    <a:pt x="20291" y="8034"/>
                  </a:lnTo>
                  <a:lnTo>
                    <a:pt x="20782" y="5312"/>
                  </a:lnTo>
                  <a:lnTo>
                    <a:pt x="21600" y="0"/>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sp>
          <p:nvSpPr>
            <p:cNvPr id="441" name="Freeform 291"/>
            <p:cNvSpPr/>
            <p:nvPr/>
          </p:nvSpPr>
          <p:spPr>
            <a:xfrm>
              <a:off x="-1" y="0"/>
              <a:ext cx="246230" cy="145026"/>
            </a:xfrm>
            <a:custGeom>
              <a:avLst/>
              <a:gdLst/>
              <a:ahLst/>
              <a:cxnLst>
                <a:cxn ang="0">
                  <a:pos x="wd2" y="hd2"/>
                </a:cxn>
                <a:cxn ang="5400000">
                  <a:pos x="wd2" y="hd2"/>
                </a:cxn>
                <a:cxn ang="10800000">
                  <a:pos x="wd2" y="hd2"/>
                </a:cxn>
                <a:cxn ang="16200000">
                  <a:pos x="wd2" y="hd2"/>
                </a:cxn>
              </a:cxnLst>
              <a:rect l="0" t="0" r="r" b="b"/>
              <a:pathLst>
                <a:path w="21600" h="21600" extrusionOk="0">
                  <a:moveTo>
                    <a:pt x="17167" y="11517"/>
                  </a:moveTo>
                  <a:lnTo>
                    <a:pt x="17859" y="11039"/>
                  </a:lnTo>
                  <a:lnTo>
                    <a:pt x="18423" y="10431"/>
                  </a:lnTo>
                  <a:lnTo>
                    <a:pt x="18961" y="9822"/>
                  </a:lnTo>
                  <a:lnTo>
                    <a:pt x="19396" y="9040"/>
                  </a:lnTo>
                  <a:lnTo>
                    <a:pt x="19730" y="8214"/>
                  </a:lnTo>
                  <a:lnTo>
                    <a:pt x="19986" y="7301"/>
                  </a:lnTo>
                  <a:lnTo>
                    <a:pt x="20088" y="6910"/>
                  </a:lnTo>
                  <a:lnTo>
                    <a:pt x="20140" y="6432"/>
                  </a:lnTo>
                  <a:lnTo>
                    <a:pt x="20191" y="5998"/>
                  </a:lnTo>
                  <a:lnTo>
                    <a:pt x="20191" y="4998"/>
                  </a:lnTo>
                  <a:lnTo>
                    <a:pt x="20140" y="4476"/>
                  </a:lnTo>
                  <a:lnTo>
                    <a:pt x="20088" y="3998"/>
                  </a:lnTo>
                  <a:lnTo>
                    <a:pt x="20011" y="3520"/>
                  </a:lnTo>
                  <a:lnTo>
                    <a:pt x="19883" y="3129"/>
                  </a:lnTo>
                  <a:lnTo>
                    <a:pt x="19730" y="2695"/>
                  </a:lnTo>
                  <a:lnTo>
                    <a:pt x="19601" y="2347"/>
                  </a:lnTo>
                  <a:lnTo>
                    <a:pt x="19396" y="1999"/>
                  </a:lnTo>
                  <a:lnTo>
                    <a:pt x="19012" y="1391"/>
                  </a:lnTo>
                  <a:lnTo>
                    <a:pt x="18551" y="956"/>
                  </a:lnTo>
                  <a:lnTo>
                    <a:pt x="18064" y="608"/>
                  </a:lnTo>
                  <a:lnTo>
                    <a:pt x="17500" y="348"/>
                  </a:lnTo>
                  <a:lnTo>
                    <a:pt x="16937" y="217"/>
                  </a:lnTo>
                  <a:lnTo>
                    <a:pt x="16322" y="87"/>
                  </a:lnTo>
                  <a:lnTo>
                    <a:pt x="15656" y="87"/>
                  </a:lnTo>
                  <a:lnTo>
                    <a:pt x="15015" y="0"/>
                  </a:lnTo>
                  <a:lnTo>
                    <a:pt x="13554" y="87"/>
                  </a:lnTo>
                  <a:lnTo>
                    <a:pt x="12043" y="130"/>
                  </a:lnTo>
                  <a:lnTo>
                    <a:pt x="10582" y="217"/>
                  </a:lnTo>
                  <a:lnTo>
                    <a:pt x="9327" y="217"/>
                  </a:lnTo>
                  <a:lnTo>
                    <a:pt x="9532" y="7258"/>
                  </a:lnTo>
                  <a:lnTo>
                    <a:pt x="9557" y="10561"/>
                  </a:lnTo>
                  <a:lnTo>
                    <a:pt x="9557" y="13603"/>
                  </a:lnTo>
                  <a:lnTo>
                    <a:pt x="7969" y="10518"/>
                  </a:lnTo>
                  <a:lnTo>
                    <a:pt x="6380" y="7171"/>
                  </a:lnTo>
                  <a:lnTo>
                    <a:pt x="4791" y="3738"/>
                  </a:lnTo>
                  <a:lnTo>
                    <a:pt x="3305" y="217"/>
                  </a:lnTo>
                  <a:lnTo>
                    <a:pt x="0" y="217"/>
                  </a:lnTo>
                  <a:lnTo>
                    <a:pt x="179" y="5476"/>
                  </a:lnTo>
                  <a:lnTo>
                    <a:pt x="205" y="8171"/>
                  </a:lnTo>
                  <a:lnTo>
                    <a:pt x="256" y="10909"/>
                  </a:lnTo>
                  <a:lnTo>
                    <a:pt x="205" y="13690"/>
                  </a:lnTo>
                  <a:lnTo>
                    <a:pt x="179" y="16385"/>
                  </a:lnTo>
                  <a:lnTo>
                    <a:pt x="0" y="21600"/>
                  </a:lnTo>
                  <a:lnTo>
                    <a:pt x="2742" y="21600"/>
                  </a:lnTo>
                  <a:lnTo>
                    <a:pt x="2562" y="17732"/>
                  </a:lnTo>
                  <a:lnTo>
                    <a:pt x="2485" y="13864"/>
                  </a:lnTo>
                  <a:lnTo>
                    <a:pt x="2434" y="10344"/>
                  </a:lnTo>
                  <a:lnTo>
                    <a:pt x="2434" y="7171"/>
                  </a:lnTo>
                  <a:lnTo>
                    <a:pt x="4151" y="10518"/>
                  </a:lnTo>
                  <a:lnTo>
                    <a:pt x="5893" y="14081"/>
                  </a:lnTo>
                  <a:lnTo>
                    <a:pt x="7661" y="17819"/>
                  </a:lnTo>
                  <a:lnTo>
                    <a:pt x="8456" y="19731"/>
                  </a:lnTo>
                  <a:lnTo>
                    <a:pt x="9275" y="21600"/>
                  </a:lnTo>
                  <a:lnTo>
                    <a:pt x="12120" y="21600"/>
                  </a:lnTo>
                  <a:lnTo>
                    <a:pt x="11991" y="16385"/>
                  </a:lnTo>
                  <a:lnTo>
                    <a:pt x="11966" y="13690"/>
                  </a:lnTo>
                  <a:lnTo>
                    <a:pt x="11915" y="10909"/>
                  </a:lnTo>
                  <a:lnTo>
                    <a:pt x="11915" y="6910"/>
                  </a:lnTo>
                  <a:lnTo>
                    <a:pt x="11991" y="2955"/>
                  </a:lnTo>
                  <a:lnTo>
                    <a:pt x="12863" y="2912"/>
                  </a:lnTo>
                  <a:lnTo>
                    <a:pt x="13913" y="2912"/>
                  </a:lnTo>
                  <a:lnTo>
                    <a:pt x="14554" y="2955"/>
                  </a:lnTo>
                  <a:lnTo>
                    <a:pt x="15143" y="3129"/>
                  </a:lnTo>
                  <a:lnTo>
                    <a:pt x="15630" y="3477"/>
                  </a:lnTo>
                  <a:lnTo>
                    <a:pt x="15835" y="3651"/>
                  </a:lnTo>
                  <a:lnTo>
                    <a:pt x="16142" y="4085"/>
                  </a:lnTo>
                  <a:lnTo>
                    <a:pt x="16270" y="4346"/>
                  </a:lnTo>
                  <a:lnTo>
                    <a:pt x="16475" y="4911"/>
                  </a:lnTo>
                  <a:lnTo>
                    <a:pt x="16604" y="5520"/>
                  </a:lnTo>
                  <a:lnTo>
                    <a:pt x="16629" y="6302"/>
                  </a:lnTo>
                  <a:lnTo>
                    <a:pt x="16604" y="6693"/>
                  </a:lnTo>
                  <a:lnTo>
                    <a:pt x="16552" y="7171"/>
                  </a:lnTo>
                  <a:lnTo>
                    <a:pt x="16475" y="7606"/>
                  </a:lnTo>
                  <a:lnTo>
                    <a:pt x="16347" y="7997"/>
                  </a:lnTo>
                  <a:lnTo>
                    <a:pt x="16245" y="8344"/>
                  </a:lnTo>
                  <a:lnTo>
                    <a:pt x="15835" y="9040"/>
                  </a:lnTo>
                  <a:lnTo>
                    <a:pt x="15630" y="9344"/>
                  </a:lnTo>
                  <a:lnTo>
                    <a:pt x="15092" y="9866"/>
                  </a:lnTo>
                  <a:lnTo>
                    <a:pt x="14528" y="10300"/>
                  </a:lnTo>
                  <a:lnTo>
                    <a:pt x="13888" y="10648"/>
                  </a:lnTo>
                  <a:lnTo>
                    <a:pt x="13196" y="10996"/>
                  </a:lnTo>
                  <a:lnTo>
                    <a:pt x="14272" y="13386"/>
                  </a:lnTo>
                  <a:lnTo>
                    <a:pt x="15451" y="16080"/>
                  </a:lnTo>
                  <a:lnTo>
                    <a:pt x="16604" y="18905"/>
                  </a:lnTo>
                  <a:lnTo>
                    <a:pt x="17654" y="21600"/>
                  </a:lnTo>
                  <a:lnTo>
                    <a:pt x="21600" y="21600"/>
                  </a:lnTo>
                  <a:lnTo>
                    <a:pt x="19166" y="16298"/>
                  </a:lnTo>
                  <a:lnTo>
                    <a:pt x="18115" y="13821"/>
                  </a:lnTo>
                  <a:lnTo>
                    <a:pt x="17167" y="11517"/>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grpSp>
      <p:sp>
        <p:nvSpPr>
          <p:cNvPr id="443" name="2行レイアウト タイトル/スライドタイトルを入力"/>
          <p:cNvSpPr txBox="1">
            <a:spLocks noGrp="1"/>
          </p:cNvSpPr>
          <p:nvPr>
            <p:ph type="title" hasCustomPrompt="1"/>
          </p:nvPr>
        </p:nvSpPr>
        <p:spPr>
          <a:xfrm>
            <a:off x="201000" y="259199"/>
            <a:ext cx="9504000" cy="979202"/>
          </a:xfrm>
          <a:prstGeom prst="rect">
            <a:avLst/>
          </a:prstGeom>
        </p:spPr>
        <p:txBody>
          <a:bodyPr>
            <a:normAutofit/>
          </a:bodyPr>
          <a:lstStyle/>
          <a:p>
            <a:r>
              <a:t>2行レイアウト タイトル/スライドタイトルを入力</a:t>
            </a:r>
          </a:p>
        </p:txBody>
      </p:sp>
      <p:sp>
        <p:nvSpPr>
          <p:cNvPr id="444" name="本文レベル1…"/>
          <p:cNvSpPr txBox="1">
            <a:spLocks noGrp="1"/>
          </p:cNvSpPr>
          <p:nvPr>
            <p:ph type="body" sz="quarter" idx="1" hasCustomPrompt="1"/>
          </p:nvPr>
        </p:nvSpPr>
        <p:spPr>
          <a:xfrm>
            <a:off x="201000" y="259199"/>
            <a:ext cx="9504000" cy="288926"/>
          </a:xfrm>
          <a:prstGeom prst="rect">
            <a:avLst/>
          </a:prstGeom>
        </p:spPr>
        <p:txBody>
          <a:bodyPr lIns="0" tIns="0" rIns="0" bIns="0" anchor="b">
            <a:normAutofit/>
          </a:bodyPr>
          <a:lstStyle>
            <a:lvl1pPr marL="0" indent="0">
              <a:spcBef>
                <a:spcPts val="0"/>
              </a:spcBef>
              <a:buClrTx/>
              <a:buSzTx/>
              <a:buNone/>
              <a:defRPr sz="1400" b="1">
                <a:solidFill>
                  <a:schemeClr val="accent1"/>
                </a:solidFill>
              </a:defRPr>
            </a:lvl1pPr>
            <a:lvl2pPr marL="0" indent="0">
              <a:spcBef>
                <a:spcPts val="0"/>
              </a:spcBef>
              <a:buClrTx/>
              <a:buSzTx/>
              <a:buNone/>
              <a:defRPr sz="1400" b="1">
                <a:solidFill>
                  <a:schemeClr val="accent1"/>
                </a:solidFill>
              </a:defRPr>
            </a:lvl2pPr>
            <a:lvl3pPr marL="0" indent="0">
              <a:spcBef>
                <a:spcPts val="0"/>
              </a:spcBef>
              <a:buClrTx/>
              <a:buSzTx/>
              <a:buNone/>
              <a:defRPr sz="1400" b="1">
                <a:solidFill>
                  <a:schemeClr val="accent1"/>
                </a:solidFill>
              </a:defRPr>
            </a:lvl3pPr>
            <a:lvl4pPr marL="0" indent="0">
              <a:spcBef>
                <a:spcPts val="0"/>
              </a:spcBef>
              <a:buClrTx/>
              <a:buSzTx/>
              <a:buNone/>
              <a:defRPr sz="1400" b="1">
                <a:solidFill>
                  <a:schemeClr val="accent1"/>
                </a:solidFill>
              </a:defRPr>
            </a:lvl4pPr>
            <a:lvl5pPr marL="0" indent="0">
              <a:spcBef>
                <a:spcPts val="0"/>
              </a:spcBef>
              <a:buClrTx/>
              <a:buSzTx/>
              <a:buNone/>
              <a:defRPr sz="1400" b="1">
                <a:solidFill>
                  <a:schemeClr val="accent1"/>
                </a:solidFill>
              </a:defRPr>
            </a:lvl5pPr>
          </a:lstStyle>
          <a:p>
            <a:r>
              <a:t>章タイトル/スライドタイトルを入力</a:t>
            </a:r>
          </a:p>
          <a:p>
            <a:pPr lvl="1"/>
            <a:endParaRPr/>
          </a:p>
          <a:p>
            <a:pPr lvl="2"/>
            <a:endParaRPr/>
          </a:p>
          <a:p>
            <a:pPr lvl="3"/>
            <a:endParaRPr/>
          </a:p>
          <a:p>
            <a:pPr lvl="4"/>
            <a:endParaRPr/>
          </a:p>
        </p:txBody>
      </p:sp>
    </p:spTree>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x">
  <p:cSld name="章＋2行タイトル+本文">
    <p:spTree>
      <p:nvGrpSpPr>
        <p:cNvPr id="1" name=""/>
        <p:cNvGrpSpPr/>
        <p:nvPr/>
      </p:nvGrpSpPr>
      <p:grpSpPr>
        <a:xfrm>
          <a:off x="0" y="0"/>
          <a:ext cx="0" cy="0"/>
          <a:chOff x="0" y="0"/>
          <a:chExt cx="0" cy="0"/>
        </a:xfrm>
      </p:grpSpPr>
      <p:sp>
        <p:nvSpPr>
          <p:cNvPr id="451" name="スライド番号"/>
          <p:cNvSpPr txBox="1">
            <a:spLocks noGrp="1"/>
          </p:cNvSpPr>
          <p:nvPr>
            <p:ph type="sldNum" sz="quarter" idx="2"/>
          </p:nvPr>
        </p:nvSpPr>
        <p:spPr>
          <a:xfrm>
            <a:off x="9723784" y="6620921"/>
            <a:ext cx="182217" cy="177801"/>
          </a:xfrm>
          <a:prstGeom prst="rect">
            <a:avLst/>
          </a:prstGeom>
        </p:spPr>
        <p:txBody>
          <a:bodyPr lIns="0" tIns="0" rIns="0" bIns="0"/>
          <a:lstStyle>
            <a:lvl1pPr>
              <a:defRPr>
                <a:solidFill>
                  <a:schemeClr val="accent1"/>
                </a:solidFill>
              </a:defRPr>
            </a:lvl1pPr>
          </a:lstStyle>
          <a:p>
            <a:fld id="{86CB4B4D-7CA3-9044-876B-883B54F8677D}" type="slidenum">
              <a:t>‹#›</a:t>
            </a:fld>
            <a:endParaRPr/>
          </a:p>
        </p:txBody>
      </p:sp>
      <p:sp>
        <p:nvSpPr>
          <p:cNvPr id="452" name="テキスト ボックス 10"/>
          <p:cNvSpPr txBox="1"/>
          <p:nvPr/>
        </p:nvSpPr>
        <p:spPr>
          <a:xfrm>
            <a:off x="5940298" y="6620361"/>
            <a:ext cx="3113892"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lgn="r">
              <a:defRPr sz="800">
                <a:solidFill>
                  <a:schemeClr val="accent1"/>
                </a:solidFill>
              </a:defRPr>
            </a:pPr>
            <a:r>
              <a:t>Copyrigh</a:t>
            </a:r>
            <a:r>
              <a:rPr spc="-1000"/>
              <a:t>t</a:t>
            </a:r>
            <a:r>
              <a:rPr>
                <a:solidFill>
                  <a:srgbClr val="001279"/>
                </a:solidFill>
              </a:rPr>
              <a:t>（C）</a:t>
            </a:r>
            <a:r>
              <a:t> Nomura Research Institute, Ltd. All rights reserved.</a:t>
            </a:r>
          </a:p>
        </p:txBody>
      </p:sp>
      <p:grpSp>
        <p:nvGrpSpPr>
          <p:cNvPr id="455" name="グループ化 11"/>
          <p:cNvGrpSpPr/>
          <p:nvPr/>
        </p:nvGrpSpPr>
        <p:grpSpPr>
          <a:xfrm>
            <a:off x="9129156" y="6620361"/>
            <a:ext cx="288340" cy="145026"/>
            <a:chOff x="0" y="0"/>
            <a:chExt cx="288338" cy="145025"/>
          </a:xfrm>
        </p:grpSpPr>
        <p:sp>
          <p:nvSpPr>
            <p:cNvPr id="453" name="Freeform 290"/>
            <p:cNvSpPr/>
            <p:nvPr/>
          </p:nvSpPr>
          <p:spPr>
            <a:xfrm>
              <a:off x="249737" y="584"/>
              <a:ext cx="38602" cy="14385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8" y="5312"/>
                  </a:lnTo>
                  <a:lnTo>
                    <a:pt x="1145" y="8034"/>
                  </a:lnTo>
                  <a:lnTo>
                    <a:pt x="1309" y="10800"/>
                  </a:lnTo>
                  <a:lnTo>
                    <a:pt x="1145" y="13610"/>
                  </a:lnTo>
                  <a:lnTo>
                    <a:pt x="818" y="16332"/>
                  </a:lnTo>
                  <a:lnTo>
                    <a:pt x="0" y="21600"/>
                  </a:lnTo>
                  <a:lnTo>
                    <a:pt x="21600" y="21600"/>
                  </a:lnTo>
                  <a:lnTo>
                    <a:pt x="20782" y="16332"/>
                  </a:lnTo>
                  <a:lnTo>
                    <a:pt x="20291" y="13610"/>
                  </a:lnTo>
                  <a:lnTo>
                    <a:pt x="20291" y="8034"/>
                  </a:lnTo>
                  <a:lnTo>
                    <a:pt x="20782" y="5312"/>
                  </a:lnTo>
                  <a:lnTo>
                    <a:pt x="21600" y="0"/>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sp>
          <p:nvSpPr>
            <p:cNvPr id="454" name="Freeform 291"/>
            <p:cNvSpPr/>
            <p:nvPr/>
          </p:nvSpPr>
          <p:spPr>
            <a:xfrm>
              <a:off x="-1" y="0"/>
              <a:ext cx="246230" cy="145026"/>
            </a:xfrm>
            <a:custGeom>
              <a:avLst/>
              <a:gdLst/>
              <a:ahLst/>
              <a:cxnLst>
                <a:cxn ang="0">
                  <a:pos x="wd2" y="hd2"/>
                </a:cxn>
                <a:cxn ang="5400000">
                  <a:pos x="wd2" y="hd2"/>
                </a:cxn>
                <a:cxn ang="10800000">
                  <a:pos x="wd2" y="hd2"/>
                </a:cxn>
                <a:cxn ang="16200000">
                  <a:pos x="wd2" y="hd2"/>
                </a:cxn>
              </a:cxnLst>
              <a:rect l="0" t="0" r="r" b="b"/>
              <a:pathLst>
                <a:path w="21600" h="21600" extrusionOk="0">
                  <a:moveTo>
                    <a:pt x="17167" y="11517"/>
                  </a:moveTo>
                  <a:lnTo>
                    <a:pt x="17859" y="11039"/>
                  </a:lnTo>
                  <a:lnTo>
                    <a:pt x="18423" y="10431"/>
                  </a:lnTo>
                  <a:lnTo>
                    <a:pt x="18961" y="9822"/>
                  </a:lnTo>
                  <a:lnTo>
                    <a:pt x="19396" y="9040"/>
                  </a:lnTo>
                  <a:lnTo>
                    <a:pt x="19730" y="8214"/>
                  </a:lnTo>
                  <a:lnTo>
                    <a:pt x="19986" y="7301"/>
                  </a:lnTo>
                  <a:lnTo>
                    <a:pt x="20088" y="6910"/>
                  </a:lnTo>
                  <a:lnTo>
                    <a:pt x="20140" y="6432"/>
                  </a:lnTo>
                  <a:lnTo>
                    <a:pt x="20191" y="5998"/>
                  </a:lnTo>
                  <a:lnTo>
                    <a:pt x="20191" y="4998"/>
                  </a:lnTo>
                  <a:lnTo>
                    <a:pt x="20140" y="4476"/>
                  </a:lnTo>
                  <a:lnTo>
                    <a:pt x="20088" y="3998"/>
                  </a:lnTo>
                  <a:lnTo>
                    <a:pt x="20011" y="3520"/>
                  </a:lnTo>
                  <a:lnTo>
                    <a:pt x="19883" y="3129"/>
                  </a:lnTo>
                  <a:lnTo>
                    <a:pt x="19730" y="2695"/>
                  </a:lnTo>
                  <a:lnTo>
                    <a:pt x="19601" y="2347"/>
                  </a:lnTo>
                  <a:lnTo>
                    <a:pt x="19396" y="1999"/>
                  </a:lnTo>
                  <a:lnTo>
                    <a:pt x="19012" y="1391"/>
                  </a:lnTo>
                  <a:lnTo>
                    <a:pt x="18551" y="956"/>
                  </a:lnTo>
                  <a:lnTo>
                    <a:pt x="18064" y="608"/>
                  </a:lnTo>
                  <a:lnTo>
                    <a:pt x="17500" y="348"/>
                  </a:lnTo>
                  <a:lnTo>
                    <a:pt x="16937" y="217"/>
                  </a:lnTo>
                  <a:lnTo>
                    <a:pt x="16322" y="87"/>
                  </a:lnTo>
                  <a:lnTo>
                    <a:pt x="15656" y="87"/>
                  </a:lnTo>
                  <a:lnTo>
                    <a:pt x="15015" y="0"/>
                  </a:lnTo>
                  <a:lnTo>
                    <a:pt x="13554" y="87"/>
                  </a:lnTo>
                  <a:lnTo>
                    <a:pt x="12043" y="130"/>
                  </a:lnTo>
                  <a:lnTo>
                    <a:pt x="10582" y="217"/>
                  </a:lnTo>
                  <a:lnTo>
                    <a:pt x="9327" y="217"/>
                  </a:lnTo>
                  <a:lnTo>
                    <a:pt x="9532" y="7258"/>
                  </a:lnTo>
                  <a:lnTo>
                    <a:pt x="9557" y="10561"/>
                  </a:lnTo>
                  <a:lnTo>
                    <a:pt x="9557" y="13603"/>
                  </a:lnTo>
                  <a:lnTo>
                    <a:pt x="7969" y="10518"/>
                  </a:lnTo>
                  <a:lnTo>
                    <a:pt x="6380" y="7171"/>
                  </a:lnTo>
                  <a:lnTo>
                    <a:pt x="4791" y="3738"/>
                  </a:lnTo>
                  <a:lnTo>
                    <a:pt x="3305" y="217"/>
                  </a:lnTo>
                  <a:lnTo>
                    <a:pt x="0" y="217"/>
                  </a:lnTo>
                  <a:lnTo>
                    <a:pt x="179" y="5476"/>
                  </a:lnTo>
                  <a:lnTo>
                    <a:pt x="205" y="8171"/>
                  </a:lnTo>
                  <a:lnTo>
                    <a:pt x="256" y="10909"/>
                  </a:lnTo>
                  <a:lnTo>
                    <a:pt x="205" y="13690"/>
                  </a:lnTo>
                  <a:lnTo>
                    <a:pt x="179" y="16385"/>
                  </a:lnTo>
                  <a:lnTo>
                    <a:pt x="0" y="21600"/>
                  </a:lnTo>
                  <a:lnTo>
                    <a:pt x="2742" y="21600"/>
                  </a:lnTo>
                  <a:lnTo>
                    <a:pt x="2562" y="17732"/>
                  </a:lnTo>
                  <a:lnTo>
                    <a:pt x="2485" y="13864"/>
                  </a:lnTo>
                  <a:lnTo>
                    <a:pt x="2434" y="10344"/>
                  </a:lnTo>
                  <a:lnTo>
                    <a:pt x="2434" y="7171"/>
                  </a:lnTo>
                  <a:lnTo>
                    <a:pt x="4151" y="10518"/>
                  </a:lnTo>
                  <a:lnTo>
                    <a:pt x="5893" y="14081"/>
                  </a:lnTo>
                  <a:lnTo>
                    <a:pt x="7661" y="17819"/>
                  </a:lnTo>
                  <a:lnTo>
                    <a:pt x="8456" y="19731"/>
                  </a:lnTo>
                  <a:lnTo>
                    <a:pt x="9275" y="21600"/>
                  </a:lnTo>
                  <a:lnTo>
                    <a:pt x="12120" y="21600"/>
                  </a:lnTo>
                  <a:lnTo>
                    <a:pt x="11991" y="16385"/>
                  </a:lnTo>
                  <a:lnTo>
                    <a:pt x="11966" y="13690"/>
                  </a:lnTo>
                  <a:lnTo>
                    <a:pt x="11915" y="10909"/>
                  </a:lnTo>
                  <a:lnTo>
                    <a:pt x="11915" y="6910"/>
                  </a:lnTo>
                  <a:lnTo>
                    <a:pt x="11991" y="2955"/>
                  </a:lnTo>
                  <a:lnTo>
                    <a:pt x="12863" y="2912"/>
                  </a:lnTo>
                  <a:lnTo>
                    <a:pt x="13913" y="2912"/>
                  </a:lnTo>
                  <a:lnTo>
                    <a:pt x="14554" y="2955"/>
                  </a:lnTo>
                  <a:lnTo>
                    <a:pt x="15143" y="3129"/>
                  </a:lnTo>
                  <a:lnTo>
                    <a:pt x="15630" y="3477"/>
                  </a:lnTo>
                  <a:lnTo>
                    <a:pt x="15835" y="3651"/>
                  </a:lnTo>
                  <a:lnTo>
                    <a:pt x="16142" y="4085"/>
                  </a:lnTo>
                  <a:lnTo>
                    <a:pt x="16270" y="4346"/>
                  </a:lnTo>
                  <a:lnTo>
                    <a:pt x="16475" y="4911"/>
                  </a:lnTo>
                  <a:lnTo>
                    <a:pt x="16604" y="5520"/>
                  </a:lnTo>
                  <a:lnTo>
                    <a:pt x="16629" y="6302"/>
                  </a:lnTo>
                  <a:lnTo>
                    <a:pt x="16604" y="6693"/>
                  </a:lnTo>
                  <a:lnTo>
                    <a:pt x="16552" y="7171"/>
                  </a:lnTo>
                  <a:lnTo>
                    <a:pt x="16475" y="7606"/>
                  </a:lnTo>
                  <a:lnTo>
                    <a:pt x="16347" y="7997"/>
                  </a:lnTo>
                  <a:lnTo>
                    <a:pt x="16245" y="8344"/>
                  </a:lnTo>
                  <a:lnTo>
                    <a:pt x="15835" y="9040"/>
                  </a:lnTo>
                  <a:lnTo>
                    <a:pt x="15630" y="9344"/>
                  </a:lnTo>
                  <a:lnTo>
                    <a:pt x="15092" y="9866"/>
                  </a:lnTo>
                  <a:lnTo>
                    <a:pt x="14528" y="10300"/>
                  </a:lnTo>
                  <a:lnTo>
                    <a:pt x="13888" y="10648"/>
                  </a:lnTo>
                  <a:lnTo>
                    <a:pt x="13196" y="10996"/>
                  </a:lnTo>
                  <a:lnTo>
                    <a:pt x="14272" y="13386"/>
                  </a:lnTo>
                  <a:lnTo>
                    <a:pt x="15451" y="16080"/>
                  </a:lnTo>
                  <a:lnTo>
                    <a:pt x="16604" y="18905"/>
                  </a:lnTo>
                  <a:lnTo>
                    <a:pt x="17654" y="21600"/>
                  </a:lnTo>
                  <a:lnTo>
                    <a:pt x="21600" y="21600"/>
                  </a:lnTo>
                  <a:lnTo>
                    <a:pt x="19166" y="16298"/>
                  </a:lnTo>
                  <a:lnTo>
                    <a:pt x="18115" y="13821"/>
                  </a:lnTo>
                  <a:lnTo>
                    <a:pt x="17167" y="11517"/>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grpSp>
      <p:sp>
        <p:nvSpPr>
          <p:cNvPr id="456" name="2行レイアウト タイトル/スライドタイトルを入力"/>
          <p:cNvSpPr txBox="1">
            <a:spLocks noGrp="1"/>
          </p:cNvSpPr>
          <p:nvPr>
            <p:ph type="title" hasCustomPrompt="1"/>
          </p:nvPr>
        </p:nvSpPr>
        <p:spPr>
          <a:xfrm>
            <a:off x="201000" y="259199"/>
            <a:ext cx="9504000" cy="979202"/>
          </a:xfrm>
          <a:prstGeom prst="rect">
            <a:avLst/>
          </a:prstGeom>
        </p:spPr>
        <p:txBody>
          <a:bodyPr>
            <a:normAutofit/>
          </a:bodyPr>
          <a:lstStyle/>
          <a:p>
            <a:r>
              <a:t>2行レイアウト タイトル/スライドタイトルを入力</a:t>
            </a:r>
          </a:p>
        </p:txBody>
      </p:sp>
      <p:sp>
        <p:nvSpPr>
          <p:cNvPr id="457" name="本文レベル1…"/>
          <p:cNvSpPr txBox="1">
            <a:spLocks noGrp="1"/>
          </p:cNvSpPr>
          <p:nvPr>
            <p:ph type="body" idx="1"/>
          </p:nvPr>
        </p:nvSpPr>
        <p:spPr>
          <a:xfrm>
            <a:off x="201000" y="1485335"/>
            <a:ext cx="9502776" cy="4968001"/>
          </a:xfrm>
          <a:prstGeom prst="rect">
            <a:avLst/>
          </a:prstGeom>
        </p:spPr>
        <p:txBody>
          <a:bodyPr>
            <a:normAutofit/>
          </a:bodyPr>
          <a:lstStyle/>
          <a:p>
            <a:r>
              <a:t>本文レベル1</a:t>
            </a:r>
          </a:p>
          <a:p>
            <a:pPr lvl="1"/>
            <a:r>
              <a:t>本文レベル2</a:t>
            </a:r>
          </a:p>
          <a:p>
            <a:pPr lvl="2"/>
            <a:r>
              <a:t>本文レベル3</a:t>
            </a:r>
          </a:p>
          <a:p>
            <a:pPr lvl="3"/>
            <a:r>
              <a:t>本文レベル4</a:t>
            </a:r>
          </a:p>
          <a:p>
            <a:pPr lvl="4"/>
            <a:r>
              <a:t>本文レベル5</a:t>
            </a:r>
          </a:p>
        </p:txBody>
      </p:sp>
      <p:sp>
        <p:nvSpPr>
          <p:cNvPr id="458" name="テキスト プレースホルダー 19"/>
          <p:cNvSpPr>
            <a:spLocks noGrp="1"/>
          </p:cNvSpPr>
          <p:nvPr>
            <p:ph type="body" sz="quarter" idx="21" hasCustomPrompt="1"/>
          </p:nvPr>
        </p:nvSpPr>
        <p:spPr>
          <a:xfrm>
            <a:off x="200999" y="259199"/>
            <a:ext cx="9504002" cy="288926"/>
          </a:xfrm>
          <a:prstGeom prst="rect">
            <a:avLst/>
          </a:prstGeom>
        </p:spPr>
        <p:txBody>
          <a:bodyPr lIns="0" tIns="0" rIns="0" bIns="0" anchor="b">
            <a:normAutofit/>
          </a:bodyPr>
          <a:lstStyle>
            <a:lvl1pPr marL="0" indent="0">
              <a:spcBef>
                <a:spcPts val="0"/>
              </a:spcBef>
              <a:buClrTx/>
              <a:buSzTx/>
              <a:buNone/>
              <a:defRPr sz="1400" b="1">
                <a:solidFill>
                  <a:schemeClr val="accent1"/>
                </a:solidFill>
              </a:defRPr>
            </a:lvl1pPr>
          </a:lstStyle>
          <a:p>
            <a:r>
              <a:t>章タイトル/スライドタイトルを入力</a:t>
            </a:r>
          </a:p>
        </p:txBody>
      </p:sp>
    </p:spTree>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x">
  <p:cSld name="プロフィール">
    <p:spTree>
      <p:nvGrpSpPr>
        <p:cNvPr id="1" name=""/>
        <p:cNvGrpSpPr/>
        <p:nvPr/>
      </p:nvGrpSpPr>
      <p:grpSpPr>
        <a:xfrm>
          <a:off x="0" y="0"/>
          <a:ext cx="0" cy="0"/>
          <a:chOff x="0" y="0"/>
          <a:chExt cx="0" cy="0"/>
        </a:xfrm>
      </p:grpSpPr>
      <p:sp>
        <p:nvSpPr>
          <p:cNvPr id="465" name="スライド番号"/>
          <p:cNvSpPr txBox="1">
            <a:spLocks noGrp="1"/>
          </p:cNvSpPr>
          <p:nvPr>
            <p:ph type="sldNum" sz="quarter" idx="2"/>
          </p:nvPr>
        </p:nvSpPr>
        <p:spPr>
          <a:xfrm>
            <a:off x="9723784" y="6620921"/>
            <a:ext cx="182217" cy="177801"/>
          </a:xfrm>
          <a:prstGeom prst="rect">
            <a:avLst/>
          </a:prstGeom>
        </p:spPr>
        <p:txBody>
          <a:bodyPr lIns="0" tIns="0" rIns="0" bIns="0"/>
          <a:lstStyle>
            <a:lvl1pPr>
              <a:defRPr>
                <a:solidFill>
                  <a:schemeClr val="accent1"/>
                </a:solidFill>
              </a:defRPr>
            </a:lvl1pPr>
          </a:lstStyle>
          <a:p>
            <a:fld id="{86CB4B4D-7CA3-9044-876B-883B54F8677D}" type="slidenum">
              <a:t>‹#›</a:t>
            </a:fld>
            <a:endParaRPr/>
          </a:p>
        </p:txBody>
      </p:sp>
      <p:sp>
        <p:nvSpPr>
          <p:cNvPr id="466" name="テキスト ボックス 10"/>
          <p:cNvSpPr txBox="1"/>
          <p:nvPr/>
        </p:nvSpPr>
        <p:spPr>
          <a:xfrm>
            <a:off x="5940298" y="6620361"/>
            <a:ext cx="3113892"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lgn="r">
              <a:defRPr sz="800">
                <a:solidFill>
                  <a:schemeClr val="accent1"/>
                </a:solidFill>
              </a:defRPr>
            </a:pPr>
            <a:r>
              <a:t>Copyrigh</a:t>
            </a:r>
            <a:r>
              <a:rPr spc="-1000"/>
              <a:t>t</a:t>
            </a:r>
            <a:r>
              <a:rPr>
                <a:solidFill>
                  <a:srgbClr val="001279"/>
                </a:solidFill>
              </a:rPr>
              <a:t>（C）</a:t>
            </a:r>
            <a:r>
              <a:t> Nomura Research Institute, Ltd. All rights reserved.</a:t>
            </a:r>
          </a:p>
        </p:txBody>
      </p:sp>
      <p:grpSp>
        <p:nvGrpSpPr>
          <p:cNvPr id="469" name="グループ化 11"/>
          <p:cNvGrpSpPr/>
          <p:nvPr/>
        </p:nvGrpSpPr>
        <p:grpSpPr>
          <a:xfrm>
            <a:off x="9129156" y="6620361"/>
            <a:ext cx="288340" cy="145026"/>
            <a:chOff x="0" y="0"/>
            <a:chExt cx="288338" cy="145025"/>
          </a:xfrm>
        </p:grpSpPr>
        <p:sp>
          <p:nvSpPr>
            <p:cNvPr id="467" name="Freeform 290"/>
            <p:cNvSpPr/>
            <p:nvPr/>
          </p:nvSpPr>
          <p:spPr>
            <a:xfrm>
              <a:off x="249737" y="584"/>
              <a:ext cx="38602" cy="14385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8" y="5312"/>
                  </a:lnTo>
                  <a:lnTo>
                    <a:pt x="1145" y="8034"/>
                  </a:lnTo>
                  <a:lnTo>
                    <a:pt x="1309" y="10800"/>
                  </a:lnTo>
                  <a:lnTo>
                    <a:pt x="1145" y="13610"/>
                  </a:lnTo>
                  <a:lnTo>
                    <a:pt x="818" y="16332"/>
                  </a:lnTo>
                  <a:lnTo>
                    <a:pt x="0" y="21600"/>
                  </a:lnTo>
                  <a:lnTo>
                    <a:pt x="21600" y="21600"/>
                  </a:lnTo>
                  <a:lnTo>
                    <a:pt x="20782" y="16332"/>
                  </a:lnTo>
                  <a:lnTo>
                    <a:pt x="20291" y="13610"/>
                  </a:lnTo>
                  <a:lnTo>
                    <a:pt x="20291" y="8034"/>
                  </a:lnTo>
                  <a:lnTo>
                    <a:pt x="20782" y="5312"/>
                  </a:lnTo>
                  <a:lnTo>
                    <a:pt x="21600" y="0"/>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sp>
          <p:nvSpPr>
            <p:cNvPr id="468" name="Freeform 291"/>
            <p:cNvSpPr/>
            <p:nvPr/>
          </p:nvSpPr>
          <p:spPr>
            <a:xfrm>
              <a:off x="-1" y="0"/>
              <a:ext cx="246230" cy="145026"/>
            </a:xfrm>
            <a:custGeom>
              <a:avLst/>
              <a:gdLst/>
              <a:ahLst/>
              <a:cxnLst>
                <a:cxn ang="0">
                  <a:pos x="wd2" y="hd2"/>
                </a:cxn>
                <a:cxn ang="5400000">
                  <a:pos x="wd2" y="hd2"/>
                </a:cxn>
                <a:cxn ang="10800000">
                  <a:pos x="wd2" y="hd2"/>
                </a:cxn>
                <a:cxn ang="16200000">
                  <a:pos x="wd2" y="hd2"/>
                </a:cxn>
              </a:cxnLst>
              <a:rect l="0" t="0" r="r" b="b"/>
              <a:pathLst>
                <a:path w="21600" h="21600" extrusionOk="0">
                  <a:moveTo>
                    <a:pt x="17167" y="11517"/>
                  </a:moveTo>
                  <a:lnTo>
                    <a:pt x="17859" y="11039"/>
                  </a:lnTo>
                  <a:lnTo>
                    <a:pt x="18423" y="10431"/>
                  </a:lnTo>
                  <a:lnTo>
                    <a:pt x="18961" y="9822"/>
                  </a:lnTo>
                  <a:lnTo>
                    <a:pt x="19396" y="9040"/>
                  </a:lnTo>
                  <a:lnTo>
                    <a:pt x="19730" y="8214"/>
                  </a:lnTo>
                  <a:lnTo>
                    <a:pt x="19986" y="7301"/>
                  </a:lnTo>
                  <a:lnTo>
                    <a:pt x="20088" y="6910"/>
                  </a:lnTo>
                  <a:lnTo>
                    <a:pt x="20140" y="6432"/>
                  </a:lnTo>
                  <a:lnTo>
                    <a:pt x="20191" y="5998"/>
                  </a:lnTo>
                  <a:lnTo>
                    <a:pt x="20191" y="4998"/>
                  </a:lnTo>
                  <a:lnTo>
                    <a:pt x="20140" y="4476"/>
                  </a:lnTo>
                  <a:lnTo>
                    <a:pt x="20088" y="3998"/>
                  </a:lnTo>
                  <a:lnTo>
                    <a:pt x="20011" y="3520"/>
                  </a:lnTo>
                  <a:lnTo>
                    <a:pt x="19883" y="3129"/>
                  </a:lnTo>
                  <a:lnTo>
                    <a:pt x="19730" y="2695"/>
                  </a:lnTo>
                  <a:lnTo>
                    <a:pt x="19601" y="2347"/>
                  </a:lnTo>
                  <a:lnTo>
                    <a:pt x="19396" y="1999"/>
                  </a:lnTo>
                  <a:lnTo>
                    <a:pt x="19012" y="1391"/>
                  </a:lnTo>
                  <a:lnTo>
                    <a:pt x="18551" y="956"/>
                  </a:lnTo>
                  <a:lnTo>
                    <a:pt x="18064" y="608"/>
                  </a:lnTo>
                  <a:lnTo>
                    <a:pt x="17500" y="348"/>
                  </a:lnTo>
                  <a:lnTo>
                    <a:pt x="16937" y="217"/>
                  </a:lnTo>
                  <a:lnTo>
                    <a:pt x="16322" y="87"/>
                  </a:lnTo>
                  <a:lnTo>
                    <a:pt x="15656" y="87"/>
                  </a:lnTo>
                  <a:lnTo>
                    <a:pt x="15015" y="0"/>
                  </a:lnTo>
                  <a:lnTo>
                    <a:pt x="13554" y="87"/>
                  </a:lnTo>
                  <a:lnTo>
                    <a:pt x="12043" y="130"/>
                  </a:lnTo>
                  <a:lnTo>
                    <a:pt x="10582" y="217"/>
                  </a:lnTo>
                  <a:lnTo>
                    <a:pt x="9327" y="217"/>
                  </a:lnTo>
                  <a:lnTo>
                    <a:pt x="9532" y="7258"/>
                  </a:lnTo>
                  <a:lnTo>
                    <a:pt x="9557" y="10561"/>
                  </a:lnTo>
                  <a:lnTo>
                    <a:pt x="9557" y="13603"/>
                  </a:lnTo>
                  <a:lnTo>
                    <a:pt x="7969" y="10518"/>
                  </a:lnTo>
                  <a:lnTo>
                    <a:pt x="6380" y="7171"/>
                  </a:lnTo>
                  <a:lnTo>
                    <a:pt x="4791" y="3738"/>
                  </a:lnTo>
                  <a:lnTo>
                    <a:pt x="3305" y="217"/>
                  </a:lnTo>
                  <a:lnTo>
                    <a:pt x="0" y="217"/>
                  </a:lnTo>
                  <a:lnTo>
                    <a:pt x="179" y="5476"/>
                  </a:lnTo>
                  <a:lnTo>
                    <a:pt x="205" y="8171"/>
                  </a:lnTo>
                  <a:lnTo>
                    <a:pt x="256" y="10909"/>
                  </a:lnTo>
                  <a:lnTo>
                    <a:pt x="205" y="13690"/>
                  </a:lnTo>
                  <a:lnTo>
                    <a:pt x="179" y="16385"/>
                  </a:lnTo>
                  <a:lnTo>
                    <a:pt x="0" y="21600"/>
                  </a:lnTo>
                  <a:lnTo>
                    <a:pt x="2742" y="21600"/>
                  </a:lnTo>
                  <a:lnTo>
                    <a:pt x="2562" y="17732"/>
                  </a:lnTo>
                  <a:lnTo>
                    <a:pt x="2485" y="13864"/>
                  </a:lnTo>
                  <a:lnTo>
                    <a:pt x="2434" y="10344"/>
                  </a:lnTo>
                  <a:lnTo>
                    <a:pt x="2434" y="7171"/>
                  </a:lnTo>
                  <a:lnTo>
                    <a:pt x="4151" y="10518"/>
                  </a:lnTo>
                  <a:lnTo>
                    <a:pt x="5893" y="14081"/>
                  </a:lnTo>
                  <a:lnTo>
                    <a:pt x="7661" y="17819"/>
                  </a:lnTo>
                  <a:lnTo>
                    <a:pt x="8456" y="19731"/>
                  </a:lnTo>
                  <a:lnTo>
                    <a:pt x="9275" y="21600"/>
                  </a:lnTo>
                  <a:lnTo>
                    <a:pt x="12120" y="21600"/>
                  </a:lnTo>
                  <a:lnTo>
                    <a:pt x="11991" y="16385"/>
                  </a:lnTo>
                  <a:lnTo>
                    <a:pt x="11966" y="13690"/>
                  </a:lnTo>
                  <a:lnTo>
                    <a:pt x="11915" y="10909"/>
                  </a:lnTo>
                  <a:lnTo>
                    <a:pt x="11915" y="6910"/>
                  </a:lnTo>
                  <a:lnTo>
                    <a:pt x="11991" y="2955"/>
                  </a:lnTo>
                  <a:lnTo>
                    <a:pt x="12863" y="2912"/>
                  </a:lnTo>
                  <a:lnTo>
                    <a:pt x="13913" y="2912"/>
                  </a:lnTo>
                  <a:lnTo>
                    <a:pt x="14554" y="2955"/>
                  </a:lnTo>
                  <a:lnTo>
                    <a:pt x="15143" y="3129"/>
                  </a:lnTo>
                  <a:lnTo>
                    <a:pt x="15630" y="3477"/>
                  </a:lnTo>
                  <a:lnTo>
                    <a:pt x="15835" y="3651"/>
                  </a:lnTo>
                  <a:lnTo>
                    <a:pt x="16142" y="4085"/>
                  </a:lnTo>
                  <a:lnTo>
                    <a:pt x="16270" y="4346"/>
                  </a:lnTo>
                  <a:lnTo>
                    <a:pt x="16475" y="4911"/>
                  </a:lnTo>
                  <a:lnTo>
                    <a:pt x="16604" y="5520"/>
                  </a:lnTo>
                  <a:lnTo>
                    <a:pt x="16629" y="6302"/>
                  </a:lnTo>
                  <a:lnTo>
                    <a:pt x="16604" y="6693"/>
                  </a:lnTo>
                  <a:lnTo>
                    <a:pt x="16552" y="7171"/>
                  </a:lnTo>
                  <a:lnTo>
                    <a:pt x="16475" y="7606"/>
                  </a:lnTo>
                  <a:lnTo>
                    <a:pt x="16347" y="7997"/>
                  </a:lnTo>
                  <a:lnTo>
                    <a:pt x="16245" y="8344"/>
                  </a:lnTo>
                  <a:lnTo>
                    <a:pt x="15835" y="9040"/>
                  </a:lnTo>
                  <a:lnTo>
                    <a:pt x="15630" y="9344"/>
                  </a:lnTo>
                  <a:lnTo>
                    <a:pt x="15092" y="9866"/>
                  </a:lnTo>
                  <a:lnTo>
                    <a:pt x="14528" y="10300"/>
                  </a:lnTo>
                  <a:lnTo>
                    <a:pt x="13888" y="10648"/>
                  </a:lnTo>
                  <a:lnTo>
                    <a:pt x="13196" y="10996"/>
                  </a:lnTo>
                  <a:lnTo>
                    <a:pt x="14272" y="13386"/>
                  </a:lnTo>
                  <a:lnTo>
                    <a:pt x="15451" y="16080"/>
                  </a:lnTo>
                  <a:lnTo>
                    <a:pt x="16604" y="18905"/>
                  </a:lnTo>
                  <a:lnTo>
                    <a:pt x="17654" y="21600"/>
                  </a:lnTo>
                  <a:lnTo>
                    <a:pt x="21600" y="21600"/>
                  </a:lnTo>
                  <a:lnTo>
                    <a:pt x="19166" y="16298"/>
                  </a:lnTo>
                  <a:lnTo>
                    <a:pt x="18115" y="13821"/>
                  </a:lnTo>
                  <a:lnTo>
                    <a:pt x="17167" y="11517"/>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grpSp>
      <p:sp>
        <p:nvSpPr>
          <p:cNvPr id="470" name="タイトルテキスト"/>
          <p:cNvSpPr txBox="1">
            <a:spLocks noGrp="1"/>
          </p:cNvSpPr>
          <p:nvPr>
            <p:ph type="title"/>
          </p:nvPr>
        </p:nvSpPr>
        <p:spPr>
          <a:xfrm>
            <a:off x="201000" y="259199"/>
            <a:ext cx="9504000" cy="380481"/>
          </a:xfrm>
          <a:prstGeom prst="rect">
            <a:avLst/>
          </a:prstGeom>
        </p:spPr>
        <p:txBody>
          <a:bodyPr>
            <a:normAutofit/>
          </a:bodyPr>
          <a:lstStyle/>
          <a:p>
            <a:r>
              <a:t>タイトルテキスト</a:t>
            </a:r>
          </a:p>
        </p:txBody>
      </p:sp>
      <p:sp>
        <p:nvSpPr>
          <p:cNvPr id="471" name="テキスト ボックス 24"/>
          <p:cNvSpPr txBox="1"/>
          <p:nvPr/>
        </p:nvSpPr>
        <p:spPr>
          <a:xfrm>
            <a:off x="290025" y="1131884"/>
            <a:ext cx="419101" cy="203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defRPr sz="1600" b="1">
                <a:solidFill>
                  <a:schemeClr val="accent1"/>
                </a:solidFill>
              </a:defRPr>
            </a:lvl1pPr>
          </a:lstStyle>
          <a:p>
            <a:r>
              <a:t>経歴</a:t>
            </a:r>
          </a:p>
        </p:txBody>
      </p:sp>
      <p:sp>
        <p:nvSpPr>
          <p:cNvPr id="472" name="テキスト ボックス 25"/>
          <p:cNvSpPr txBox="1"/>
          <p:nvPr/>
        </p:nvSpPr>
        <p:spPr>
          <a:xfrm>
            <a:off x="4610999" y="1131884"/>
            <a:ext cx="1632205" cy="203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defRPr sz="1600" b="1">
                <a:solidFill>
                  <a:schemeClr val="accent1"/>
                </a:solidFill>
              </a:defRPr>
            </a:lvl1pPr>
          </a:lstStyle>
          <a:p>
            <a:r>
              <a:t>主要プロジェクト</a:t>
            </a:r>
          </a:p>
        </p:txBody>
      </p:sp>
      <p:sp>
        <p:nvSpPr>
          <p:cNvPr id="473" name="直線コネクタ 26"/>
          <p:cNvSpPr/>
          <p:nvPr/>
        </p:nvSpPr>
        <p:spPr>
          <a:xfrm flipH="1">
            <a:off x="4376935" y="1125186"/>
            <a:ext cx="1" cy="5328001"/>
          </a:xfrm>
          <a:prstGeom prst="line">
            <a:avLst/>
          </a:prstGeom>
          <a:ln w="3175">
            <a:solidFill>
              <a:schemeClr val="accent1"/>
            </a:solidFill>
            <a:miter/>
          </a:ln>
        </p:spPr>
        <p:txBody>
          <a:bodyPr lIns="45719" rIns="45719"/>
          <a:lstStyle/>
          <a:p>
            <a:endParaRPr/>
          </a:p>
        </p:txBody>
      </p:sp>
      <p:sp>
        <p:nvSpPr>
          <p:cNvPr id="474" name="テキスト ボックス 27"/>
          <p:cNvSpPr txBox="1"/>
          <p:nvPr/>
        </p:nvSpPr>
        <p:spPr>
          <a:xfrm>
            <a:off x="290471" y="3594301"/>
            <a:ext cx="419101" cy="203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defRPr sz="1600" b="1">
                <a:solidFill>
                  <a:schemeClr val="accent1"/>
                </a:solidFill>
              </a:defRPr>
            </a:lvl1pPr>
          </a:lstStyle>
          <a:p>
            <a:r>
              <a:t>専門</a:t>
            </a:r>
          </a:p>
        </p:txBody>
      </p:sp>
      <p:sp>
        <p:nvSpPr>
          <p:cNvPr id="475" name="直線コネクタ 28"/>
          <p:cNvSpPr/>
          <p:nvPr/>
        </p:nvSpPr>
        <p:spPr>
          <a:xfrm>
            <a:off x="272479" y="3429000"/>
            <a:ext cx="3887548" cy="0"/>
          </a:xfrm>
          <a:prstGeom prst="line">
            <a:avLst/>
          </a:prstGeom>
          <a:ln w="3175">
            <a:solidFill>
              <a:schemeClr val="accent1"/>
            </a:solidFill>
            <a:miter/>
          </a:ln>
        </p:spPr>
        <p:txBody>
          <a:bodyPr lIns="45719" rIns="45719"/>
          <a:lstStyle/>
          <a:p>
            <a:endParaRPr/>
          </a:p>
        </p:txBody>
      </p:sp>
      <p:sp>
        <p:nvSpPr>
          <p:cNvPr id="476" name="本文レベル1…"/>
          <p:cNvSpPr txBox="1">
            <a:spLocks noGrp="1"/>
          </p:cNvSpPr>
          <p:nvPr>
            <p:ph type="body" sz="quarter" idx="1"/>
          </p:nvPr>
        </p:nvSpPr>
        <p:spPr>
          <a:xfrm>
            <a:off x="200026" y="1412775"/>
            <a:ext cx="3960001" cy="1872209"/>
          </a:xfrm>
          <a:prstGeom prst="rect">
            <a:avLst/>
          </a:prstGeom>
        </p:spPr>
        <p:txBody>
          <a:bodyPr>
            <a:normAutofit/>
          </a:bodyPr>
          <a:lstStyle>
            <a:lvl1pPr marL="187200" indent="-187200">
              <a:tabLst>
                <a:tab pos="1066800" algn="l"/>
              </a:tabLst>
              <a:defRPr sz="1200"/>
            </a:lvl1pPr>
            <a:lvl2pPr marL="416454" indent="-237066">
              <a:tabLst>
                <a:tab pos="1066800" algn="l"/>
              </a:tabLst>
              <a:defRPr sz="1200"/>
            </a:lvl2pPr>
            <a:lvl3pPr marL="547199" indent="-158400">
              <a:tabLst>
                <a:tab pos="1066800" algn="l"/>
              </a:tabLst>
              <a:defRPr sz="1200"/>
            </a:lvl3pPr>
            <a:lvl4pPr marL="1355725" indent="-190500">
              <a:tabLst>
                <a:tab pos="1066800" algn="l"/>
              </a:tabLst>
              <a:defRPr sz="1200"/>
            </a:lvl4pPr>
            <a:lvl5pPr marL="1674813" indent="-184150">
              <a:tabLst>
                <a:tab pos="1066800" algn="l"/>
              </a:tabLst>
              <a:defRPr sz="1200"/>
            </a:lvl5pPr>
          </a:lstStyle>
          <a:p>
            <a:r>
              <a:t>本文レベル1</a:t>
            </a:r>
          </a:p>
          <a:p>
            <a:pPr lvl="1"/>
            <a:r>
              <a:t>本文レベル2</a:t>
            </a:r>
          </a:p>
          <a:p>
            <a:pPr lvl="2"/>
            <a:r>
              <a:t>本文レベル3</a:t>
            </a:r>
          </a:p>
          <a:p>
            <a:pPr lvl="3"/>
            <a:r>
              <a:t>本文レベル4</a:t>
            </a:r>
          </a:p>
          <a:p>
            <a:pPr lvl="4"/>
            <a:r>
              <a:t>本文レベル5</a:t>
            </a:r>
          </a:p>
        </p:txBody>
      </p:sp>
      <p:sp>
        <p:nvSpPr>
          <p:cNvPr id="477" name="テキスト プレースホルダ 20"/>
          <p:cNvSpPr>
            <a:spLocks noGrp="1"/>
          </p:cNvSpPr>
          <p:nvPr>
            <p:ph type="body" sz="quarter" idx="21"/>
          </p:nvPr>
        </p:nvSpPr>
        <p:spPr>
          <a:xfrm>
            <a:off x="200025" y="3861048"/>
            <a:ext cx="3960002" cy="2592141"/>
          </a:xfrm>
          <a:prstGeom prst="rect">
            <a:avLst/>
          </a:prstGeom>
        </p:spPr>
        <p:txBody>
          <a:bodyPr lIns="0" tIns="0" rIns="0" bIns="0">
            <a:normAutofit/>
          </a:bodyPr>
          <a:lstStyle/>
          <a:p>
            <a:pPr marL="187200" indent="-187200">
              <a:defRPr sz="1200"/>
            </a:pPr>
            <a:endParaRPr/>
          </a:p>
        </p:txBody>
      </p:sp>
      <p:sp>
        <p:nvSpPr>
          <p:cNvPr id="478" name="テキスト プレースホルダ 20"/>
          <p:cNvSpPr>
            <a:spLocks noGrp="1"/>
          </p:cNvSpPr>
          <p:nvPr>
            <p:ph type="body" sz="half" idx="22"/>
          </p:nvPr>
        </p:nvSpPr>
        <p:spPr>
          <a:xfrm>
            <a:off x="4521000" y="1412775"/>
            <a:ext cx="5184001" cy="5040413"/>
          </a:xfrm>
          <a:prstGeom prst="rect">
            <a:avLst/>
          </a:prstGeom>
        </p:spPr>
        <p:txBody>
          <a:bodyPr>
            <a:normAutofit/>
          </a:bodyPr>
          <a:lstStyle/>
          <a:p>
            <a:pPr marL="187200" indent="-187200">
              <a:defRPr sz="1200"/>
            </a:pPr>
            <a:endParaRPr/>
          </a:p>
        </p:txBody>
      </p:sp>
    </p:spTree>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x">
  <p:cSld name="プロフィール（章あり）">
    <p:spTree>
      <p:nvGrpSpPr>
        <p:cNvPr id="1" name=""/>
        <p:cNvGrpSpPr/>
        <p:nvPr/>
      </p:nvGrpSpPr>
      <p:grpSpPr>
        <a:xfrm>
          <a:off x="0" y="0"/>
          <a:ext cx="0" cy="0"/>
          <a:chOff x="0" y="0"/>
          <a:chExt cx="0" cy="0"/>
        </a:xfrm>
      </p:grpSpPr>
      <p:sp>
        <p:nvSpPr>
          <p:cNvPr id="485" name="スライド番号"/>
          <p:cNvSpPr txBox="1">
            <a:spLocks noGrp="1"/>
          </p:cNvSpPr>
          <p:nvPr>
            <p:ph type="sldNum" sz="quarter" idx="2"/>
          </p:nvPr>
        </p:nvSpPr>
        <p:spPr>
          <a:xfrm>
            <a:off x="9723784" y="6620921"/>
            <a:ext cx="182217" cy="177801"/>
          </a:xfrm>
          <a:prstGeom prst="rect">
            <a:avLst/>
          </a:prstGeom>
        </p:spPr>
        <p:txBody>
          <a:bodyPr lIns="0" tIns="0" rIns="0" bIns="0"/>
          <a:lstStyle>
            <a:lvl1pPr>
              <a:defRPr>
                <a:solidFill>
                  <a:schemeClr val="accent1"/>
                </a:solidFill>
              </a:defRPr>
            </a:lvl1pPr>
          </a:lstStyle>
          <a:p>
            <a:fld id="{86CB4B4D-7CA3-9044-876B-883B54F8677D}" type="slidenum">
              <a:t>‹#›</a:t>
            </a:fld>
            <a:endParaRPr/>
          </a:p>
        </p:txBody>
      </p:sp>
      <p:sp>
        <p:nvSpPr>
          <p:cNvPr id="486" name="テキスト ボックス 10"/>
          <p:cNvSpPr txBox="1"/>
          <p:nvPr/>
        </p:nvSpPr>
        <p:spPr>
          <a:xfrm>
            <a:off x="5940298" y="6620361"/>
            <a:ext cx="3113892"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lgn="r">
              <a:defRPr sz="800">
                <a:solidFill>
                  <a:schemeClr val="accent1"/>
                </a:solidFill>
              </a:defRPr>
            </a:pPr>
            <a:r>
              <a:t>Copyrigh</a:t>
            </a:r>
            <a:r>
              <a:rPr spc="-1000"/>
              <a:t>t</a:t>
            </a:r>
            <a:r>
              <a:rPr>
                <a:solidFill>
                  <a:srgbClr val="001279"/>
                </a:solidFill>
              </a:rPr>
              <a:t>（C）</a:t>
            </a:r>
            <a:r>
              <a:t> Nomura Research Institute, Ltd. All rights reserved.</a:t>
            </a:r>
          </a:p>
        </p:txBody>
      </p:sp>
      <p:grpSp>
        <p:nvGrpSpPr>
          <p:cNvPr id="489" name="グループ化 11"/>
          <p:cNvGrpSpPr/>
          <p:nvPr/>
        </p:nvGrpSpPr>
        <p:grpSpPr>
          <a:xfrm>
            <a:off x="9129156" y="6620361"/>
            <a:ext cx="288340" cy="145026"/>
            <a:chOff x="0" y="0"/>
            <a:chExt cx="288338" cy="145025"/>
          </a:xfrm>
        </p:grpSpPr>
        <p:sp>
          <p:nvSpPr>
            <p:cNvPr id="487" name="Freeform 290"/>
            <p:cNvSpPr/>
            <p:nvPr/>
          </p:nvSpPr>
          <p:spPr>
            <a:xfrm>
              <a:off x="249737" y="584"/>
              <a:ext cx="38602" cy="14385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8" y="5312"/>
                  </a:lnTo>
                  <a:lnTo>
                    <a:pt x="1145" y="8034"/>
                  </a:lnTo>
                  <a:lnTo>
                    <a:pt x="1309" y="10800"/>
                  </a:lnTo>
                  <a:lnTo>
                    <a:pt x="1145" y="13610"/>
                  </a:lnTo>
                  <a:lnTo>
                    <a:pt x="818" y="16332"/>
                  </a:lnTo>
                  <a:lnTo>
                    <a:pt x="0" y="21600"/>
                  </a:lnTo>
                  <a:lnTo>
                    <a:pt x="21600" y="21600"/>
                  </a:lnTo>
                  <a:lnTo>
                    <a:pt x="20782" y="16332"/>
                  </a:lnTo>
                  <a:lnTo>
                    <a:pt x="20291" y="13610"/>
                  </a:lnTo>
                  <a:lnTo>
                    <a:pt x="20291" y="8034"/>
                  </a:lnTo>
                  <a:lnTo>
                    <a:pt x="20782" y="5312"/>
                  </a:lnTo>
                  <a:lnTo>
                    <a:pt x="21600" y="0"/>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sp>
          <p:nvSpPr>
            <p:cNvPr id="488" name="Freeform 291"/>
            <p:cNvSpPr/>
            <p:nvPr/>
          </p:nvSpPr>
          <p:spPr>
            <a:xfrm>
              <a:off x="-1" y="0"/>
              <a:ext cx="246230" cy="145026"/>
            </a:xfrm>
            <a:custGeom>
              <a:avLst/>
              <a:gdLst/>
              <a:ahLst/>
              <a:cxnLst>
                <a:cxn ang="0">
                  <a:pos x="wd2" y="hd2"/>
                </a:cxn>
                <a:cxn ang="5400000">
                  <a:pos x="wd2" y="hd2"/>
                </a:cxn>
                <a:cxn ang="10800000">
                  <a:pos x="wd2" y="hd2"/>
                </a:cxn>
                <a:cxn ang="16200000">
                  <a:pos x="wd2" y="hd2"/>
                </a:cxn>
              </a:cxnLst>
              <a:rect l="0" t="0" r="r" b="b"/>
              <a:pathLst>
                <a:path w="21600" h="21600" extrusionOk="0">
                  <a:moveTo>
                    <a:pt x="17167" y="11517"/>
                  </a:moveTo>
                  <a:lnTo>
                    <a:pt x="17859" y="11039"/>
                  </a:lnTo>
                  <a:lnTo>
                    <a:pt x="18423" y="10431"/>
                  </a:lnTo>
                  <a:lnTo>
                    <a:pt x="18961" y="9822"/>
                  </a:lnTo>
                  <a:lnTo>
                    <a:pt x="19396" y="9040"/>
                  </a:lnTo>
                  <a:lnTo>
                    <a:pt x="19730" y="8214"/>
                  </a:lnTo>
                  <a:lnTo>
                    <a:pt x="19986" y="7301"/>
                  </a:lnTo>
                  <a:lnTo>
                    <a:pt x="20088" y="6910"/>
                  </a:lnTo>
                  <a:lnTo>
                    <a:pt x="20140" y="6432"/>
                  </a:lnTo>
                  <a:lnTo>
                    <a:pt x="20191" y="5998"/>
                  </a:lnTo>
                  <a:lnTo>
                    <a:pt x="20191" y="4998"/>
                  </a:lnTo>
                  <a:lnTo>
                    <a:pt x="20140" y="4476"/>
                  </a:lnTo>
                  <a:lnTo>
                    <a:pt x="20088" y="3998"/>
                  </a:lnTo>
                  <a:lnTo>
                    <a:pt x="20011" y="3520"/>
                  </a:lnTo>
                  <a:lnTo>
                    <a:pt x="19883" y="3129"/>
                  </a:lnTo>
                  <a:lnTo>
                    <a:pt x="19730" y="2695"/>
                  </a:lnTo>
                  <a:lnTo>
                    <a:pt x="19601" y="2347"/>
                  </a:lnTo>
                  <a:lnTo>
                    <a:pt x="19396" y="1999"/>
                  </a:lnTo>
                  <a:lnTo>
                    <a:pt x="19012" y="1391"/>
                  </a:lnTo>
                  <a:lnTo>
                    <a:pt x="18551" y="956"/>
                  </a:lnTo>
                  <a:lnTo>
                    <a:pt x="18064" y="608"/>
                  </a:lnTo>
                  <a:lnTo>
                    <a:pt x="17500" y="348"/>
                  </a:lnTo>
                  <a:lnTo>
                    <a:pt x="16937" y="217"/>
                  </a:lnTo>
                  <a:lnTo>
                    <a:pt x="16322" y="87"/>
                  </a:lnTo>
                  <a:lnTo>
                    <a:pt x="15656" y="87"/>
                  </a:lnTo>
                  <a:lnTo>
                    <a:pt x="15015" y="0"/>
                  </a:lnTo>
                  <a:lnTo>
                    <a:pt x="13554" y="87"/>
                  </a:lnTo>
                  <a:lnTo>
                    <a:pt x="12043" y="130"/>
                  </a:lnTo>
                  <a:lnTo>
                    <a:pt x="10582" y="217"/>
                  </a:lnTo>
                  <a:lnTo>
                    <a:pt x="9327" y="217"/>
                  </a:lnTo>
                  <a:lnTo>
                    <a:pt x="9532" y="7258"/>
                  </a:lnTo>
                  <a:lnTo>
                    <a:pt x="9557" y="10561"/>
                  </a:lnTo>
                  <a:lnTo>
                    <a:pt x="9557" y="13603"/>
                  </a:lnTo>
                  <a:lnTo>
                    <a:pt x="7969" y="10518"/>
                  </a:lnTo>
                  <a:lnTo>
                    <a:pt x="6380" y="7171"/>
                  </a:lnTo>
                  <a:lnTo>
                    <a:pt x="4791" y="3738"/>
                  </a:lnTo>
                  <a:lnTo>
                    <a:pt x="3305" y="217"/>
                  </a:lnTo>
                  <a:lnTo>
                    <a:pt x="0" y="217"/>
                  </a:lnTo>
                  <a:lnTo>
                    <a:pt x="179" y="5476"/>
                  </a:lnTo>
                  <a:lnTo>
                    <a:pt x="205" y="8171"/>
                  </a:lnTo>
                  <a:lnTo>
                    <a:pt x="256" y="10909"/>
                  </a:lnTo>
                  <a:lnTo>
                    <a:pt x="205" y="13690"/>
                  </a:lnTo>
                  <a:lnTo>
                    <a:pt x="179" y="16385"/>
                  </a:lnTo>
                  <a:lnTo>
                    <a:pt x="0" y="21600"/>
                  </a:lnTo>
                  <a:lnTo>
                    <a:pt x="2742" y="21600"/>
                  </a:lnTo>
                  <a:lnTo>
                    <a:pt x="2562" y="17732"/>
                  </a:lnTo>
                  <a:lnTo>
                    <a:pt x="2485" y="13864"/>
                  </a:lnTo>
                  <a:lnTo>
                    <a:pt x="2434" y="10344"/>
                  </a:lnTo>
                  <a:lnTo>
                    <a:pt x="2434" y="7171"/>
                  </a:lnTo>
                  <a:lnTo>
                    <a:pt x="4151" y="10518"/>
                  </a:lnTo>
                  <a:lnTo>
                    <a:pt x="5893" y="14081"/>
                  </a:lnTo>
                  <a:lnTo>
                    <a:pt x="7661" y="17819"/>
                  </a:lnTo>
                  <a:lnTo>
                    <a:pt x="8456" y="19731"/>
                  </a:lnTo>
                  <a:lnTo>
                    <a:pt x="9275" y="21600"/>
                  </a:lnTo>
                  <a:lnTo>
                    <a:pt x="12120" y="21600"/>
                  </a:lnTo>
                  <a:lnTo>
                    <a:pt x="11991" y="16385"/>
                  </a:lnTo>
                  <a:lnTo>
                    <a:pt x="11966" y="13690"/>
                  </a:lnTo>
                  <a:lnTo>
                    <a:pt x="11915" y="10909"/>
                  </a:lnTo>
                  <a:lnTo>
                    <a:pt x="11915" y="6910"/>
                  </a:lnTo>
                  <a:lnTo>
                    <a:pt x="11991" y="2955"/>
                  </a:lnTo>
                  <a:lnTo>
                    <a:pt x="12863" y="2912"/>
                  </a:lnTo>
                  <a:lnTo>
                    <a:pt x="13913" y="2912"/>
                  </a:lnTo>
                  <a:lnTo>
                    <a:pt x="14554" y="2955"/>
                  </a:lnTo>
                  <a:lnTo>
                    <a:pt x="15143" y="3129"/>
                  </a:lnTo>
                  <a:lnTo>
                    <a:pt x="15630" y="3477"/>
                  </a:lnTo>
                  <a:lnTo>
                    <a:pt x="15835" y="3651"/>
                  </a:lnTo>
                  <a:lnTo>
                    <a:pt x="16142" y="4085"/>
                  </a:lnTo>
                  <a:lnTo>
                    <a:pt x="16270" y="4346"/>
                  </a:lnTo>
                  <a:lnTo>
                    <a:pt x="16475" y="4911"/>
                  </a:lnTo>
                  <a:lnTo>
                    <a:pt x="16604" y="5520"/>
                  </a:lnTo>
                  <a:lnTo>
                    <a:pt x="16629" y="6302"/>
                  </a:lnTo>
                  <a:lnTo>
                    <a:pt x="16604" y="6693"/>
                  </a:lnTo>
                  <a:lnTo>
                    <a:pt x="16552" y="7171"/>
                  </a:lnTo>
                  <a:lnTo>
                    <a:pt x="16475" y="7606"/>
                  </a:lnTo>
                  <a:lnTo>
                    <a:pt x="16347" y="7997"/>
                  </a:lnTo>
                  <a:lnTo>
                    <a:pt x="16245" y="8344"/>
                  </a:lnTo>
                  <a:lnTo>
                    <a:pt x="15835" y="9040"/>
                  </a:lnTo>
                  <a:lnTo>
                    <a:pt x="15630" y="9344"/>
                  </a:lnTo>
                  <a:lnTo>
                    <a:pt x="15092" y="9866"/>
                  </a:lnTo>
                  <a:lnTo>
                    <a:pt x="14528" y="10300"/>
                  </a:lnTo>
                  <a:lnTo>
                    <a:pt x="13888" y="10648"/>
                  </a:lnTo>
                  <a:lnTo>
                    <a:pt x="13196" y="10996"/>
                  </a:lnTo>
                  <a:lnTo>
                    <a:pt x="14272" y="13386"/>
                  </a:lnTo>
                  <a:lnTo>
                    <a:pt x="15451" y="16080"/>
                  </a:lnTo>
                  <a:lnTo>
                    <a:pt x="16604" y="18905"/>
                  </a:lnTo>
                  <a:lnTo>
                    <a:pt x="17654" y="21600"/>
                  </a:lnTo>
                  <a:lnTo>
                    <a:pt x="21600" y="21600"/>
                  </a:lnTo>
                  <a:lnTo>
                    <a:pt x="19166" y="16298"/>
                  </a:lnTo>
                  <a:lnTo>
                    <a:pt x="18115" y="13821"/>
                  </a:lnTo>
                  <a:lnTo>
                    <a:pt x="17167" y="11517"/>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grpSp>
      <p:sp>
        <p:nvSpPr>
          <p:cNvPr id="490" name="タイトルテキスト"/>
          <p:cNvSpPr txBox="1">
            <a:spLocks noGrp="1"/>
          </p:cNvSpPr>
          <p:nvPr>
            <p:ph type="title"/>
          </p:nvPr>
        </p:nvSpPr>
        <p:spPr>
          <a:xfrm>
            <a:off x="201000" y="259199"/>
            <a:ext cx="9504000" cy="671294"/>
          </a:xfrm>
          <a:prstGeom prst="rect">
            <a:avLst/>
          </a:prstGeom>
        </p:spPr>
        <p:txBody>
          <a:bodyPr>
            <a:normAutofit/>
          </a:bodyPr>
          <a:lstStyle/>
          <a:p>
            <a:r>
              <a:t>タイトルテキスト</a:t>
            </a:r>
          </a:p>
        </p:txBody>
      </p:sp>
      <p:sp>
        <p:nvSpPr>
          <p:cNvPr id="491" name="本文レベル1…"/>
          <p:cNvSpPr txBox="1">
            <a:spLocks noGrp="1"/>
          </p:cNvSpPr>
          <p:nvPr>
            <p:ph type="body" sz="quarter" idx="1" hasCustomPrompt="1"/>
          </p:nvPr>
        </p:nvSpPr>
        <p:spPr>
          <a:xfrm>
            <a:off x="201000" y="259199"/>
            <a:ext cx="9504000" cy="288926"/>
          </a:xfrm>
          <a:prstGeom prst="rect">
            <a:avLst/>
          </a:prstGeom>
        </p:spPr>
        <p:txBody>
          <a:bodyPr lIns="0" tIns="0" rIns="0" bIns="0" anchor="b">
            <a:normAutofit/>
          </a:bodyPr>
          <a:lstStyle>
            <a:lvl1pPr marL="0" indent="0">
              <a:spcBef>
                <a:spcPts val="0"/>
              </a:spcBef>
              <a:buClrTx/>
              <a:buSzTx/>
              <a:buNone/>
              <a:defRPr sz="1400" b="1">
                <a:solidFill>
                  <a:schemeClr val="accent1"/>
                </a:solidFill>
              </a:defRPr>
            </a:lvl1pPr>
            <a:lvl2pPr marL="0" indent="0">
              <a:spcBef>
                <a:spcPts val="0"/>
              </a:spcBef>
              <a:buClrTx/>
              <a:buSzTx/>
              <a:buNone/>
              <a:defRPr sz="1400" b="1">
                <a:solidFill>
                  <a:schemeClr val="accent1"/>
                </a:solidFill>
              </a:defRPr>
            </a:lvl2pPr>
            <a:lvl3pPr marL="0" indent="0">
              <a:spcBef>
                <a:spcPts val="0"/>
              </a:spcBef>
              <a:buClrTx/>
              <a:buSzTx/>
              <a:buNone/>
              <a:defRPr sz="1400" b="1">
                <a:solidFill>
                  <a:schemeClr val="accent1"/>
                </a:solidFill>
              </a:defRPr>
            </a:lvl3pPr>
            <a:lvl4pPr marL="0" indent="0">
              <a:spcBef>
                <a:spcPts val="0"/>
              </a:spcBef>
              <a:buClrTx/>
              <a:buSzTx/>
              <a:buNone/>
              <a:defRPr sz="1400" b="1">
                <a:solidFill>
                  <a:schemeClr val="accent1"/>
                </a:solidFill>
              </a:defRPr>
            </a:lvl4pPr>
            <a:lvl5pPr marL="0" indent="0">
              <a:spcBef>
                <a:spcPts val="0"/>
              </a:spcBef>
              <a:buClrTx/>
              <a:buSzTx/>
              <a:buNone/>
              <a:defRPr sz="1400" b="1">
                <a:solidFill>
                  <a:schemeClr val="accent1"/>
                </a:solidFill>
              </a:defRPr>
            </a:lvl5pPr>
          </a:lstStyle>
          <a:p>
            <a:r>
              <a:t>章タイトル/スライドタイトルを入力</a:t>
            </a:r>
          </a:p>
          <a:p>
            <a:pPr lvl="1"/>
            <a:endParaRPr/>
          </a:p>
          <a:p>
            <a:pPr lvl="2"/>
            <a:endParaRPr/>
          </a:p>
          <a:p>
            <a:pPr lvl="3"/>
            <a:endParaRPr/>
          </a:p>
          <a:p>
            <a:pPr lvl="4"/>
            <a:endParaRPr/>
          </a:p>
        </p:txBody>
      </p:sp>
      <p:sp>
        <p:nvSpPr>
          <p:cNvPr id="492" name="テキスト ボックス 22"/>
          <p:cNvSpPr txBox="1"/>
          <p:nvPr/>
        </p:nvSpPr>
        <p:spPr>
          <a:xfrm>
            <a:off x="290025" y="1132716"/>
            <a:ext cx="419101" cy="203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defRPr sz="1600" b="1">
                <a:solidFill>
                  <a:schemeClr val="accent1"/>
                </a:solidFill>
              </a:defRPr>
            </a:lvl1pPr>
          </a:lstStyle>
          <a:p>
            <a:r>
              <a:t>経歴</a:t>
            </a:r>
          </a:p>
        </p:txBody>
      </p:sp>
      <p:sp>
        <p:nvSpPr>
          <p:cNvPr id="493" name="テキスト ボックス 23"/>
          <p:cNvSpPr txBox="1"/>
          <p:nvPr/>
        </p:nvSpPr>
        <p:spPr>
          <a:xfrm>
            <a:off x="4610999" y="1131884"/>
            <a:ext cx="1632205" cy="203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defRPr sz="1600" b="1">
                <a:solidFill>
                  <a:schemeClr val="accent1"/>
                </a:solidFill>
              </a:defRPr>
            </a:lvl1pPr>
          </a:lstStyle>
          <a:p>
            <a:r>
              <a:t>主要プロジェクト</a:t>
            </a:r>
          </a:p>
        </p:txBody>
      </p:sp>
      <p:sp>
        <p:nvSpPr>
          <p:cNvPr id="494" name="直線コネクタ 24"/>
          <p:cNvSpPr/>
          <p:nvPr/>
        </p:nvSpPr>
        <p:spPr>
          <a:xfrm flipH="1">
            <a:off x="4376935" y="1125186"/>
            <a:ext cx="1" cy="5328001"/>
          </a:xfrm>
          <a:prstGeom prst="line">
            <a:avLst/>
          </a:prstGeom>
          <a:ln w="3175">
            <a:solidFill>
              <a:schemeClr val="accent1"/>
            </a:solidFill>
            <a:miter/>
          </a:ln>
        </p:spPr>
        <p:txBody>
          <a:bodyPr lIns="45719" rIns="45719"/>
          <a:lstStyle/>
          <a:p>
            <a:endParaRPr/>
          </a:p>
        </p:txBody>
      </p:sp>
      <p:sp>
        <p:nvSpPr>
          <p:cNvPr id="495" name="テキスト ボックス 25"/>
          <p:cNvSpPr txBox="1"/>
          <p:nvPr/>
        </p:nvSpPr>
        <p:spPr>
          <a:xfrm>
            <a:off x="290471" y="3594301"/>
            <a:ext cx="419101" cy="203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defRPr sz="1600" b="1">
                <a:solidFill>
                  <a:schemeClr val="accent1"/>
                </a:solidFill>
              </a:defRPr>
            </a:lvl1pPr>
          </a:lstStyle>
          <a:p>
            <a:r>
              <a:t>専門</a:t>
            </a:r>
          </a:p>
        </p:txBody>
      </p:sp>
      <p:sp>
        <p:nvSpPr>
          <p:cNvPr id="496" name="直線コネクタ 26"/>
          <p:cNvSpPr/>
          <p:nvPr/>
        </p:nvSpPr>
        <p:spPr>
          <a:xfrm>
            <a:off x="272479" y="3429000"/>
            <a:ext cx="3887548" cy="0"/>
          </a:xfrm>
          <a:prstGeom prst="line">
            <a:avLst/>
          </a:prstGeom>
          <a:ln w="3175">
            <a:solidFill>
              <a:schemeClr val="accent1"/>
            </a:solidFill>
            <a:miter/>
          </a:ln>
        </p:spPr>
        <p:txBody>
          <a:bodyPr lIns="45719" rIns="45719"/>
          <a:lstStyle/>
          <a:p>
            <a:endParaRPr/>
          </a:p>
        </p:txBody>
      </p:sp>
      <p:sp>
        <p:nvSpPr>
          <p:cNvPr id="497" name="テキスト プレースホルダ 20"/>
          <p:cNvSpPr>
            <a:spLocks noGrp="1"/>
          </p:cNvSpPr>
          <p:nvPr>
            <p:ph type="body" sz="quarter" idx="21"/>
          </p:nvPr>
        </p:nvSpPr>
        <p:spPr>
          <a:xfrm>
            <a:off x="200025" y="1412775"/>
            <a:ext cx="3960002" cy="1872209"/>
          </a:xfrm>
          <a:prstGeom prst="rect">
            <a:avLst/>
          </a:prstGeom>
        </p:spPr>
        <p:txBody>
          <a:bodyPr>
            <a:normAutofit/>
          </a:bodyPr>
          <a:lstStyle/>
          <a:p>
            <a:pPr marL="187200" indent="-187200">
              <a:tabLst>
                <a:tab pos="1066800" algn="l"/>
              </a:tabLst>
              <a:defRPr sz="1200"/>
            </a:pPr>
            <a:endParaRPr/>
          </a:p>
        </p:txBody>
      </p:sp>
      <p:sp>
        <p:nvSpPr>
          <p:cNvPr id="498" name="テキスト プレースホルダ 20"/>
          <p:cNvSpPr>
            <a:spLocks noGrp="1"/>
          </p:cNvSpPr>
          <p:nvPr>
            <p:ph type="body" sz="quarter" idx="22"/>
          </p:nvPr>
        </p:nvSpPr>
        <p:spPr>
          <a:xfrm>
            <a:off x="200025" y="3861048"/>
            <a:ext cx="3960002" cy="2592141"/>
          </a:xfrm>
          <a:prstGeom prst="rect">
            <a:avLst/>
          </a:prstGeom>
        </p:spPr>
        <p:txBody>
          <a:bodyPr lIns="0" tIns="0" rIns="0" bIns="0">
            <a:normAutofit/>
          </a:bodyPr>
          <a:lstStyle/>
          <a:p>
            <a:pPr marL="187200" indent="-187200">
              <a:defRPr sz="1200"/>
            </a:pPr>
            <a:endParaRPr/>
          </a:p>
        </p:txBody>
      </p:sp>
      <p:sp>
        <p:nvSpPr>
          <p:cNvPr id="499" name="テキスト プレースホルダ 20"/>
          <p:cNvSpPr>
            <a:spLocks noGrp="1"/>
          </p:cNvSpPr>
          <p:nvPr>
            <p:ph type="body" sz="half" idx="23"/>
          </p:nvPr>
        </p:nvSpPr>
        <p:spPr>
          <a:xfrm>
            <a:off x="4521000" y="1412775"/>
            <a:ext cx="5184001" cy="5040413"/>
          </a:xfrm>
          <a:prstGeom prst="rect">
            <a:avLst/>
          </a:prstGeom>
        </p:spPr>
        <p:txBody>
          <a:bodyPr>
            <a:normAutofit/>
          </a:bodyPr>
          <a:lstStyle/>
          <a:p>
            <a:pPr marL="187200" indent="-187200">
              <a:defRPr sz="1200"/>
            </a:pPr>
            <a:endParaRPr/>
          </a:p>
        </p:txBody>
      </p:sp>
    </p:spTree>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x">
  <p:cSld name="プロフィール 移動可">
    <p:spTree>
      <p:nvGrpSpPr>
        <p:cNvPr id="1" name=""/>
        <p:cNvGrpSpPr/>
        <p:nvPr/>
      </p:nvGrpSpPr>
      <p:grpSpPr>
        <a:xfrm>
          <a:off x="0" y="0"/>
          <a:ext cx="0" cy="0"/>
          <a:chOff x="0" y="0"/>
          <a:chExt cx="0" cy="0"/>
        </a:xfrm>
      </p:grpSpPr>
      <p:sp>
        <p:nvSpPr>
          <p:cNvPr id="506" name="スライド番号"/>
          <p:cNvSpPr txBox="1">
            <a:spLocks noGrp="1"/>
          </p:cNvSpPr>
          <p:nvPr>
            <p:ph type="sldNum" sz="quarter" idx="2"/>
          </p:nvPr>
        </p:nvSpPr>
        <p:spPr>
          <a:xfrm>
            <a:off x="9723784" y="6620921"/>
            <a:ext cx="182217" cy="177801"/>
          </a:xfrm>
          <a:prstGeom prst="rect">
            <a:avLst/>
          </a:prstGeom>
        </p:spPr>
        <p:txBody>
          <a:bodyPr lIns="0" tIns="0" rIns="0" bIns="0"/>
          <a:lstStyle>
            <a:lvl1pPr>
              <a:defRPr>
                <a:solidFill>
                  <a:schemeClr val="accent1"/>
                </a:solidFill>
              </a:defRPr>
            </a:lvl1pPr>
          </a:lstStyle>
          <a:p>
            <a:fld id="{86CB4B4D-7CA3-9044-876B-883B54F8677D}" type="slidenum">
              <a:t>‹#›</a:t>
            </a:fld>
            <a:endParaRPr/>
          </a:p>
        </p:txBody>
      </p:sp>
      <p:sp>
        <p:nvSpPr>
          <p:cNvPr id="507" name="テキスト ボックス 10"/>
          <p:cNvSpPr txBox="1"/>
          <p:nvPr/>
        </p:nvSpPr>
        <p:spPr>
          <a:xfrm>
            <a:off x="5940298" y="6620361"/>
            <a:ext cx="3113892"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lgn="r">
              <a:defRPr sz="800">
                <a:solidFill>
                  <a:schemeClr val="accent1"/>
                </a:solidFill>
              </a:defRPr>
            </a:pPr>
            <a:r>
              <a:t>Copyrigh</a:t>
            </a:r>
            <a:r>
              <a:rPr spc="-1000"/>
              <a:t>t</a:t>
            </a:r>
            <a:r>
              <a:rPr>
                <a:solidFill>
                  <a:srgbClr val="001279"/>
                </a:solidFill>
              </a:rPr>
              <a:t>（C）</a:t>
            </a:r>
            <a:r>
              <a:t> Nomura Research Institute, Ltd. All rights reserved.</a:t>
            </a:r>
          </a:p>
        </p:txBody>
      </p:sp>
      <p:grpSp>
        <p:nvGrpSpPr>
          <p:cNvPr id="510" name="グループ化 11"/>
          <p:cNvGrpSpPr/>
          <p:nvPr/>
        </p:nvGrpSpPr>
        <p:grpSpPr>
          <a:xfrm>
            <a:off x="9129156" y="6620361"/>
            <a:ext cx="288340" cy="145026"/>
            <a:chOff x="0" y="0"/>
            <a:chExt cx="288338" cy="145025"/>
          </a:xfrm>
        </p:grpSpPr>
        <p:sp>
          <p:nvSpPr>
            <p:cNvPr id="508" name="Freeform 290"/>
            <p:cNvSpPr/>
            <p:nvPr/>
          </p:nvSpPr>
          <p:spPr>
            <a:xfrm>
              <a:off x="249737" y="584"/>
              <a:ext cx="38602" cy="14385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8" y="5312"/>
                  </a:lnTo>
                  <a:lnTo>
                    <a:pt x="1145" y="8034"/>
                  </a:lnTo>
                  <a:lnTo>
                    <a:pt x="1309" y="10800"/>
                  </a:lnTo>
                  <a:lnTo>
                    <a:pt x="1145" y="13610"/>
                  </a:lnTo>
                  <a:lnTo>
                    <a:pt x="818" y="16332"/>
                  </a:lnTo>
                  <a:lnTo>
                    <a:pt x="0" y="21600"/>
                  </a:lnTo>
                  <a:lnTo>
                    <a:pt x="21600" y="21600"/>
                  </a:lnTo>
                  <a:lnTo>
                    <a:pt x="20782" y="16332"/>
                  </a:lnTo>
                  <a:lnTo>
                    <a:pt x="20291" y="13610"/>
                  </a:lnTo>
                  <a:lnTo>
                    <a:pt x="20291" y="8034"/>
                  </a:lnTo>
                  <a:lnTo>
                    <a:pt x="20782" y="5312"/>
                  </a:lnTo>
                  <a:lnTo>
                    <a:pt x="21600" y="0"/>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sp>
          <p:nvSpPr>
            <p:cNvPr id="509" name="Freeform 291"/>
            <p:cNvSpPr/>
            <p:nvPr/>
          </p:nvSpPr>
          <p:spPr>
            <a:xfrm>
              <a:off x="-1" y="0"/>
              <a:ext cx="246230" cy="145026"/>
            </a:xfrm>
            <a:custGeom>
              <a:avLst/>
              <a:gdLst/>
              <a:ahLst/>
              <a:cxnLst>
                <a:cxn ang="0">
                  <a:pos x="wd2" y="hd2"/>
                </a:cxn>
                <a:cxn ang="5400000">
                  <a:pos x="wd2" y="hd2"/>
                </a:cxn>
                <a:cxn ang="10800000">
                  <a:pos x="wd2" y="hd2"/>
                </a:cxn>
                <a:cxn ang="16200000">
                  <a:pos x="wd2" y="hd2"/>
                </a:cxn>
              </a:cxnLst>
              <a:rect l="0" t="0" r="r" b="b"/>
              <a:pathLst>
                <a:path w="21600" h="21600" extrusionOk="0">
                  <a:moveTo>
                    <a:pt x="17167" y="11517"/>
                  </a:moveTo>
                  <a:lnTo>
                    <a:pt x="17859" y="11039"/>
                  </a:lnTo>
                  <a:lnTo>
                    <a:pt x="18423" y="10431"/>
                  </a:lnTo>
                  <a:lnTo>
                    <a:pt x="18961" y="9822"/>
                  </a:lnTo>
                  <a:lnTo>
                    <a:pt x="19396" y="9040"/>
                  </a:lnTo>
                  <a:lnTo>
                    <a:pt x="19730" y="8214"/>
                  </a:lnTo>
                  <a:lnTo>
                    <a:pt x="19986" y="7301"/>
                  </a:lnTo>
                  <a:lnTo>
                    <a:pt x="20088" y="6910"/>
                  </a:lnTo>
                  <a:lnTo>
                    <a:pt x="20140" y="6432"/>
                  </a:lnTo>
                  <a:lnTo>
                    <a:pt x="20191" y="5998"/>
                  </a:lnTo>
                  <a:lnTo>
                    <a:pt x="20191" y="4998"/>
                  </a:lnTo>
                  <a:lnTo>
                    <a:pt x="20140" y="4476"/>
                  </a:lnTo>
                  <a:lnTo>
                    <a:pt x="20088" y="3998"/>
                  </a:lnTo>
                  <a:lnTo>
                    <a:pt x="20011" y="3520"/>
                  </a:lnTo>
                  <a:lnTo>
                    <a:pt x="19883" y="3129"/>
                  </a:lnTo>
                  <a:lnTo>
                    <a:pt x="19730" y="2695"/>
                  </a:lnTo>
                  <a:lnTo>
                    <a:pt x="19601" y="2347"/>
                  </a:lnTo>
                  <a:lnTo>
                    <a:pt x="19396" y="1999"/>
                  </a:lnTo>
                  <a:lnTo>
                    <a:pt x="19012" y="1391"/>
                  </a:lnTo>
                  <a:lnTo>
                    <a:pt x="18551" y="956"/>
                  </a:lnTo>
                  <a:lnTo>
                    <a:pt x="18064" y="608"/>
                  </a:lnTo>
                  <a:lnTo>
                    <a:pt x="17500" y="348"/>
                  </a:lnTo>
                  <a:lnTo>
                    <a:pt x="16937" y="217"/>
                  </a:lnTo>
                  <a:lnTo>
                    <a:pt x="16322" y="87"/>
                  </a:lnTo>
                  <a:lnTo>
                    <a:pt x="15656" y="87"/>
                  </a:lnTo>
                  <a:lnTo>
                    <a:pt x="15015" y="0"/>
                  </a:lnTo>
                  <a:lnTo>
                    <a:pt x="13554" y="87"/>
                  </a:lnTo>
                  <a:lnTo>
                    <a:pt x="12043" y="130"/>
                  </a:lnTo>
                  <a:lnTo>
                    <a:pt x="10582" y="217"/>
                  </a:lnTo>
                  <a:lnTo>
                    <a:pt x="9327" y="217"/>
                  </a:lnTo>
                  <a:lnTo>
                    <a:pt x="9532" y="7258"/>
                  </a:lnTo>
                  <a:lnTo>
                    <a:pt x="9557" y="10561"/>
                  </a:lnTo>
                  <a:lnTo>
                    <a:pt x="9557" y="13603"/>
                  </a:lnTo>
                  <a:lnTo>
                    <a:pt x="7969" y="10518"/>
                  </a:lnTo>
                  <a:lnTo>
                    <a:pt x="6380" y="7171"/>
                  </a:lnTo>
                  <a:lnTo>
                    <a:pt x="4791" y="3738"/>
                  </a:lnTo>
                  <a:lnTo>
                    <a:pt x="3305" y="217"/>
                  </a:lnTo>
                  <a:lnTo>
                    <a:pt x="0" y="217"/>
                  </a:lnTo>
                  <a:lnTo>
                    <a:pt x="179" y="5476"/>
                  </a:lnTo>
                  <a:lnTo>
                    <a:pt x="205" y="8171"/>
                  </a:lnTo>
                  <a:lnTo>
                    <a:pt x="256" y="10909"/>
                  </a:lnTo>
                  <a:lnTo>
                    <a:pt x="205" y="13690"/>
                  </a:lnTo>
                  <a:lnTo>
                    <a:pt x="179" y="16385"/>
                  </a:lnTo>
                  <a:lnTo>
                    <a:pt x="0" y="21600"/>
                  </a:lnTo>
                  <a:lnTo>
                    <a:pt x="2742" y="21600"/>
                  </a:lnTo>
                  <a:lnTo>
                    <a:pt x="2562" y="17732"/>
                  </a:lnTo>
                  <a:lnTo>
                    <a:pt x="2485" y="13864"/>
                  </a:lnTo>
                  <a:lnTo>
                    <a:pt x="2434" y="10344"/>
                  </a:lnTo>
                  <a:lnTo>
                    <a:pt x="2434" y="7171"/>
                  </a:lnTo>
                  <a:lnTo>
                    <a:pt x="4151" y="10518"/>
                  </a:lnTo>
                  <a:lnTo>
                    <a:pt x="5893" y="14081"/>
                  </a:lnTo>
                  <a:lnTo>
                    <a:pt x="7661" y="17819"/>
                  </a:lnTo>
                  <a:lnTo>
                    <a:pt x="8456" y="19731"/>
                  </a:lnTo>
                  <a:lnTo>
                    <a:pt x="9275" y="21600"/>
                  </a:lnTo>
                  <a:lnTo>
                    <a:pt x="12120" y="21600"/>
                  </a:lnTo>
                  <a:lnTo>
                    <a:pt x="11991" y="16385"/>
                  </a:lnTo>
                  <a:lnTo>
                    <a:pt x="11966" y="13690"/>
                  </a:lnTo>
                  <a:lnTo>
                    <a:pt x="11915" y="10909"/>
                  </a:lnTo>
                  <a:lnTo>
                    <a:pt x="11915" y="6910"/>
                  </a:lnTo>
                  <a:lnTo>
                    <a:pt x="11991" y="2955"/>
                  </a:lnTo>
                  <a:lnTo>
                    <a:pt x="12863" y="2912"/>
                  </a:lnTo>
                  <a:lnTo>
                    <a:pt x="13913" y="2912"/>
                  </a:lnTo>
                  <a:lnTo>
                    <a:pt x="14554" y="2955"/>
                  </a:lnTo>
                  <a:lnTo>
                    <a:pt x="15143" y="3129"/>
                  </a:lnTo>
                  <a:lnTo>
                    <a:pt x="15630" y="3477"/>
                  </a:lnTo>
                  <a:lnTo>
                    <a:pt x="15835" y="3651"/>
                  </a:lnTo>
                  <a:lnTo>
                    <a:pt x="16142" y="4085"/>
                  </a:lnTo>
                  <a:lnTo>
                    <a:pt x="16270" y="4346"/>
                  </a:lnTo>
                  <a:lnTo>
                    <a:pt x="16475" y="4911"/>
                  </a:lnTo>
                  <a:lnTo>
                    <a:pt x="16604" y="5520"/>
                  </a:lnTo>
                  <a:lnTo>
                    <a:pt x="16629" y="6302"/>
                  </a:lnTo>
                  <a:lnTo>
                    <a:pt x="16604" y="6693"/>
                  </a:lnTo>
                  <a:lnTo>
                    <a:pt x="16552" y="7171"/>
                  </a:lnTo>
                  <a:lnTo>
                    <a:pt x="16475" y="7606"/>
                  </a:lnTo>
                  <a:lnTo>
                    <a:pt x="16347" y="7997"/>
                  </a:lnTo>
                  <a:lnTo>
                    <a:pt x="16245" y="8344"/>
                  </a:lnTo>
                  <a:lnTo>
                    <a:pt x="15835" y="9040"/>
                  </a:lnTo>
                  <a:lnTo>
                    <a:pt x="15630" y="9344"/>
                  </a:lnTo>
                  <a:lnTo>
                    <a:pt x="15092" y="9866"/>
                  </a:lnTo>
                  <a:lnTo>
                    <a:pt x="14528" y="10300"/>
                  </a:lnTo>
                  <a:lnTo>
                    <a:pt x="13888" y="10648"/>
                  </a:lnTo>
                  <a:lnTo>
                    <a:pt x="13196" y="10996"/>
                  </a:lnTo>
                  <a:lnTo>
                    <a:pt x="14272" y="13386"/>
                  </a:lnTo>
                  <a:lnTo>
                    <a:pt x="15451" y="16080"/>
                  </a:lnTo>
                  <a:lnTo>
                    <a:pt x="16604" y="18905"/>
                  </a:lnTo>
                  <a:lnTo>
                    <a:pt x="17654" y="21600"/>
                  </a:lnTo>
                  <a:lnTo>
                    <a:pt x="21600" y="21600"/>
                  </a:lnTo>
                  <a:lnTo>
                    <a:pt x="19166" y="16298"/>
                  </a:lnTo>
                  <a:lnTo>
                    <a:pt x="18115" y="13821"/>
                  </a:lnTo>
                  <a:lnTo>
                    <a:pt x="17167" y="11517"/>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grpSp>
      <p:sp>
        <p:nvSpPr>
          <p:cNvPr id="511" name="タイトルテキスト"/>
          <p:cNvSpPr txBox="1">
            <a:spLocks noGrp="1"/>
          </p:cNvSpPr>
          <p:nvPr>
            <p:ph type="title"/>
          </p:nvPr>
        </p:nvSpPr>
        <p:spPr>
          <a:xfrm>
            <a:off x="201000" y="259199"/>
            <a:ext cx="9504000" cy="380481"/>
          </a:xfrm>
          <a:prstGeom prst="rect">
            <a:avLst/>
          </a:prstGeom>
        </p:spPr>
        <p:txBody>
          <a:bodyPr>
            <a:normAutofit/>
          </a:bodyPr>
          <a:lstStyle/>
          <a:p>
            <a:r>
              <a:t>タイトルテキスト</a:t>
            </a:r>
          </a:p>
        </p:txBody>
      </p:sp>
      <p:sp>
        <p:nvSpPr>
          <p:cNvPr id="512" name="本文レベル1…"/>
          <p:cNvSpPr txBox="1">
            <a:spLocks noGrp="1"/>
          </p:cNvSpPr>
          <p:nvPr>
            <p:ph type="body" sz="quarter" idx="1" hasCustomPrompt="1"/>
          </p:nvPr>
        </p:nvSpPr>
        <p:spPr>
          <a:xfrm>
            <a:off x="201614" y="1130399"/>
            <a:ext cx="3960001" cy="2159448"/>
          </a:xfrm>
          <a:prstGeom prst="rect">
            <a:avLst/>
          </a:prstGeom>
          <a:ln w="3175">
            <a:solidFill>
              <a:schemeClr val="accent1"/>
            </a:solidFill>
            <a:round/>
          </a:ln>
        </p:spPr>
        <p:txBody>
          <a:bodyPr lIns="0" tIns="0" rIns="0" bIns="0">
            <a:normAutofit/>
          </a:bodyPr>
          <a:lstStyle>
            <a:lvl1pPr marL="187200" indent="-187200">
              <a:tabLst>
                <a:tab pos="1066800" algn="l"/>
              </a:tabLst>
              <a:defRPr sz="1200"/>
            </a:lvl1pPr>
            <a:lvl2pPr marL="415987" indent="-235199">
              <a:tabLst>
                <a:tab pos="1066800" algn="l"/>
              </a:tabLst>
              <a:defRPr sz="1200"/>
            </a:lvl2pPr>
            <a:lvl3pPr marL="547199" indent="-158400">
              <a:tabLst>
                <a:tab pos="1066800" algn="l"/>
              </a:tabLst>
              <a:defRPr sz="1200"/>
            </a:lvl3pPr>
            <a:lvl4pPr marL="0" indent="0">
              <a:buSzTx/>
              <a:buFont typeface="Wingdings"/>
              <a:buNone/>
              <a:tabLst>
                <a:tab pos="1066800" algn="l"/>
              </a:tabLst>
              <a:defRPr sz="1200"/>
            </a:lvl4pPr>
            <a:lvl5pPr marL="1674813" indent="-184150">
              <a:tabLst>
                <a:tab pos="1066800" algn="l"/>
              </a:tabLst>
              <a:defRPr sz="1200"/>
            </a:lvl5pPr>
          </a:lstStyle>
          <a:p>
            <a:r>
              <a:t>経歴</a:t>
            </a:r>
          </a:p>
          <a:p>
            <a:pPr lvl="1"/>
            <a:endParaRPr/>
          </a:p>
          <a:p>
            <a:pPr lvl="2"/>
            <a:endParaRPr/>
          </a:p>
          <a:p>
            <a:pPr lvl="3"/>
            <a:endParaRPr/>
          </a:p>
          <a:p>
            <a:pPr lvl="4"/>
            <a:endParaRPr/>
          </a:p>
        </p:txBody>
      </p:sp>
      <p:sp>
        <p:nvSpPr>
          <p:cNvPr id="513" name="テキスト プレースホルダ 20"/>
          <p:cNvSpPr>
            <a:spLocks noGrp="1"/>
          </p:cNvSpPr>
          <p:nvPr>
            <p:ph type="body" sz="quarter" idx="21" hasCustomPrompt="1"/>
          </p:nvPr>
        </p:nvSpPr>
        <p:spPr>
          <a:xfrm>
            <a:off x="201613" y="3592800"/>
            <a:ext cx="3960002" cy="2860389"/>
          </a:xfrm>
          <a:prstGeom prst="rect">
            <a:avLst/>
          </a:prstGeom>
        </p:spPr>
        <p:txBody>
          <a:bodyPr lIns="0" tIns="0" rIns="0" bIns="0">
            <a:normAutofit/>
          </a:bodyPr>
          <a:lstStyle/>
          <a:p>
            <a:pPr marL="0" lvl="3" indent="0">
              <a:spcBef>
                <a:spcPts val="200"/>
              </a:spcBef>
              <a:buClrTx/>
              <a:buSzTx/>
              <a:buNone/>
              <a:defRPr b="1">
                <a:solidFill>
                  <a:schemeClr val="accent1"/>
                </a:solidFill>
              </a:defRPr>
            </a:pPr>
            <a:r>
              <a:t>専門
マスター テキストの書式設定
第 2 レベル
第 3 レベル</a:t>
            </a:r>
          </a:p>
        </p:txBody>
      </p:sp>
      <p:sp>
        <p:nvSpPr>
          <p:cNvPr id="514" name="テキスト プレースホルダ 20"/>
          <p:cNvSpPr>
            <a:spLocks noGrp="1"/>
          </p:cNvSpPr>
          <p:nvPr>
            <p:ph type="body" idx="22" hasCustomPrompt="1"/>
          </p:nvPr>
        </p:nvSpPr>
        <p:spPr>
          <a:xfrm>
            <a:off x="4521975" y="1130400"/>
            <a:ext cx="5184001" cy="5322788"/>
          </a:xfrm>
          <a:prstGeom prst="rect">
            <a:avLst/>
          </a:prstGeom>
          <a:ln w="3175">
            <a:solidFill>
              <a:schemeClr val="accent1"/>
            </a:solidFill>
            <a:round/>
          </a:ln>
        </p:spPr>
        <p:txBody>
          <a:bodyPr lIns="0" tIns="0" rIns="0" bIns="0">
            <a:normAutofit/>
          </a:bodyPr>
          <a:lstStyle/>
          <a:p>
            <a:pPr marL="0" lvl="3" indent="0">
              <a:spcBef>
                <a:spcPts val="200"/>
              </a:spcBef>
              <a:buClrTx/>
              <a:buSzTx/>
              <a:buNone/>
              <a:defRPr b="1">
                <a:solidFill>
                  <a:schemeClr val="accent1"/>
                </a:solidFill>
              </a:defRPr>
            </a:pPr>
            <a:r>
              <a:t>主要プロジェクト
マスター テキストの書式設定
第 2 レベル
第 3 レベル</a:t>
            </a:r>
          </a:p>
        </p:txBody>
      </p:sp>
    </p:spTree>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x">
  <p:cSld name="プロフィール（章あり）移動可">
    <p:spTree>
      <p:nvGrpSpPr>
        <p:cNvPr id="1" name=""/>
        <p:cNvGrpSpPr/>
        <p:nvPr/>
      </p:nvGrpSpPr>
      <p:grpSpPr>
        <a:xfrm>
          <a:off x="0" y="0"/>
          <a:ext cx="0" cy="0"/>
          <a:chOff x="0" y="0"/>
          <a:chExt cx="0" cy="0"/>
        </a:xfrm>
      </p:grpSpPr>
      <p:sp>
        <p:nvSpPr>
          <p:cNvPr id="521" name="スライド番号"/>
          <p:cNvSpPr txBox="1">
            <a:spLocks noGrp="1"/>
          </p:cNvSpPr>
          <p:nvPr>
            <p:ph type="sldNum" sz="quarter" idx="2"/>
          </p:nvPr>
        </p:nvSpPr>
        <p:spPr>
          <a:xfrm>
            <a:off x="9723784" y="6620921"/>
            <a:ext cx="182217" cy="177801"/>
          </a:xfrm>
          <a:prstGeom prst="rect">
            <a:avLst/>
          </a:prstGeom>
        </p:spPr>
        <p:txBody>
          <a:bodyPr lIns="0" tIns="0" rIns="0" bIns="0"/>
          <a:lstStyle>
            <a:lvl1pPr>
              <a:defRPr>
                <a:solidFill>
                  <a:schemeClr val="accent1"/>
                </a:solidFill>
              </a:defRPr>
            </a:lvl1pPr>
          </a:lstStyle>
          <a:p>
            <a:fld id="{86CB4B4D-7CA3-9044-876B-883B54F8677D}" type="slidenum">
              <a:t>‹#›</a:t>
            </a:fld>
            <a:endParaRPr/>
          </a:p>
        </p:txBody>
      </p:sp>
      <p:sp>
        <p:nvSpPr>
          <p:cNvPr id="522" name="テキスト ボックス 10"/>
          <p:cNvSpPr txBox="1"/>
          <p:nvPr/>
        </p:nvSpPr>
        <p:spPr>
          <a:xfrm>
            <a:off x="5940298" y="6620361"/>
            <a:ext cx="3113892"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lgn="r">
              <a:defRPr sz="800">
                <a:solidFill>
                  <a:schemeClr val="accent1"/>
                </a:solidFill>
              </a:defRPr>
            </a:pPr>
            <a:r>
              <a:t>Copyrigh</a:t>
            </a:r>
            <a:r>
              <a:rPr spc="-1000"/>
              <a:t>t</a:t>
            </a:r>
            <a:r>
              <a:rPr>
                <a:solidFill>
                  <a:srgbClr val="001279"/>
                </a:solidFill>
              </a:rPr>
              <a:t>（C）</a:t>
            </a:r>
            <a:r>
              <a:t> Nomura Research Institute, Ltd. All rights reserved.</a:t>
            </a:r>
          </a:p>
        </p:txBody>
      </p:sp>
      <p:grpSp>
        <p:nvGrpSpPr>
          <p:cNvPr id="525" name="グループ化 11"/>
          <p:cNvGrpSpPr/>
          <p:nvPr/>
        </p:nvGrpSpPr>
        <p:grpSpPr>
          <a:xfrm>
            <a:off x="9129156" y="6620361"/>
            <a:ext cx="288340" cy="145026"/>
            <a:chOff x="0" y="0"/>
            <a:chExt cx="288338" cy="145025"/>
          </a:xfrm>
        </p:grpSpPr>
        <p:sp>
          <p:nvSpPr>
            <p:cNvPr id="523" name="Freeform 290"/>
            <p:cNvSpPr/>
            <p:nvPr/>
          </p:nvSpPr>
          <p:spPr>
            <a:xfrm>
              <a:off x="249737" y="584"/>
              <a:ext cx="38602" cy="14385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8" y="5312"/>
                  </a:lnTo>
                  <a:lnTo>
                    <a:pt x="1145" y="8034"/>
                  </a:lnTo>
                  <a:lnTo>
                    <a:pt x="1309" y="10800"/>
                  </a:lnTo>
                  <a:lnTo>
                    <a:pt x="1145" y="13610"/>
                  </a:lnTo>
                  <a:lnTo>
                    <a:pt x="818" y="16332"/>
                  </a:lnTo>
                  <a:lnTo>
                    <a:pt x="0" y="21600"/>
                  </a:lnTo>
                  <a:lnTo>
                    <a:pt x="21600" y="21600"/>
                  </a:lnTo>
                  <a:lnTo>
                    <a:pt x="20782" y="16332"/>
                  </a:lnTo>
                  <a:lnTo>
                    <a:pt x="20291" y="13610"/>
                  </a:lnTo>
                  <a:lnTo>
                    <a:pt x="20291" y="8034"/>
                  </a:lnTo>
                  <a:lnTo>
                    <a:pt x="20782" y="5312"/>
                  </a:lnTo>
                  <a:lnTo>
                    <a:pt x="21600" y="0"/>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sp>
          <p:nvSpPr>
            <p:cNvPr id="524" name="Freeform 291"/>
            <p:cNvSpPr/>
            <p:nvPr/>
          </p:nvSpPr>
          <p:spPr>
            <a:xfrm>
              <a:off x="-1" y="0"/>
              <a:ext cx="246230" cy="145026"/>
            </a:xfrm>
            <a:custGeom>
              <a:avLst/>
              <a:gdLst/>
              <a:ahLst/>
              <a:cxnLst>
                <a:cxn ang="0">
                  <a:pos x="wd2" y="hd2"/>
                </a:cxn>
                <a:cxn ang="5400000">
                  <a:pos x="wd2" y="hd2"/>
                </a:cxn>
                <a:cxn ang="10800000">
                  <a:pos x="wd2" y="hd2"/>
                </a:cxn>
                <a:cxn ang="16200000">
                  <a:pos x="wd2" y="hd2"/>
                </a:cxn>
              </a:cxnLst>
              <a:rect l="0" t="0" r="r" b="b"/>
              <a:pathLst>
                <a:path w="21600" h="21600" extrusionOk="0">
                  <a:moveTo>
                    <a:pt x="17167" y="11517"/>
                  </a:moveTo>
                  <a:lnTo>
                    <a:pt x="17859" y="11039"/>
                  </a:lnTo>
                  <a:lnTo>
                    <a:pt x="18423" y="10431"/>
                  </a:lnTo>
                  <a:lnTo>
                    <a:pt x="18961" y="9822"/>
                  </a:lnTo>
                  <a:lnTo>
                    <a:pt x="19396" y="9040"/>
                  </a:lnTo>
                  <a:lnTo>
                    <a:pt x="19730" y="8214"/>
                  </a:lnTo>
                  <a:lnTo>
                    <a:pt x="19986" y="7301"/>
                  </a:lnTo>
                  <a:lnTo>
                    <a:pt x="20088" y="6910"/>
                  </a:lnTo>
                  <a:lnTo>
                    <a:pt x="20140" y="6432"/>
                  </a:lnTo>
                  <a:lnTo>
                    <a:pt x="20191" y="5998"/>
                  </a:lnTo>
                  <a:lnTo>
                    <a:pt x="20191" y="4998"/>
                  </a:lnTo>
                  <a:lnTo>
                    <a:pt x="20140" y="4476"/>
                  </a:lnTo>
                  <a:lnTo>
                    <a:pt x="20088" y="3998"/>
                  </a:lnTo>
                  <a:lnTo>
                    <a:pt x="20011" y="3520"/>
                  </a:lnTo>
                  <a:lnTo>
                    <a:pt x="19883" y="3129"/>
                  </a:lnTo>
                  <a:lnTo>
                    <a:pt x="19730" y="2695"/>
                  </a:lnTo>
                  <a:lnTo>
                    <a:pt x="19601" y="2347"/>
                  </a:lnTo>
                  <a:lnTo>
                    <a:pt x="19396" y="1999"/>
                  </a:lnTo>
                  <a:lnTo>
                    <a:pt x="19012" y="1391"/>
                  </a:lnTo>
                  <a:lnTo>
                    <a:pt x="18551" y="956"/>
                  </a:lnTo>
                  <a:lnTo>
                    <a:pt x="18064" y="608"/>
                  </a:lnTo>
                  <a:lnTo>
                    <a:pt x="17500" y="348"/>
                  </a:lnTo>
                  <a:lnTo>
                    <a:pt x="16937" y="217"/>
                  </a:lnTo>
                  <a:lnTo>
                    <a:pt x="16322" y="87"/>
                  </a:lnTo>
                  <a:lnTo>
                    <a:pt x="15656" y="87"/>
                  </a:lnTo>
                  <a:lnTo>
                    <a:pt x="15015" y="0"/>
                  </a:lnTo>
                  <a:lnTo>
                    <a:pt x="13554" y="87"/>
                  </a:lnTo>
                  <a:lnTo>
                    <a:pt x="12043" y="130"/>
                  </a:lnTo>
                  <a:lnTo>
                    <a:pt x="10582" y="217"/>
                  </a:lnTo>
                  <a:lnTo>
                    <a:pt x="9327" y="217"/>
                  </a:lnTo>
                  <a:lnTo>
                    <a:pt x="9532" y="7258"/>
                  </a:lnTo>
                  <a:lnTo>
                    <a:pt x="9557" y="10561"/>
                  </a:lnTo>
                  <a:lnTo>
                    <a:pt x="9557" y="13603"/>
                  </a:lnTo>
                  <a:lnTo>
                    <a:pt x="7969" y="10518"/>
                  </a:lnTo>
                  <a:lnTo>
                    <a:pt x="6380" y="7171"/>
                  </a:lnTo>
                  <a:lnTo>
                    <a:pt x="4791" y="3738"/>
                  </a:lnTo>
                  <a:lnTo>
                    <a:pt x="3305" y="217"/>
                  </a:lnTo>
                  <a:lnTo>
                    <a:pt x="0" y="217"/>
                  </a:lnTo>
                  <a:lnTo>
                    <a:pt x="179" y="5476"/>
                  </a:lnTo>
                  <a:lnTo>
                    <a:pt x="205" y="8171"/>
                  </a:lnTo>
                  <a:lnTo>
                    <a:pt x="256" y="10909"/>
                  </a:lnTo>
                  <a:lnTo>
                    <a:pt x="205" y="13690"/>
                  </a:lnTo>
                  <a:lnTo>
                    <a:pt x="179" y="16385"/>
                  </a:lnTo>
                  <a:lnTo>
                    <a:pt x="0" y="21600"/>
                  </a:lnTo>
                  <a:lnTo>
                    <a:pt x="2742" y="21600"/>
                  </a:lnTo>
                  <a:lnTo>
                    <a:pt x="2562" y="17732"/>
                  </a:lnTo>
                  <a:lnTo>
                    <a:pt x="2485" y="13864"/>
                  </a:lnTo>
                  <a:lnTo>
                    <a:pt x="2434" y="10344"/>
                  </a:lnTo>
                  <a:lnTo>
                    <a:pt x="2434" y="7171"/>
                  </a:lnTo>
                  <a:lnTo>
                    <a:pt x="4151" y="10518"/>
                  </a:lnTo>
                  <a:lnTo>
                    <a:pt x="5893" y="14081"/>
                  </a:lnTo>
                  <a:lnTo>
                    <a:pt x="7661" y="17819"/>
                  </a:lnTo>
                  <a:lnTo>
                    <a:pt x="8456" y="19731"/>
                  </a:lnTo>
                  <a:lnTo>
                    <a:pt x="9275" y="21600"/>
                  </a:lnTo>
                  <a:lnTo>
                    <a:pt x="12120" y="21600"/>
                  </a:lnTo>
                  <a:lnTo>
                    <a:pt x="11991" y="16385"/>
                  </a:lnTo>
                  <a:lnTo>
                    <a:pt x="11966" y="13690"/>
                  </a:lnTo>
                  <a:lnTo>
                    <a:pt x="11915" y="10909"/>
                  </a:lnTo>
                  <a:lnTo>
                    <a:pt x="11915" y="6910"/>
                  </a:lnTo>
                  <a:lnTo>
                    <a:pt x="11991" y="2955"/>
                  </a:lnTo>
                  <a:lnTo>
                    <a:pt x="12863" y="2912"/>
                  </a:lnTo>
                  <a:lnTo>
                    <a:pt x="13913" y="2912"/>
                  </a:lnTo>
                  <a:lnTo>
                    <a:pt x="14554" y="2955"/>
                  </a:lnTo>
                  <a:lnTo>
                    <a:pt x="15143" y="3129"/>
                  </a:lnTo>
                  <a:lnTo>
                    <a:pt x="15630" y="3477"/>
                  </a:lnTo>
                  <a:lnTo>
                    <a:pt x="15835" y="3651"/>
                  </a:lnTo>
                  <a:lnTo>
                    <a:pt x="16142" y="4085"/>
                  </a:lnTo>
                  <a:lnTo>
                    <a:pt x="16270" y="4346"/>
                  </a:lnTo>
                  <a:lnTo>
                    <a:pt x="16475" y="4911"/>
                  </a:lnTo>
                  <a:lnTo>
                    <a:pt x="16604" y="5520"/>
                  </a:lnTo>
                  <a:lnTo>
                    <a:pt x="16629" y="6302"/>
                  </a:lnTo>
                  <a:lnTo>
                    <a:pt x="16604" y="6693"/>
                  </a:lnTo>
                  <a:lnTo>
                    <a:pt x="16552" y="7171"/>
                  </a:lnTo>
                  <a:lnTo>
                    <a:pt x="16475" y="7606"/>
                  </a:lnTo>
                  <a:lnTo>
                    <a:pt x="16347" y="7997"/>
                  </a:lnTo>
                  <a:lnTo>
                    <a:pt x="16245" y="8344"/>
                  </a:lnTo>
                  <a:lnTo>
                    <a:pt x="15835" y="9040"/>
                  </a:lnTo>
                  <a:lnTo>
                    <a:pt x="15630" y="9344"/>
                  </a:lnTo>
                  <a:lnTo>
                    <a:pt x="15092" y="9866"/>
                  </a:lnTo>
                  <a:lnTo>
                    <a:pt x="14528" y="10300"/>
                  </a:lnTo>
                  <a:lnTo>
                    <a:pt x="13888" y="10648"/>
                  </a:lnTo>
                  <a:lnTo>
                    <a:pt x="13196" y="10996"/>
                  </a:lnTo>
                  <a:lnTo>
                    <a:pt x="14272" y="13386"/>
                  </a:lnTo>
                  <a:lnTo>
                    <a:pt x="15451" y="16080"/>
                  </a:lnTo>
                  <a:lnTo>
                    <a:pt x="16604" y="18905"/>
                  </a:lnTo>
                  <a:lnTo>
                    <a:pt x="17654" y="21600"/>
                  </a:lnTo>
                  <a:lnTo>
                    <a:pt x="21600" y="21600"/>
                  </a:lnTo>
                  <a:lnTo>
                    <a:pt x="19166" y="16298"/>
                  </a:lnTo>
                  <a:lnTo>
                    <a:pt x="18115" y="13821"/>
                  </a:lnTo>
                  <a:lnTo>
                    <a:pt x="17167" y="11517"/>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grpSp>
      <p:sp>
        <p:nvSpPr>
          <p:cNvPr id="526" name="タイトルテキスト"/>
          <p:cNvSpPr txBox="1">
            <a:spLocks noGrp="1"/>
          </p:cNvSpPr>
          <p:nvPr>
            <p:ph type="title"/>
          </p:nvPr>
        </p:nvSpPr>
        <p:spPr>
          <a:xfrm>
            <a:off x="201000" y="259199"/>
            <a:ext cx="9504000" cy="671294"/>
          </a:xfrm>
          <a:prstGeom prst="rect">
            <a:avLst/>
          </a:prstGeom>
        </p:spPr>
        <p:txBody>
          <a:bodyPr>
            <a:normAutofit/>
          </a:bodyPr>
          <a:lstStyle/>
          <a:p>
            <a:r>
              <a:t>タイトルテキスト</a:t>
            </a:r>
          </a:p>
        </p:txBody>
      </p:sp>
      <p:sp>
        <p:nvSpPr>
          <p:cNvPr id="527" name="本文レベル1…"/>
          <p:cNvSpPr txBox="1">
            <a:spLocks noGrp="1"/>
          </p:cNvSpPr>
          <p:nvPr>
            <p:ph type="body" sz="quarter" idx="1" hasCustomPrompt="1"/>
          </p:nvPr>
        </p:nvSpPr>
        <p:spPr>
          <a:xfrm>
            <a:off x="201000" y="259199"/>
            <a:ext cx="9504000" cy="288926"/>
          </a:xfrm>
          <a:prstGeom prst="rect">
            <a:avLst/>
          </a:prstGeom>
        </p:spPr>
        <p:txBody>
          <a:bodyPr lIns="0" tIns="0" rIns="0" bIns="0" anchor="b">
            <a:normAutofit/>
          </a:bodyPr>
          <a:lstStyle>
            <a:lvl1pPr marL="0" indent="0">
              <a:spcBef>
                <a:spcPts val="0"/>
              </a:spcBef>
              <a:buClrTx/>
              <a:buSzTx/>
              <a:buNone/>
              <a:defRPr sz="1400" b="1">
                <a:solidFill>
                  <a:schemeClr val="accent1"/>
                </a:solidFill>
              </a:defRPr>
            </a:lvl1pPr>
            <a:lvl2pPr marL="0" indent="0">
              <a:spcBef>
                <a:spcPts val="0"/>
              </a:spcBef>
              <a:buClrTx/>
              <a:buSzTx/>
              <a:buNone/>
              <a:defRPr sz="1400" b="1">
                <a:solidFill>
                  <a:schemeClr val="accent1"/>
                </a:solidFill>
              </a:defRPr>
            </a:lvl2pPr>
            <a:lvl3pPr marL="0" indent="0">
              <a:spcBef>
                <a:spcPts val="0"/>
              </a:spcBef>
              <a:buClrTx/>
              <a:buSzTx/>
              <a:buNone/>
              <a:defRPr sz="1400" b="1">
                <a:solidFill>
                  <a:schemeClr val="accent1"/>
                </a:solidFill>
              </a:defRPr>
            </a:lvl3pPr>
            <a:lvl4pPr marL="0" indent="0">
              <a:spcBef>
                <a:spcPts val="0"/>
              </a:spcBef>
              <a:buClrTx/>
              <a:buSzTx/>
              <a:buNone/>
              <a:defRPr sz="1400" b="1">
                <a:solidFill>
                  <a:schemeClr val="accent1"/>
                </a:solidFill>
              </a:defRPr>
            </a:lvl4pPr>
            <a:lvl5pPr marL="0" indent="0">
              <a:spcBef>
                <a:spcPts val="0"/>
              </a:spcBef>
              <a:buClrTx/>
              <a:buSzTx/>
              <a:buNone/>
              <a:defRPr sz="1400" b="1">
                <a:solidFill>
                  <a:schemeClr val="accent1"/>
                </a:solidFill>
              </a:defRPr>
            </a:lvl5pPr>
          </a:lstStyle>
          <a:p>
            <a:r>
              <a:t>章タイトル/スライドタイトルを入力</a:t>
            </a:r>
          </a:p>
          <a:p>
            <a:pPr lvl="1"/>
            <a:endParaRPr/>
          </a:p>
          <a:p>
            <a:pPr lvl="2"/>
            <a:endParaRPr/>
          </a:p>
          <a:p>
            <a:pPr lvl="3"/>
            <a:endParaRPr/>
          </a:p>
          <a:p>
            <a:pPr lvl="4"/>
            <a:endParaRPr/>
          </a:p>
        </p:txBody>
      </p:sp>
      <p:sp>
        <p:nvSpPr>
          <p:cNvPr id="528" name="テキスト プレースホルダ 20"/>
          <p:cNvSpPr>
            <a:spLocks noGrp="1"/>
          </p:cNvSpPr>
          <p:nvPr>
            <p:ph type="body" sz="quarter" idx="21" hasCustomPrompt="1"/>
          </p:nvPr>
        </p:nvSpPr>
        <p:spPr>
          <a:xfrm>
            <a:off x="201613" y="1130399"/>
            <a:ext cx="3960002" cy="2159448"/>
          </a:xfrm>
          <a:prstGeom prst="rect">
            <a:avLst/>
          </a:prstGeom>
          <a:ln w="3175">
            <a:solidFill>
              <a:schemeClr val="accent1"/>
            </a:solidFill>
            <a:round/>
          </a:ln>
        </p:spPr>
        <p:txBody>
          <a:bodyPr lIns="0" tIns="0" rIns="0" bIns="0">
            <a:normAutofit/>
          </a:bodyPr>
          <a:lstStyle/>
          <a:p>
            <a:pPr marL="0" lvl="3" indent="0">
              <a:spcBef>
                <a:spcPts val="200"/>
              </a:spcBef>
              <a:buClrTx/>
              <a:buSzTx/>
              <a:buNone/>
              <a:defRPr b="1">
                <a:solidFill>
                  <a:schemeClr val="accent1"/>
                </a:solidFill>
              </a:defRPr>
            </a:pPr>
            <a:r>
              <a:t>経歴
マスター テキストの書式設定
第 2 レベル
第 3 レベル</a:t>
            </a:r>
          </a:p>
        </p:txBody>
      </p:sp>
      <p:sp>
        <p:nvSpPr>
          <p:cNvPr id="529" name="テキスト プレースホルダ 20"/>
          <p:cNvSpPr>
            <a:spLocks noGrp="1"/>
          </p:cNvSpPr>
          <p:nvPr>
            <p:ph type="body" sz="quarter" idx="22" hasCustomPrompt="1"/>
          </p:nvPr>
        </p:nvSpPr>
        <p:spPr>
          <a:xfrm>
            <a:off x="201613" y="3592800"/>
            <a:ext cx="3960002" cy="2860389"/>
          </a:xfrm>
          <a:prstGeom prst="rect">
            <a:avLst/>
          </a:prstGeom>
        </p:spPr>
        <p:txBody>
          <a:bodyPr lIns="0" tIns="0" rIns="0" bIns="0">
            <a:normAutofit/>
          </a:bodyPr>
          <a:lstStyle/>
          <a:p>
            <a:pPr marL="0" lvl="3" indent="0">
              <a:spcBef>
                <a:spcPts val="200"/>
              </a:spcBef>
              <a:buClrTx/>
              <a:buSzTx/>
              <a:buNone/>
              <a:defRPr b="1">
                <a:solidFill>
                  <a:schemeClr val="accent1"/>
                </a:solidFill>
              </a:defRPr>
            </a:pPr>
            <a:r>
              <a:t>専門
マスター テキストの書式設定
第 2 レベル
第 3 レベル</a:t>
            </a:r>
          </a:p>
        </p:txBody>
      </p:sp>
      <p:sp>
        <p:nvSpPr>
          <p:cNvPr id="530" name="テキスト プレースホルダ 20"/>
          <p:cNvSpPr>
            <a:spLocks noGrp="1"/>
          </p:cNvSpPr>
          <p:nvPr>
            <p:ph type="body" idx="23" hasCustomPrompt="1"/>
          </p:nvPr>
        </p:nvSpPr>
        <p:spPr>
          <a:xfrm>
            <a:off x="4521975" y="1130400"/>
            <a:ext cx="5184001" cy="5322788"/>
          </a:xfrm>
          <a:prstGeom prst="rect">
            <a:avLst/>
          </a:prstGeom>
          <a:ln w="3175">
            <a:solidFill>
              <a:schemeClr val="accent1"/>
            </a:solidFill>
            <a:round/>
          </a:ln>
        </p:spPr>
        <p:txBody>
          <a:bodyPr lIns="0" tIns="0" rIns="0" bIns="0">
            <a:normAutofit/>
          </a:bodyPr>
          <a:lstStyle/>
          <a:p>
            <a:pPr marL="0" lvl="3" indent="0">
              <a:spcBef>
                <a:spcPts val="200"/>
              </a:spcBef>
              <a:buClrTx/>
              <a:buSzTx/>
              <a:buNone/>
              <a:defRPr b="1">
                <a:solidFill>
                  <a:schemeClr val="accent1"/>
                </a:solidFill>
              </a:defRPr>
            </a:pPr>
            <a:r>
              <a:t>主要プロジェクト
マスター テキストの書式設定
第 2 レベル
第 3 レベル</a:t>
            </a:r>
          </a:p>
        </p:txBody>
      </p:sp>
    </p:spTree>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tx">
  <p:cSld name="白紙">
    <p:spTree>
      <p:nvGrpSpPr>
        <p:cNvPr id="1" name=""/>
        <p:cNvGrpSpPr/>
        <p:nvPr/>
      </p:nvGrpSpPr>
      <p:grpSpPr>
        <a:xfrm>
          <a:off x="0" y="0"/>
          <a:ext cx="0" cy="0"/>
          <a:chOff x="0" y="0"/>
          <a:chExt cx="0" cy="0"/>
        </a:xfrm>
      </p:grpSpPr>
      <p:sp>
        <p:nvSpPr>
          <p:cNvPr id="537" name="スライド番号"/>
          <p:cNvSpPr txBox="1">
            <a:spLocks noGrp="1"/>
          </p:cNvSpPr>
          <p:nvPr>
            <p:ph type="sldNum" sz="quarter" idx="2"/>
          </p:nvPr>
        </p:nvSpPr>
        <p:spPr>
          <a:xfrm>
            <a:off x="9723784" y="6620921"/>
            <a:ext cx="182217" cy="177801"/>
          </a:xfrm>
          <a:prstGeom prst="rect">
            <a:avLst/>
          </a:prstGeom>
        </p:spPr>
        <p:txBody>
          <a:bodyPr lIns="0" tIns="0" rIns="0" bIns="0"/>
          <a:lstStyle>
            <a:lvl1pPr>
              <a:defRPr>
                <a:solidFill>
                  <a:schemeClr val="accent1"/>
                </a:solidFill>
              </a:defRPr>
            </a:lvl1pPr>
          </a:lstStyle>
          <a:p>
            <a:fld id="{86CB4B4D-7CA3-9044-876B-883B54F8677D}" type="slidenum">
              <a:t>‹#›</a:t>
            </a:fld>
            <a:endParaRPr/>
          </a:p>
        </p:txBody>
      </p:sp>
      <p:sp>
        <p:nvSpPr>
          <p:cNvPr id="538" name="テキスト ボックス 10"/>
          <p:cNvSpPr txBox="1"/>
          <p:nvPr/>
        </p:nvSpPr>
        <p:spPr>
          <a:xfrm>
            <a:off x="5940298" y="6620361"/>
            <a:ext cx="3113892"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lgn="r">
              <a:defRPr sz="800">
                <a:solidFill>
                  <a:schemeClr val="accent1"/>
                </a:solidFill>
              </a:defRPr>
            </a:pPr>
            <a:r>
              <a:t>Copyrigh</a:t>
            </a:r>
            <a:r>
              <a:rPr spc="-1000"/>
              <a:t>t</a:t>
            </a:r>
            <a:r>
              <a:rPr>
                <a:solidFill>
                  <a:srgbClr val="001279"/>
                </a:solidFill>
              </a:rPr>
              <a:t>（C）</a:t>
            </a:r>
            <a:r>
              <a:t> Nomura Research Institute, Ltd. All rights reserved.</a:t>
            </a:r>
          </a:p>
        </p:txBody>
      </p:sp>
      <p:grpSp>
        <p:nvGrpSpPr>
          <p:cNvPr id="541" name="グループ化 11"/>
          <p:cNvGrpSpPr/>
          <p:nvPr/>
        </p:nvGrpSpPr>
        <p:grpSpPr>
          <a:xfrm>
            <a:off x="9129156" y="6620361"/>
            <a:ext cx="288340" cy="145026"/>
            <a:chOff x="0" y="0"/>
            <a:chExt cx="288338" cy="145025"/>
          </a:xfrm>
        </p:grpSpPr>
        <p:sp>
          <p:nvSpPr>
            <p:cNvPr id="539" name="Freeform 290"/>
            <p:cNvSpPr/>
            <p:nvPr/>
          </p:nvSpPr>
          <p:spPr>
            <a:xfrm>
              <a:off x="249737" y="584"/>
              <a:ext cx="38602" cy="14385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8" y="5312"/>
                  </a:lnTo>
                  <a:lnTo>
                    <a:pt x="1145" y="8034"/>
                  </a:lnTo>
                  <a:lnTo>
                    <a:pt x="1309" y="10800"/>
                  </a:lnTo>
                  <a:lnTo>
                    <a:pt x="1145" y="13610"/>
                  </a:lnTo>
                  <a:lnTo>
                    <a:pt x="818" y="16332"/>
                  </a:lnTo>
                  <a:lnTo>
                    <a:pt x="0" y="21600"/>
                  </a:lnTo>
                  <a:lnTo>
                    <a:pt x="21600" y="21600"/>
                  </a:lnTo>
                  <a:lnTo>
                    <a:pt x="20782" y="16332"/>
                  </a:lnTo>
                  <a:lnTo>
                    <a:pt x="20291" y="13610"/>
                  </a:lnTo>
                  <a:lnTo>
                    <a:pt x="20291" y="8034"/>
                  </a:lnTo>
                  <a:lnTo>
                    <a:pt x="20782" y="5312"/>
                  </a:lnTo>
                  <a:lnTo>
                    <a:pt x="21600" y="0"/>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sp>
          <p:nvSpPr>
            <p:cNvPr id="540" name="Freeform 291"/>
            <p:cNvSpPr/>
            <p:nvPr/>
          </p:nvSpPr>
          <p:spPr>
            <a:xfrm>
              <a:off x="-1" y="0"/>
              <a:ext cx="246230" cy="145026"/>
            </a:xfrm>
            <a:custGeom>
              <a:avLst/>
              <a:gdLst/>
              <a:ahLst/>
              <a:cxnLst>
                <a:cxn ang="0">
                  <a:pos x="wd2" y="hd2"/>
                </a:cxn>
                <a:cxn ang="5400000">
                  <a:pos x="wd2" y="hd2"/>
                </a:cxn>
                <a:cxn ang="10800000">
                  <a:pos x="wd2" y="hd2"/>
                </a:cxn>
                <a:cxn ang="16200000">
                  <a:pos x="wd2" y="hd2"/>
                </a:cxn>
              </a:cxnLst>
              <a:rect l="0" t="0" r="r" b="b"/>
              <a:pathLst>
                <a:path w="21600" h="21600" extrusionOk="0">
                  <a:moveTo>
                    <a:pt x="17167" y="11517"/>
                  </a:moveTo>
                  <a:lnTo>
                    <a:pt x="17859" y="11039"/>
                  </a:lnTo>
                  <a:lnTo>
                    <a:pt x="18423" y="10431"/>
                  </a:lnTo>
                  <a:lnTo>
                    <a:pt x="18961" y="9822"/>
                  </a:lnTo>
                  <a:lnTo>
                    <a:pt x="19396" y="9040"/>
                  </a:lnTo>
                  <a:lnTo>
                    <a:pt x="19730" y="8214"/>
                  </a:lnTo>
                  <a:lnTo>
                    <a:pt x="19986" y="7301"/>
                  </a:lnTo>
                  <a:lnTo>
                    <a:pt x="20088" y="6910"/>
                  </a:lnTo>
                  <a:lnTo>
                    <a:pt x="20140" y="6432"/>
                  </a:lnTo>
                  <a:lnTo>
                    <a:pt x="20191" y="5998"/>
                  </a:lnTo>
                  <a:lnTo>
                    <a:pt x="20191" y="4998"/>
                  </a:lnTo>
                  <a:lnTo>
                    <a:pt x="20140" y="4476"/>
                  </a:lnTo>
                  <a:lnTo>
                    <a:pt x="20088" y="3998"/>
                  </a:lnTo>
                  <a:lnTo>
                    <a:pt x="20011" y="3520"/>
                  </a:lnTo>
                  <a:lnTo>
                    <a:pt x="19883" y="3129"/>
                  </a:lnTo>
                  <a:lnTo>
                    <a:pt x="19730" y="2695"/>
                  </a:lnTo>
                  <a:lnTo>
                    <a:pt x="19601" y="2347"/>
                  </a:lnTo>
                  <a:lnTo>
                    <a:pt x="19396" y="1999"/>
                  </a:lnTo>
                  <a:lnTo>
                    <a:pt x="19012" y="1391"/>
                  </a:lnTo>
                  <a:lnTo>
                    <a:pt x="18551" y="956"/>
                  </a:lnTo>
                  <a:lnTo>
                    <a:pt x="18064" y="608"/>
                  </a:lnTo>
                  <a:lnTo>
                    <a:pt x="17500" y="348"/>
                  </a:lnTo>
                  <a:lnTo>
                    <a:pt x="16937" y="217"/>
                  </a:lnTo>
                  <a:lnTo>
                    <a:pt x="16322" y="87"/>
                  </a:lnTo>
                  <a:lnTo>
                    <a:pt x="15656" y="87"/>
                  </a:lnTo>
                  <a:lnTo>
                    <a:pt x="15015" y="0"/>
                  </a:lnTo>
                  <a:lnTo>
                    <a:pt x="13554" y="87"/>
                  </a:lnTo>
                  <a:lnTo>
                    <a:pt x="12043" y="130"/>
                  </a:lnTo>
                  <a:lnTo>
                    <a:pt x="10582" y="217"/>
                  </a:lnTo>
                  <a:lnTo>
                    <a:pt x="9327" y="217"/>
                  </a:lnTo>
                  <a:lnTo>
                    <a:pt x="9532" y="7258"/>
                  </a:lnTo>
                  <a:lnTo>
                    <a:pt x="9557" y="10561"/>
                  </a:lnTo>
                  <a:lnTo>
                    <a:pt x="9557" y="13603"/>
                  </a:lnTo>
                  <a:lnTo>
                    <a:pt x="7969" y="10518"/>
                  </a:lnTo>
                  <a:lnTo>
                    <a:pt x="6380" y="7171"/>
                  </a:lnTo>
                  <a:lnTo>
                    <a:pt x="4791" y="3738"/>
                  </a:lnTo>
                  <a:lnTo>
                    <a:pt x="3305" y="217"/>
                  </a:lnTo>
                  <a:lnTo>
                    <a:pt x="0" y="217"/>
                  </a:lnTo>
                  <a:lnTo>
                    <a:pt x="179" y="5476"/>
                  </a:lnTo>
                  <a:lnTo>
                    <a:pt x="205" y="8171"/>
                  </a:lnTo>
                  <a:lnTo>
                    <a:pt x="256" y="10909"/>
                  </a:lnTo>
                  <a:lnTo>
                    <a:pt x="205" y="13690"/>
                  </a:lnTo>
                  <a:lnTo>
                    <a:pt x="179" y="16385"/>
                  </a:lnTo>
                  <a:lnTo>
                    <a:pt x="0" y="21600"/>
                  </a:lnTo>
                  <a:lnTo>
                    <a:pt x="2742" y="21600"/>
                  </a:lnTo>
                  <a:lnTo>
                    <a:pt x="2562" y="17732"/>
                  </a:lnTo>
                  <a:lnTo>
                    <a:pt x="2485" y="13864"/>
                  </a:lnTo>
                  <a:lnTo>
                    <a:pt x="2434" y="10344"/>
                  </a:lnTo>
                  <a:lnTo>
                    <a:pt x="2434" y="7171"/>
                  </a:lnTo>
                  <a:lnTo>
                    <a:pt x="4151" y="10518"/>
                  </a:lnTo>
                  <a:lnTo>
                    <a:pt x="5893" y="14081"/>
                  </a:lnTo>
                  <a:lnTo>
                    <a:pt x="7661" y="17819"/>
                  </a:lnTo>
                  <a:lnTo>
                    <a:pt x="8456" y="19731"/>
                  </a:lnTo>
                  <a:lnTo>
                    <a:pt x="9275" y="21600"/>
                  </a:lnTo>
                  <a:lnTo>
                    <a:pt x="12120" y="21600"/>
                  </a:lnTo>
                  <a:lnTo>
                    <a:pt x="11991" y="16385"/>
                  </a:lnTo>
                  <a:lnTo>
                    <a:pt x="11966" y="13690"/>
                  </a:lnTo>
                  <a:lnTo>
                    <a:pt x="11915" y="10909"/>
                  </a:lnTo>
                  <a:lnTo>
                    <a:pt x="11915" y="6910"/>
                  </a:lnTo>
                  <a:lnTo>
                    <a:pt x="11991" y="2955"/>
                  </a:lnTo>
                  <a:lnTo>
                    <a:pt x="12863" y="2912"/>
                  </a:lnTo>
                  <a:lnTo>
                    <a:pt x="13913" y="2912"/>
                  </a:lnTo>
                  <a:lnTo>
                    <a:pt x="14554" y="2955"/>
                  </a:lnTo>
                  <a:lnTo>
                    <a:pt x="15143" y="3129"/>
                  </a:lnTo>
                  <a:lnTo>
                    <a:pt x="15630" y="3477"/>
                  </a:lnTo>
                  <a:lnTo>
                    <a:pt x="15835" y="3651"/>
                  </a:lnTo>
                  <a:lnTo>
                    <a:pt x="16142" y="4085"/>
                  </a:lnTo>
                  <a:lnTo>
                    <a:pt x="16270" y="4346"/>
                  </a:lnTo>
                  <a:lnTo>
                    <a:pt x="16475" y="4911"/>
                  </a:lnTo>
                  <a:lnTo>
                    <a:pt x="16604" y="5520"/>
                  </a:lnTo>
                  <a:lnTo>
                    <a:pt x="16629" y="6302"/>
                  </a:lnTo>
                  <a:lnTo>
                    <a:pt x="16604" y="6693"/>
                  </a:lnTo>
                  <a:lnTo>
                    <a:pt x="16552" y="7171"/>
                  </a:lnTo>
                  <a:lnTo>
                    <a:pt x="16475" y="7606"/>
                  </a:lnTo>
                  <a:lnTo>
                    <a:pt x="16347" y="7997"/>
                  </a:lnTo>
                  <a:lnTo>
                    <a:pt x="16245" y="8344"/>
                  </a:lnTo>
                  <a:lnTo>
                    <a:pt x="15835" y="9040"/>
                  </a:lnTo>
                  <a:lnTo>
                    <a:pt x="15630" y="9344"/>
                  </a:lnTo>
                  <a:lnTo>
                    <a:pt x="15092" y="9866"/>
                  </a:lnTo>
                  <a:lnTo>
                    <a:pt x="14528" y="10300"/>
                  </a:lnTo>
                  <a:lnTo>
                    <a:pt x="13888" y="10648"/>
                  </a:lnTo>
                  <a:lnTo>
                    <a:pt x="13196" y="10996"/>
                  </a:lnTo>
                  <a:lnTo>
                    <a:pt x="14272" y="13386"/>
                  </a:lnTo>
                  <a:lnTo>
                    <a:pt x="15451" y="16080"/>
                  </a:lnTo>
                  <a:lnTo>
                    <a:pt x="16604" y="18905"/>
                  </a:lnTo>
                  <a:lnTo>
                    <a:pt x="17654" y="21600"/>
                  </a:lnTo>
                  <a:lnTo>
                    <a:pt x="21600" y="21600"/>
                  </a:lnTo>
                  <a:lnTo>
                    <a:pt x="19166" y="16298"/>
                  </a:lnTo>
                  <a:lnTo>
                    <a:pt x="18115" y="13821"/>
                  </a:lnTo>
                  <a:lnTo>
                    <a:pt x="17167" y="11517"/>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grpSp>
    </p:spTree>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x">
  <p:cSld name="裏表紙">
    <p:spTree>
      <p:nvGrpSpPr>
        <p:cNvPr id="1" name=""/>
        <p:cNvGrpSpPr/>
        <p:nvPr/>
      </p:nvGrpSpPr>
      <p:grpSpPr>
        <a:xfrm>
          <a:off x="0" y="0"/>
          <a:ext cx="0" cy="0"/>
          <a:chOff x="0" y="0"/>
          <a:chExt cx="0" cy="0"/>
        </a:xfrm>
      </p:grpSpPr>
      <p:pic>
        <p:nvPicPr>
          <p:cNvPr id="548" name="図 26" descr="図 26"/>
          <p:cNvPicPr>
            <a:picLocks noChangeAspect="1"/>
          </p:cNvPicPr>
          <p:nvPr/>
        </p:nvPicPr>
        <p:blipFill>
          <a:blip r:embed="rId2"/>
          <a:stretch>
            <a:fillRect/>
          </a:stretch>
        </p:blipFill>
        <p:spPr>
          <a:xfrm>
            <a:off x="2148839" y="1981200"/>
            <a:ext cx="5608322" cy="2895600"/>
          </a:xfrm>
          <a:prstGeom prst="rect">
            <a:avLst/>
          </a:prstGeom>
          <a:ln w="12700">
            <a:miter lim="400000"/>
          </a:ln>
        </p:spPr>
      </p:pic>
      <p:sp>
        <p:nvSpPr>
          <p:cNvPr id="549" name="スライド番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x">
  <p:cSld name="1_章＋1行タイトル+本文">
    <p:spTree>
      <p:nvGrpSpPr>
        <p:cNvPr id="1" name=""/>
        <p:cNvGrpSpPr/>
        <p:nvPr/>
      </p:nvGrpSpPr>
      <p:grpSpPr>
        <a:xfrm>
          <a:off x="0" y="0"/>
          <a:ext cx="0" cy="0"/>
          <a:chOff x="0" y="0"/>
          <a:chExt cx="0" cy="0"/>
        </a:xfrm>
      </p:grpSpPr>
      <p:sp>
        <p:nvSpPr>
          <p:cNvPr id="556" name="スライド番号"/>
          <p:cNvSpPr txBox="1">
            <a:spLocks noGrp="1"/>
          </p:cNvSpPr>
          <p:nvPr>
            <p:ph type="sldNum" sz="quarter" idx="2"/>
          </p:nvPr>
        </p:nvSpPr>
        <p:spPr>
          <a:xfrm>
            <a:off x="9723784" y="6620921"/>
            <a:ext cx="182217" cy="177801"/>
          </a:xfrm>
          <a:prstGeom prst="rect">
            <a:avLst/>
          </a:prstGeom>
        </p:spPr>
        <p:txBody>
          <a:bodyPr lIns="0" tIns="0" rIns="0" bIns="0"/>
          <a:lstStyle>
            <a:lvl1pPr>
              <a:defRPr>
                <a:solidFill>
                  <a:schemeClr val="accent1"/>
                </a:solidFill>
              </a:defRPr>
            </a:lvl1pPr>
          </a:lstStyle>
          <a:p>
            <a:fld id="{86CB4B4D-7CA3-9044-876B-883B54F8677D}" type="slidenum">
              <a:t>‹#›</a:t>
            </a:fld>
            <a:endParaRPr/>
          </a:p>
        </p:txBody>
      </p:sp>
      <p:sp>
        <p:nvSpPr>
          <p:cNvPr id="557" name="テキスト ボックス 10"/>
          <p:cNvSpPr txBox="1"/>
          <p:nvPr/>
        </p:nvSpPr>
        <p:spPr>
          <a:xfrm>
            <a:off x="5940298" y="6620361"/>
            <a:ext cx="3113892"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lgn="r">
              <a:defRPr sz="800">
                <a:solidFill>
                  <a:schemeClr val="accent1"/>
                </a:solidFill>
              </a:defRPr>
            </a:pPr>
            <a:r>
              <a:t>Copyrigh</a:t>
            </a:r>
            <a:r>
              <a:rPr spc="-1000"/>
              <a:t>t</a:t>
            </a:r>
            <a:r>
              <a:rPr>
                <a:solidFill>
                  <a:srgbClr val="001279"/>
                </a:solidFill>
              </a:rPr>
              <a:t>（C）</a:t>
            </a:r>
            <a:r>
              <a:t> Nomura Research Institute, Ltd. All rights reserved.</a:t>
            </a:r>
          </a:p>
        </p:txBody>
      </p:sp>
      <p:grpSp>
        <p:nvGrpSpPr>
          <p:cNvPr id="560" name="グループ化 11"/>
          <p:cNvGrpSpPr/>
          <p:nvPr/>
        </p:nvGrpSpPr>
        <p:grpSpPr>
          <a:xfrm>
            <a:off x="9129156" y="6620361"/>
            <a:ext cx="288340" cy="145026"/>
            <a:chOff x="0" y="0"/>
            <a:chExt cx="288338" cy="145025"/>
          </a:xfrm>
        </p:grpSpPr>
        <p:sp>
          <p:nvSpPr>
            <p:cNvPr id="558" name="Freeform 290"/>
            <p:cNvSpPr/>
            <p:nvPr/>
          </p:nvSpPr>
          <p:spPr>
            <a:xfrm>
              <a:off x="249737" y="584"/>
              <a:ext cx="38602" cy="14385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8" y="5312"/>
                  </a:lnTo>
                  <a:lnTo>
                    <a:pt x="1145" y="8034"/>
                  </a:lnTo>
                  <a:lnTo>
                    <a:pt x="1309" y="10800"/>
                  </a:lnTo>
                  <a:lnTo>
                    <a:pt x="1145" y="13610"/>
                  </a:lnTo>
                  <a:lnTo>
                    <a:pt x="818" y="16332"/>
                  </a:lnTo>
                  <a:lnTo>
                    <a:pt x="0" y="21600"/>
                  </a:lnTo>
                  <a:lnTo>
                    <a:pt x="21600" y="21600"/>
                  </a:lnTo>
                  <a:lnTo>
                    <a:pt x="20782" y="16332"/>
                  </a:lnTo>
                  <a:lnTo>
                    <a:pt x="20291" y="13610"/>
                  </a:lnTo>
                  <a:lnTo>
                    <a:pt x="20291" y="8034"/>
                  </a:lnTo>
                  <a:lnTo>
                    <a:pt x="20782" y="5312"/>
                  </a:lnTo>
                  <a:lnTo>
                    <a:pt x="21600" y="0"/>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sp>
          <p:nvSpPr>
            <p:cNvPr id="559" name="Freeform 291"/>
            <p:cNvSpPr/>
            <p:nvPr/>
          </p:nvSpPr>
          <p:spPr>
            <a:xfrm>
              <a:off x="-1" y="0"/>
              <a:ext cx="246230" cy="145026"/>
            </a:xfrm>
            <a:custGeom>
              <a:avLst/>
              <a:gdLst/>
              <a:ahLst/>
              <a:cxnLst>
                <a:cxn ang="0">
                  <a:pos x="wd2" y="hd2"/>
                </a:cxn>
                <a:cxn ang="5400000">
                  <a:pos x="wd2" y="hd2"/>
                </a:cxn>
                <a:cxn ang="10800000">
                  <a:pos x="wd2" y="hd2"/>
                </a:cxn>
                <a:cxn ang="16200000">
                  <a:pos x="wd2" y="hd2"/>
                </a:cxn>
              </a:cxnLst>
              <a:rect l="0" t="0" r="r" b="b"/>
              <a:pathLst>
                <a:path w="21600" h="21600" extrusionOk="0">
                  <a:moveTo>
                    <a:pt x="17167" y="11517"/>
                  </a:moveTo>
                  <a:lnTo>
                    <a:pt x="17859" y="11039"/>
                  </a:lnTo>
                  <a:lnTo>
                    <a:pt x="18423" y="10431"/>
                  </a:lnTo>
                  <a:lnTo>
                    <a:pt x="18961" y="9822"/>
                  </a:lnTo>
                  <a:lnTo>
                    <a:pt x="19396" y="9040"/>
                  </a:lnTo>
                  <a:lnTo>
                    <a:pt x="19730" y="8214"/>
                  </a:lnTo>
                  <a:lnTo>
                    <a:pt x="19986" y="7301"/>
                  </a:lnTo>
                  <a:lnTo>
                    <a:pt x="20088" y="6910"/>
                  </a:lnTo>
                  <a:lnTo>
                    <a:pt x="20140" y="6432"/>
                  </a:lnTo>
                  <a:lnTo>
                    <a:pt x="20191" y="5998"/>
                  </a:lnTo>
                  <a:lnTo>
                    <a:pt x="20191" y="4998"/>
                  </a:lnTo>
                  <a:lnTo>
                    <a:pt x="20140" y="4476"/>
                  </a:lnTo>
                  <a:lnTo>
                    <a:pt x="20088" y="3998"/>
                  </a:lnTo>
                  <a:lnTo>
                    <a:pt x="20011" y="3520"/>
                  </a:lnTo>
                  <a:lnTo>
                    <a:pt x="19883" y="3129"/>
                  </a:lnTo>
                  <a:lnTo>
                    <a:pt x="19730" y="2695"/>
                  </a:lnTo>
                  <a:lnTo>
                    <a:pt x="19601" y="2347"/>
                  </a:lnTo>
                  <a:lnTo>
                    <a:pt x="19396" y="1999"/>
                  </a:lnTo>
                  <a:lnTo>
                    <a:pt x="19012" y="1391"/>
                  </a:lnTo>
                  <a:lnTo>
                    <a:pt x="18551" y="956"/>
                  </a:lnTo>
                  <a:lnTo>
                    <a:pt x="18064" y="608"/>
                  </a:lnTo>
                  <a:lnTo>
                    <a:pt x="17500" y="348"/>
                  </a:lnTo>
                  <a:lnTo>
                    <a:pt x="16937" y="217"/>
                  </a:lnTo>
                  <a:lnTo>
                    <a:pt x="16322" y="87"/>
                  </a:lnTo>
                  <a:lnTo>
                    <a:pt x="15656" y="87"/>
                  </a:lnTo>
                  <a:lnTo>
                    <a:pt x="15015" y="0"/>
                  </a:lnTo>
                  <a:lnTo>
                    <a:pt x="13554" y="87"/>
                  </a:lnTo>
                  <a:lnTo>
                    <a:pt x="12043" y="130"/>
                  </a:lnTo>
                  <a:lnTo>
                    <a:pt x="10582" y="217"/>
                  </a:lnTo>
                  <a:lnTo>
                    <a:pt x="9327" y="217"/>
                  </a:lnTo>
                  <a:lnTo>
                    <a:pt x="9532" y="7258"/>
                  </a:lnTo>
                  <a:lnTo>
                    <a:pt x="9557" y="10561"/>
                  </a:lnTo>
                  <a:lnTo>
                    <a:pt x="9557" y="13603"/>
                  </a:lnTo>
                  <a:lnTo>
                    <a:pt x="7969" y="10518"/>
                  </a:lnTo>
                  <a:lnTo>
                    <a:pt x="6380" y="7171"/>
                  </a:lnTo>
                  <a:lnTo>
                    <a:pt x="4791" y="3738"/>
                  </a:lnTo>
                  <a:lnTo>
                    <a:pt x="3305" y="217"/>
                  </a:lnTo>
                  <a:lnTo>
                    <a:pt x="0" y="217"/>
                  </a:lnTo>
                  <a:lnTo>
                    <a:pt x="179" y="5476"/>
                  </a:lnTo>
                  <a:lnTo>
                    <a:pt x="205" y="8171"/>
                  </a:lnTo>
                  <a:lnTo>
                    <a:pt x="256" y="10909"/>
                  </a:lnTo>
                  <a:lnTo>
                    <a:pt x="205" y="13690"/>
                  </a:lnTo>
                  <a:lnTo>
                    <a:pt x="179" y="16385"/>
                  </a:lnTo>
                  <a:lnTo>
                    <a:pt x="0" y="21600"/>
                  </a:lnTo>
                  <a:lnTo>
                    <a:pt x="2742" y="21600"/>
                  </a:lnTo>
                  <a:lnTo>
                    <a:pt x="2562" y="17732"/>
                  </a:lnTo>
                  <a:lnTo>
                    <a:pt x="2485" y="13864"/>
                  </a:lnTo>
                  <a:lnTo>
                    <a:pt x="2434" y="10344"/>
                  </a:lnTo>
                  <a:lnTo>
                    <a:pt x="2434" y="7171"/>
                  </a:lnTo>
                  <a:lnTo>
                    <a:pt x="4151" y="10518"/>
                  </a:lnTo>
                  <a:lnTo>
                    <a:pt x="5893" y="14081"/>
                  </a:lnTo>
                  <a:lnTo>
                    <a:pt x="7661" y="17819"/>
                  </a:lnTo>
                  <a:lnTo>
                    <a:pt x="8456" y="19731"/>
                  </a:lnTo>
                  <a:lnTo>
                    <a:pt x="9275" y="21600"/>
                  </a:lnTo>
                  <a:lnTo>
                    <a:pt x="12120" y="21600"/>
                  </a:lnTo>
                  <a:lnTo>
                    <a:pt x="11991" y="16385"/>
                  </a:lnTo>
                  <a:lnTo>
                    <a:pt x="11966" y="13690"/>
                  </a:lnTo>
                  <a:lnTo>
                    <a:pt x="11915" y="10909"/>
                  </a:lnTo>
                  <a:lnTo>
                    <a:pt x="11915" y="6910"/>
                  </a:lnTo>
                  <a:lnTo>
                    <a:pt x="11991" y="2955"/>
                  </a:lnTo>
                  <a:lnTo>
                    <a:pt x="12863" y="2912"/>
                  </a:lnTo>
                  <a:lnTo>
                    <a:pt x="13913" y="2912"/>
                  </a:lnTo>
                  <a:lnTo>
                    <a:pt x="14554" y="2955"/>
                  </a:lnTo>
                  <a:lnTo>
                    <a:pt x="15143" y="3129"/>
                  </a:lnTo>
                  <a:lnTo>
                    <a:pt x="15630" y="3477"/>
                  </a:lnTo>
                  <a:lnTo>
                    <a:pt x="15835" y="3651"/>
                  </a:lnTo>
                  <a:lnTo>
                    <a:pt x="16142" y="4085"/>
                  </a:lnTo>
                  <a:lnTo>
                    <a:pt x="16270" y="4346"/>
                  </a:lnTo>
                  <a:lnTo>
                    <a:pt x="16475" y="4911"/>
                  </a:lnTo>
                  <a:lnTo>
                    <a:pt x="16604" y="5520"/>
                  </a:lnTo>
                  <a:lnTo>
                    <a:pt x="16629" y="6302"/>
                  </a:lnTo>
                  <a:lnTo>
                    <a:pt x="16604" y="6693"/>
                  </a:lnTo>
                  <a:lnTo>
                    <a:pt x="16552" y="7171"/>
                  </a:lnTo>
                  <a:lnTo>
                    <a:pt x="16475" y="7606"/>
                  </a:lnTo>
                  <a:lnTo>
                    <a:pt x="16347" y="7997"/>
                  </a:lnTo>
                  <a:lnTo>
                    <a:pt x="16245" y="8344"/>
                  </a:lnTo>
                  <a:lnTo>
                    <a:pt x="15835" y="9040"/>
                  </a:lnTo>
                  <a:lnTo>
                    <a:pt x="15630" y="9344"/>
                  </a:lnTo>
                  <a:lnTo>
                    <a:pt x="15092" y="9866"/>
                  </a:lnTo>
                  <a:lnTo>
                    <a:pt x="14528" y="10300"/>
                  </a:lnTo>
                  <a:lnTo>
                    <a:pt x="13888" y="10648"/>
                  </a:lnTo>
                  <a:lnTo>
                    <a:pt x="13196" y="10996"/>
                  </a:lnTo>
                  <a:lnTo>
                    <a:pt x="14272" y="13386"/>
                  </a:lnTo>
                  <a:lnTo>
                    <a:pt x="15451" y="16080"/>
                  </a:lnTo>
                  <a:lnTo>
                    <a:pt x="16604" y="18905"/>
                  </a:lnTo>
                  <a:lnTo>
                    <a:pt x="17654" y="21600"/>
                  </a:lnTo>
                  <a:lnTo>
                    <a:pt x="21600" y="21600"/>
                  </a:lnTo>
                  <a:lnTo>
                    <a:pt x="19166" y="16298"/>
                  </a:lnTo>
                  <a:lnTo>
                    <a:pt x="18115" y="13821"/>
                  </a:lnTo>
                  <a:lnTo>
                    <a:pt x="17167" y="11517"/>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grpSp>
      <p:sp>
        <p:nvSpPr>
          <p:cNvPr id="561" name="本文レベル1…"/>
          <p:cNvSpPr txBox="1">
            <a:spLocks noGrp="1"/>
          </p:cNvSpPr>
          <p:nvPr>
            <p:ph type="body" sz="quarter" idx="1" hasCustomPrompt="1"/>
          </p:nvPr>
        </p:nvSpPr>
        <p:spPr>
          <a:xfrm>
            <a:off x="201975" y="259238"/>
            <a:ext cx="9504000" cy="671294"/>
          </a:xfrm>
          <a:prstGeom prst="rect">
            <a:avLst/>
          </a:prstGeom>
          <a:blipFill>
            <a:blip r:embed="rId2"/>
            <a:stretch>
              <a:fillRect/>
            </a:stretch>
          </a:blipFill>
        </p:spPr>
        <p:txBody>
          <a:bodyPr lIns="0" tIns="0" rIns="0" bIns="0">
            <a:normAutofit/>
          </a:bodyPr>
          <a:lstStyle>
            <a:lvl1pPr marL="0" indent="0">
              <a:spcBef>
                <a:spcPts val="0"/>
              </a:spcBef>
              <a:buClrTx/>
              <a:buSzTx/>
              <a:buNone/>
              <a:defRPr sz="2000" b="1">
                <a:solidFill>
                  <a:schemeClr val="accent1"/>
                </a:solidFill>
              </a:defRPr>
            </a:lvl1pPr>
            <a:lvl2pPr marL="708252" indent="-328840">
              <a:spcBef>
                <a:spcPts val="0"/>
              </a:spcBef>
              <a:buClrTx/>
              <a:defRPr sz="2000" b="1">
                <a:solidFill>
                  <a:schemeClr val="accent1"/>
                </a:solidFill>
              </a:defRPr>
            </a:lvl2pPr>
            <a:lvl3pPr marL="1068614" indent="-281214">
              <a:spcBef>
                <a:spcPts val="0"/>
              </a:spcBef>
              <a:buClrTx/>
              <a:defRPr sz="2000" b="1">
                <a:solidFill>
                  <a:schemeClr val="accent1"/>
                </a:solidFill>
              </a:defRPr>
            </a:lvl3pPr>
            <a:lvl4pPr marL="1482725" indent="-317500">
              <a:spcBef>
                <a:spcPts val="0"/>
              </a:spcBef>
              <a:buClrTx/>
              <a:defRPr sz="2000" b="1">
                <a:solidFill>
                  <a:schemeClr val="accent1"/>
                </a:solidFill>
              </a:defRPr>
            </a:lvl4pPr>
            <a:lvl5pPr marL="1797579" indent="-306916">
              <a:spcBef>
                <a:spcPts val="0"/>
              </a:spcBef>
              <a:buClrTx/>
              <a:defRPr sz="2000" b="1">
                <a:solidFill>
                  <a:schemeClr val="accent1"/>
                </a:solidFill>
              </a:defRPr>
            </a:lvl5pPr>
          </a:lstStyle>
          <a:p>
            <a:r>
              <a:t>1行レイアウト タイトル/スライドタイトルを入力</a:t>
            </a:r>
          </a:p>
          <a:p>
            <a:pPr lvl="1"/>
            <a:endParaRPr/>
          </a:p>
          <a:p>
            <a:pPr lvl="2"/>
            <a:endParaRPr/>
          </a:p>
          <a:p>
            <a:pPr lvl="3"/>
            <a:endParaRPr/>
          </a:p>
          <a:p>
            <a:pPr lvl="4"/>
            <a:endParaRPr/>
          </a:p>
        </p:txBody>
      </p:sp>
      <p:sp>
        <p:nvSpPr>
          <p:cNvPr id="562" name="章タイトル/スライドタイトルを入力"/>
          <p:cNvSpPr txBox="1">
            <a:spLocks noGrp="1"/>
          </p:cNvSpPr>
          <p:nvPr>
            <p:ph type="title" hasCustomPrompt="1"/>
          </p:nvPr>
        </p:nvSpPr>
        <p:spPr>
          <a:xfrm>
            <a:off x="201975" y="259238"/>
            <a:ext cx="9504000" cy="299053"/>
          </a:xfrm>
          <a:prstGeom prst="rect">
            <a:avLst/>
          </a:prstGeom>
          <a:noFill/>
        </p:spPr>
        <p:txBody>
          <a:bodyPr anchor="b">
            <a:normAutofit/>
          </a:bodyPr>
          <a:lstStyle>
            <a:lvl1pPr>
              <a:defRPr sz="1400"/>
            </a:lvl1pPr>
          </a:lstStyle>
          <a:p>
            <a:r>
              <a:t>章タイトル/スライドタイトルを入力</a:t>
            </a:r>
          </a:p>
        </p:txBody>
      </p:sp>
    </p:spTree>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x">
  <p:cSld name="2_章＋1行タイトル+本文">
    <p:spTree>
      <p:nvGrpSpPr>
        <p:cNvPr id="1" name=""/>
        <p:cNvGrpSpPr/>
        <p:nvPr/>
      </p:nvGrpSpPr>
      <p:grpSpPr>
        <a:xfrm>
          <a:off x="0" y="0"/>
          <a:ext cx="0" cy="0"/>
          <a:chOff x="0" y="0"/>
          <a:chExt cx="0" cy="0"/>
        </a:xfrm>
      </p:grpSpPr>
      <p:sp>
        <p:nvSpPr>
          <p:cNvPr id="569" name="スライド番号"/>
          <p:cNvSpPr txBox="1">
            <a:spLocks noGrp="1"/>
          </p:cNvSpPr>
          <p:nvPr>
            <p:ph type="sldNum" sz="quarter" idx="2"/>
          </p:nvPr>
        </p:nvSpPr>
        <p:spPr>
          <a:xfrm>
            <a:off x="9723784" y="6620921"/>
            <a:ext cx="182217" cy="177801"/>
          </a:xfrm>
          <a:prstGeom prst="rect">
            <a:avLst/>
          </a:prstGeom>
        </p:spPr>
        <p:txBody>
          <a:bodyPr lIns="0" tIns="0" rIns="0" bIns="0"/>
          <a:lstStyle>
            <a:lvl1pPr>
              <a:defRPr>
                <a:solidFill>
                  <a:schemeClr val="accent1"/>
                </a:solidFill>
              </a:defRPr>
            </a:lvl1pPr>
          </a:lstStyle>
          <a:p>
            <a:fld id="{86CB4B4D-7CA3-9044-876B-883B54F8677D}" type="slidenum">
              <a:t>‹#›</a:t>
            </a:fld>
            <a:endParaRPr/>
          </a:p>
        </p:txBody>
      </p:sp>
      <p:sp>
        <p:nvSpPr>
          <p:cNvPr id="570" name="テキスト ボックス 10"/>
          <p:cNvSpPr txBox="1"/>
          <p:nvPr/>
        </p:nvSpPr>
        <p:spPr>
          <a:xfrm>
            <a:off x="5940298" y="6620361"/>
            <a:ext cx="3113892"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lgn="r">
              <a:defRPr sz="800">
                <a:solidFill>
                  <a:schemeClr val="accent1"/>
                </a:solidFill>
              </a:defRPr>
            </a:pPr>
            <a:r>
              <a:t>Copyrigh</a:t>
            </a:r>
            <a:r>
              <a:rPr spc="-1000"/>
              <a:t>t</a:t>
            </a:r>
            <a:r>
              <a:rPr>
                <a:solidFill>
                  <a:srgbClr val="001279"/>
                </a:solidFill>
              </a:rPr>
              <a:t>（C）</a:t>
            </a:r>
            <a:r>
              <a:t> Nomura Research Institute, Ltd. All rights reserved.</a:t>
            </a:r>
          </a:p>
        </p:txBody>
      </p:sp>
      <p:grpSp>
        <p:nvGrpSpPr>
          <p:cNvPr id="573" name="グループ化 11"/>
          <p:cNvGrpSpPr/>
          <p:nvPr/>
        </p:nvGrpSpPr>
        <p:grpSpPr>
          <a:xfrm>
            <a:off x="9129156" y="6620361"/>
            <a:ext cx="288340" cy="145026"/>
            <a:chOff x="0" y="0"/>
            <a:chExt cx="288338" cy="145025"/>
          </a:xfrm>
        </p:grpSpPr>
        <p:sp>
          <p:nvSpPr>
            <p:cNvPr id="571" name="Freeform 290"/>
            <p:cNvSpPr/>
            <p:nvPr/>
          </p:nvSpPr>
          <p:spPr>
            <a:xfrm>
              <a:off x="249737" y="584"/>
              <a:ext cx="38602" cy="14385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8" y="5312"/>
                  </a:lnTo>
                  <a:lnTo>
                    <a:pt x="1145" y="8034"/>
                  </a:lnTo>
                  <a:lnTo>
                    <a:pt x="1309" y="10800"/>
                  </a:lnTo>
                  <a:lnTo>
                    <a:pt x="1145" y="13610"/>
                  </a:lnTo>
                  <a:lnTo>
                    <a:pt x="818" y="16332"/>
                  </a:lnTo>
                  <a:lnTo>
                    <a:pt x="0" y="21600"/>
                  </a:lnTo>
                  <a:lnTo>
                    <a:pt x="21600" y="21600"/>
                  </a:lnTo>
                  <a:lnTo>
                    <a:pt x="20782" y="16332"/>
                  </a:lnTo>
                  <a:lnTo>
                    <a:pt x="20291" y="13610"/>
                  </a:lnTo>
                  <a:lnTo>
                    <a:pt x="20291" y="8034"/>
                  </a:lnTo>
                  <a:lnTo>
                    <a:pt x="20782" y="5312"/>
                  </a:lnTo>
                  <a:lnTo>
                    <a:pt x="21600" y="0"/>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sp>
          <p:nvSpPr>
            <p:cNvPr id="572" name="Freeform 291"/>
            <p:cNvSpPr/>
            <p:nvPr/>
          </p:nvSpPr>
          <p:spPr>
            <a:xfrm>
              <a:off x="-1" y="0"/>
              <a:ext cx="246230" cy="145026"/>
            </a:xfrm>
            <a:custGeom>
              <a:avLst/>
              <a:gdLst/>
              <a:ahLst/>
              <a:cxnLst>
                <a:cxn ang="0">
                  <a:pos x="wd2" y="hd2"/>
                </a:cxn>
                <a:cxn ang="5400000">
                  <a:pos x="wd2" y="hd2"/>
                </a:cxn>
                <a:cxn ang="10800000">
                  <a:pos x="wd2" y="hd2"/>
                </a:cxn>
                <a:cxn ang="16200000">
                  <a:pos x="wd2" y="hd2"/>
                </a:cxn>
              </a:cxnLst>
              <a:rect l="0" t="0" r="r" b="b"/>
              <a:pathLst>
                <a:path w="21600" h="21600" extrusionOk="0">
                  <a:moveTo>
                    <a:pt x="17167" y="11517"/>
                  </a:moveTo>
                  <a:lnTo>
                    <a:pt x="17859" y="11039"/>
                  </a:lnTo>
                  <a:lnTo>
                    <a:pt x="18423" y="10431"/>
                  </a:lnTo>
                  <a:lnTo>
                    <a:pt x="18961" y="9822"/>
                  </a:lnTo>
                  <a:lnTo>
                    <a:pt x="19396" y="9040"/>
                  </a:lnTo>
                  <a:lnTo>
                    <a:pt x="19730" y="8214"/>
                  </a:lnTo>
                  <a:lnTo>
                    <a:pt x="19986" y="7301"/>
                  </a:lnTo>
                  <a:lnTo>
                    <a:pt x="20088" y="6910"/>
                  </a:lnTo>
                  <a:lnTo>
                    <a:pt x="20140" y="6432"/>
                  </a:lnTo>
                  <a:lnTo>
                    <a:pt x="20191" y="5998"/>
                  </a:lnTo>
                  <a:lnTo>
                    <a:pt x="20191" y="4998"/>
                  </a:lnTo>
                  <a:lnTo>
                    <a:pt x="20140" y="4476"/>
                  </a:lnTo>
                  <a:lnTo>
                    <a:pt x="20088" y="3998"/>
                  </a:lnTo>
                  <a:lnTo>
                    <a:pt x="20011" y="3520"/>
                  </a:lnTo>
                  <a:lnTo>
                    <a:pt x="19883" y="3129"/>
                  </a:lnTo>
                  <a:lnTo>
                    <a:pt x="19730" y="2695"/>
                  </a:lnTo>
                  <a:lnTo>
                    <a:pt x="19601" y="2347"/>
                  </a:lnTo>
                  <a:lnTo>
                    <a:pt x="19396" y="1999"/>
                  </a:lnTo>
                  <a:lnTo>
                    <a:pt x="19012" y="1391"/>
                  </a:lnTo>
                  <a:lnTo>
                    <a:pt x="18551" y="956"/>
                  </a:lnTo>
                  <a:lnTo>
                    <a:pt x="18064" y="608"/>
                  </a:lnTo>
                  <a:lnTo>
                    <a:pt x="17500" y="348"/>
                  </a:lnTo>
                  <a:lnTo>
                    <a:pt x="16937" y="217"/>
                  </a:lnTo>
                  <a:lnTo>
                    <a:pt x="16322" y="87"/>
                  </a:lnTo>
                  <a:lnTo>
                    <a:pt x="15656" y="87"/>
                  </a:lnTo>
                  <a:lnTo>
                    <a:pt x="15015" y="0"/>
                  </a:lnTo>
                  <a:lnTo>
                    <a:pt x="13554" y="87"/>
                  </a:lnTo>
                  <a:lnTo>
                    <a:pt x="12043" y="130"/>
                  </a:lnTo>
                  <a:lnTo>
                    <a:pt x="10582" y="217"/>
                  </a:lnTo>
                  <a:lnTo>
                    <a:pt x="9327" y="217"/>
                  </a:lnTo>
                  <a:lnTo>
                    <a:pt x="9532" y="7258"/>
                  </a:lnTo>
                  <a:lnTo>
                    <a:pt x="9557" y="10561"/>
                  </a:lnTo>
                  <a:lnTo>
                    <a:pt x="9557" y="13603"/>
                  </a:lnTo>
                  <a:lnTo>
                    <a:pt x="7969" y="10518"/>
                  </a:lnTo>
                  <a:lnTo>
                    <a:pt x="6380" y="7171"/>
                  </a:lnTo>
                  <a:lnTo>
                    <a:pt x="4791" y="3738"/>
                  </a:lnTo>
                  <a:lnTo>
                    <a:pt x="3305" y="217"/>
                  </a:lnTo>
                  <a:lnTo>
                    <a:pt x="0" y="217"/>
                  </a:lnTo>
                  <a:lnTo>
                    <a:pt x="179" y="5476"/>
                  </a:lnTo>
                  <a:lnTo>
                    <a:pt x="205" y="8171"/>
                  </a:lnTo>
                  <a:lnTo>
                    <a:pt x="256" y="10909"/>
                  </a:lnTo>
                  <a:lnTo>
                    <a:pt x="205" y="13690"/>
                  </a:lnTo>
                  <a:lnTo>
                    <a:pt x="179" y="16385"/>
                  </a:lnTo>
                  <a:lnTo>
                    <a:pt x="0" y="21600"/>
                  </a:lnTo>
                  <a:lnTo>
                    <a:pt x="2742" y="21600"/>
                  </a:lnTo>
                  <a:lnTo>
                    <a:pt x="2562" y="17732"/>
                  </a:lnTo>
                  <a:lnTo>
                    <a:pt x="2485" y="13864"/>
                  </a:lnTo>
                  <a:lnTo>
                    <a:pt x="2434" y="10344"/>
                  </a:lnTo>
                  <a:lnTo>
                    <a:pt x="2434" y="7171"/>
                  </a:lnTo>
                  <a:lnTo>
                    <a:pt x="4151" y="10518"/>
                  </a:lnTo>
                  <a:lnTo>
                    <a:pt x="5893" y="14081"/>
                  </a:lnTo>
                  <a:lnTo>
                    <a:pt x="7661" y="17819"/>
                  </a:lnTo>
                  <a:lnTo>
                    <a:pt x="8456" y="19731"/>
                  </a:lnTo>
                  <a:lnTo>
                    <a:pt x="9275" y="21600"/>
                  </a:lnTo>
                  <a:lnTo>
                    <a:pt x="12120" y="21600"/>
                  </a:lnTo>
                  <a:lnTo>
                    <a:pt x="11991" y="16385"/>
                  </a:lnTo>
                  <a:lnTo>
                    <a:pt x="11966" y="13690"/>
                  </a:lnTo>
                  <a:lnTo>
                    <a:pt x="11915" y="10909"/>
                  </a:lnTo>
                  <a:lnTo>
                    <a:pt x="11915" y="6910"/>
                  </a:lnTo>
                  <a:lnTo>
                    <a:pt x="11991" y="2955"/>
                  </a:lnTo>
                  <a:lnTo>
                    <a:pt x="12863" y="2912"/>
                  </a:lnTo>
                  <a:lnTo>
                    <a:pt x="13913" y="2912"/>
                  </a:lnTo>
                  <a:lnTo>
                    <a:pt x="14554" y="2955"/>
                  </a:lnTo>
                  <a:lnTo>
                    <a:pt x="15143" y="3129"/>
                  </a:lnTo>
                  <a:lnTo>
                    <a:pt x="15630" y="3477"/>
                  </a:lnTo>
                  <a:lnTo>
                    <a:pt x="15835" y="3651"/>
                  </a:lnTo>
                  <a:lnTo>
                    <a:pt x="16142" y="4085"/>
                  </a:lnTo>
                  <a:lnTo>
                    <a:pt x="16270" y="4346"/>
                  </a:lnTo>
                  <a:lnTo>
                    <a:pt x="16475" y="4911"/>
                  </a:lnTo>
                  <a:lnTo>
                    <a:pt x="16604" y="5520"/>
                  </a:lnTo>
                  <a:lnTo>
                    <a:pt x="16629" y="6302"/>
                  </a:lnTo>
                  <a:lnTo>
                    <a:pt x="16604" y="6693"/>
                  </a:lnTo>
                  <a:lnTo>
                    <a:pt x="16552" y="7171"/>
                  </a:lnTo>
                  <a:lnTo>
                    <a:pt x="16475" y="7606"/>
                  </a:lnTo>
                  <a:lnTo>
                    <a:pt x="16347" y="7997"/>
                  </a:lnTo>
                  <a:lnTo>
                    <a:pt x="16245" y="8344"/>
                  </a:lnTo>
                  <a:lnTo>
                    <a:pt x="15835" y="9040"/>
                  </a:lnTo>
                  <a:lnTo>
                    <a:pt x="15630" y="9344"/>
                  </a:lnTo>
                  <a:lnTo>
                    <a:pt x="15092" y="9866"/>
                  </a:lnTo>
                  <a:lnTo>
                    <a:pt x="14528" y="10300"/>
                  </a:lnTo>
                  <a:lnTo>
                    <a:pt x="13888" y="10648"/>
                  </a:lnTo>
                  <a:lnTo>
                    <a:pt x="13196" y="10996"/>
                  </a:lnTo>
                  <a:lnTo>
                    <a:pt x="14272" y="13386"/>
                  </a:lnTo>
                  <a:lnTo>
                    <a:pt x="15451" y="16080"/>
                  </a:lnTo>
                  <a:lnTo>
                    <a:pt x="16604" y="18905"/>
                  </a:lnTo>
                  <a:lnTo>
                    <a:pt x="17654" y="21600"/>
                  </a:lnTo>
                  <a:lnTo>
                    <a:pt x="21600" y="21600"/>
                  </a:lnTo>
                  <a:lnTo>
                    <a:pt x="19166" y="16298"/>
                  </a:lnTo>
                  <a:lnTo>
                    <a:pt x="18115" y="13821"/>
                  </a:lnTo>
                  <a:lnTo>
                    <a:pt x="17167" y="11517"/>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grpSp>
      <p:sp>
        <p:nvSpPr>
          <p:cNvPr id="574" name="本文レベル1…"/>
          <p:cNvSpPr txBox="1">
            <a:spLocks noGrp="1"/>
          </p:cNvSpPr>
          <p:nvPr>
            <p:ph type="body" sz="quarter" idx="1" hasCustomPrompt="1"/>
          </p:nvPr>
        </p:nvSpPr>
        <p:spPr>
          <a:xfrm>
            <a:off x="201975" y="259238"/>
            <a:ext cx="9504000" cy="671294"/>
          </a:xfrm>
          <a:prstGeom prst="rect">
            <a:avLst/>
          </a:prstGeom>
          <a:blipFill>
            <a:blip r:embed="rId2"/>
            <a:stretch>
              <a:fillRect/>
            </a:stretch>
          </a:blipFill>
        </p:spPr>
        <p:txBody>
          <a:bodyPr lIns="0" tIns="0" rIns="0" bIns="0">
            <a:normAutofit/>
          </a:bodyPr>
          <a:lstStyle>
            <a:lvl1pPr marL="0" indent="0">
              <a:spcBef>
                <a:spcPts val="0"/>
              </a:spcBef>
              <a:buClrTx/>
              <a:buSzTx/>
              <a:buNone/>
              <a:defRPr sz="2000" b="1">
                <a:solidFill>
                  <a:schemeClr val="accent1"/>
                </a:solidFill>
              </a:defRPr>
            </a:lvl1pPr>
            <a:lvl2pPr marL="708252" indent="-328840">
              <a:spcBef>
                <a:spcPts val="0"/>
              </a:spcBef>
              <a:buClrTx/>
              <a:defRPr sz="2000" b="1">
                <a:solidFill>
                  <a:schemeClr val="accent1"/>
                </a:solidFill>
              </a:defRPr>
            </a:lvl2pPr>
            <a:lvl3pPr marL="1068614" indent="-281214">
              <a:spcBef>
                <a:spcPts val="0"/>
              </a:spcBef>
              <a:buClrTx/>
              <a:defRPr sz="2000" b="1">
                <a:solidFill>
                  <a:schemeClr val="accent1"/>
                </a:solidFill>
              </a:defRPr>
            </a:lvl3pPr>
            <a:lvl4pPr marL="1482725" indent="-317500">
              <a:spcBef>
                <a:spcPts val="0"/>
              </a:spcBef>
              <a:buClrTx/>
              <a:defRPr sz="2000" b="1">
                <a:solidFill>
                  <a:schemeClr val="accent1"/>
                </a:solidFill>
              </a:defRPr>
            </a:lvl4pPr>
            <a:lvl5pPr marL="1797579" indent="-306916">
              <a:spcBef>
                <a:spcPts val="0"/>
              </a:spcBef>
              <a:buClrTx/>
              <a:defRPr sz="2000" b="1">
                <a:solidFill>
                  <a:schemeClr val="accent1"/>
                </a:solidFill>
              </a:defRPr>
            </a:lvl5pPr>
          </a:lstStyle>
          <a:p>
            <a:r>
              <a:t>マスター タイトルの書式設定</a:t>
            </a:r>
          </a:p>
          <a:p>
            <a:pPr lvl="1"/>
            <a:endParaRPr/>
          </a:p>
          <a:p>
            <a:pPr lvl="2"/>
            <a:endParaRPr/>
          </a:p>
          <a:p>
            <a:pPr lvl="3"/>
            <a:endParaRPr/>
          </a:p>
          <a:p>
            <a:pPr lvl="4"/>
            <a:endParaRPr/>
          </a:p>
        </p:txBody>
      </p:sp>
      <p:sp>
        <p:nvSpPr>
          <p:cNvPr id="575" name="章タイトル/スライドタイトルを入力"/>
          <p:cNvSpPr txBox="1">
            <a:spLocks noGrp="1"/>
          </p:cNvSpPr>
          <p:nvPr>
            <p:ph type="title" hasCustomPrompt="1"/>
          </p:nvPr>
        </p:nvSpPr>
        <p:spPr>
          <a:xfrm>
            <a:off x="201975" y="259238"/>
            <a:ext cx="9504000" cy="288374"/>
          </a:xfrm>
          <a:prstGeom prst="rect">
            <a:avLst/>
          </a:prstGeom>
          <a:noFill/>
        </p:spPr>
        <p:txBody>
          <a:bodyPr anchor="b">
            <a:normAutofit/>
          </a:bodyPr>
          <a:lstStyle>
            <a:lvl1pPr>
              <a:defRPr sz="1400"/>
            </a:lvl1pPr>
          </a:lstStyle>
          <a:p>
            <a:r>
              <a:t>章タイトル/スライドタイトルを入力</a:t>
            </a:r>
          </a:p>
        </p:txBody>
      </p:sp>
    </p:spTree>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x">
  <p:cSld name="章＋1行タイトル+本文">
    <p:spTree>
      <p:nvGrpSpPr>
        <p:cNvPr id="1" name=""/>
        <p:cNvGrpSpPr/>
        <p:nvPr/>
      </p:nvGrpSpPr>
      <p:grpSpPr>
        <a:xfrm>
          <a:off x="0" y="0"/>
          <a:ext cx="0" cy="0"/>
          <a:chOff x="0" y="0"/>
          <a:chExt cx="0" cy="0"/>
        </a:xfrm>
      </p:grpSpPr>
      <p:sp>
        <p:nvSpPr>
          <p:cNvPr id="582" name="スライド番号"/>
          <p:cNvSpPr txBox="1">
            <a:spLocks noGrp="1"/>
          </p:cNvSpPr>
          <p:nvPr>
            <p:ph type="sldNum" sz="quarter" idx="2"/>
          </p:nvPr>
        </p:nvSpPr>
        <p:spPr>
          <a:xfrm>
            <a:off x="9723784" y="6620921"/>
            <a:ext cx="182217" cy="177801"/>
          </a:xfrm>
          <a:prstGeom prst="rect">
            <a:avLst/>
          </a:prstGeom>
        </p:spPr>
        <p:txBody>
          <a:bodyPr lIns="0" tIns="0" rIns="0" bIns="0"/>
          <a:lstStyle>
            <a:lvl1pPr>
              <a:defRPr>
                <a:solidFill>
                  <a:schemeClr val="accent1"/>
                </a:solidFill>
              </a:defRPr>
            </a:lvl1pPr>
          </a:lstStyle>
          <a:p>
            <a:fld id="{86CB4B4D-7CA3-9044-876B-883B54F8677D}" type="slidenum">
              <a:t>‹#›</a:t>
            </a:fld>
            <a:endParaRPr/>
          </a:p>
        </p:txBody>
      </p:sp>
      <p:sp>
        <p:nvSpPr>
          <p:cNvPr id="583" name="テキスト ボックス 10"/>
          <p:cNvSpPr txBox="1"/>
          <p:nvPr/>
        </p:nvSpPr>
        <p:spPr>
          <a:xfrm>
            <a:off x="5940298" y="6620361"/>
            <a:ext cx="3113892"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lgn="r">
              <a:defRPr sz="800">
                <a:solidFill>
                  <a:schemeClr val="accent1"/>
                </a:solidFill>
              </a:defRPr>
            </a:pPr>
            <a:r>
              <a:t>Copyrigh</a:t>
            </a:r>
            <a:r>
              <a:rPr spc="-1000"/>
              <a:t>t</a:t>
            </a:r>
            <a:r>
              <a:rPr>
                <a:solidFill>
                  <a:srgbClr val="001279"/>
                </a:solidFill>
              </a:rPr>
              <a:t>（C）</a:t>
            </a:r>
            <a:r>
              <a:t> Nomura Research Institute, Ltd. All rights reserved.</a:t>
            </a:r>
          </a:p>
        </p:txBody>
      </p:sp>
      <p:grpSp>
        <p:nvGrpSpPr>
          <p:cNvPr id="586" name="グループ化 11"/>
          <p:cNvGrpSpPr/>
          <p:nvPr/>
        </p:nvGrpSpPr>
        <p:grpSpPr>
          <a:xfrm>
            <a:off x="9129156" y="6620361"/>
            <a:ext cx="288340" cy="145026"/>
            <a:chOff x="0" y="0"/>
            <a:chExt cx="288338" cy="145025"/>
          </a:xfrm>
        </p:grpSpPr>
        <p:sp>
          <p:nvSpPr>
            <p:cNvPr id="584" name="Freeform 290"/>
            <p:cNvSpPr/>
            <p:nvPr/>
          </p:nvSpPr>
          <p:spPr>
            <a:xfrm>
              <a:off x="249737" y="584"/>
              <a:ext cx="38602" cy="14385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8" y="5312"/>
                  </a:lnTo>
                  <a:lnTo>
                    <a:pt x="1145" y="8034"/>
                  </a:lnTo>
                  <a:lnTo>
                    <a:pt x="1309" y="10800"/>
                  </a:lnTo>
                  <a:lnTo>
                    <a:pt x="1145" y="13610"/>
                  </a:lnTo>
                  <a:lnTo>
                    <a:pt x="818" y="16332"/>
                  </a:lnTo>
                  <a:lnTo>
                    <a:pt x="0" y="21600"/>
                  </a:lnTo>
                  <a:lnTo>
                    <a:pt x="21600" y="21600"/>
                  </a:lnTo>
                  <a:lnTo>
                    <a:pt x="20782" y="16332"/>
                  </a:lnTo>
                  <a:lnTo>
                    <a:pt x="20291" y="13610"/>
                  </a:lnTo>
                  <a:lnTo>
                    <a:pt x="20291" y="8034"/>
                  </a:lnTo>
                  <a:lnTo>
                    <a:pt x="20782" y="5312"/>
                  </a:lnTo>
                  <a:lnTo>
                    <a:pt x="21600" y="0"/>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sp>
          <p:nvSpPr>
            <p:cNvPr id="585" name="Freeform 291"/>
            <p:cNvSpPr/>
            <p:nvPr/>
          </p:nvSpPr>
          <p:spPr>
            <a:xfrm>
              <a:off x="-1" y="0"/>
              <a:ext cx="246230" cy="145026"/>
            </a:xfrm>
            <a:custGeom>
              <a:avLst/>
              <a:gdLst/>
              <a:ahLst/>
              <a:cxnLst>
                <a:cxn ang="0">
                  <a:pos x="wd2" y="hd2"/>
                </a:cxn>
                <a:cxn ang="5400000">
                  <a:pos x="wd2" y="hd2"/>
                </a:cxn>
                <a:cxn ang="10800000">
                  <a:pos x="wd2" y="hd2"/>
                </a:cxn>
                <a:cxn ang="16200000">
                  <a:pos x="wd2" y="hd2"/>
                </a:cxn>
              </a:cxnLst>
              <a:rect l="0" t="0" r="r" b="b"/>
              <a:pathLst>
                <a:path w="21600" h="21600" extrusionOk="0">
                  <a:moveTo>
                    <a:pt x="17167" y="11517"/>
                  </a:moveTo>
                  <a:lnTo>
                    <a:pt x="17859" y="11039"/>
                  </a:lnTo>
                  <a:lnTo>
                    <a:pt x="18423" y="10431"/>
                  </a:lnTo>
                  <a:lnTo>
                    <a:pt x="18961" y="9822"/>
                  </a:lnTo>
                  <a:lnTo>
                    <a:pt x="19396" y="9040"/>
                  </a:lnTo>
                  <a:lnTo>
                    <a:pt x="19730" y="8214"/>
                  </a:lnTo>
                  <a:lnTo>
                    <a:pt x="19986" y="7301"/>
                  </a:lnTo>
                  <a:lnTo>
                    <a:pt x="20088" y="6910"/>
                  </a:lnTo>
                  <a:lnTo>
                    <a:pt x="20140" y="6432"/>
                  </a:lnTo>
                  <a:lnTo>
                    <a:pt x="20191" y="5998"/>
                  </a:lnTo>
                  <a:lnTo>
                    <a:pt x="20191" y="4998"/>
                  </a:lnTo>
                  <a:lnTo>
                    <a:pt x="20140" y="4476"/>
                  </a:lnTo>
                  <a:lnTo>
                    <a:pt x="20088" y="3998"/>
                  </a:lnTo>
                  <a:lnTo>
                    <a:pt x="20011" y="3520"/>
                  </a:lnTo>
                  <a:lnTo>
                    <a:pt x="19883" y="3129"/>
                  </a:lnTo>
                  <a:lnTo>
                    <a:pt x="19730" y="2695"/>
                  </a:lnTo>
                  <a:lnTo>
                    <a:pt x="19601" y="2347"/>
                  </a:lnTo>
                  <a:lnTo>
                    <a:pt x="19396" y="1999"/>
                  </a:lnTo>
                  <a:lnTo>
                    <a:pt x="19012" y="1391"/>
                  </a:lnTo>
                  <a:lnTo>
                    <a:pt x="18551" y="956"/>
                  </a:lnTo>
                  <a:lnTo>
                    <a:pt x="18064" y="608"/>
                  </a:lnTo>
                  <a:lnTo>
                    <a:pt x="17500" y="348"/>
                  </a:lnTo>
                  <a:lnTo>
                    <a:pt x="16937" y="217"/>
                  </a:lnTo>
                  <a:lnTo>
                    <a:pt x="16322" y="87"/>
                  </a:lnTo>
                  <a:lnTo>
                    <a:pt x="15656" y="87"/>
                  </a:lnTo>
                  <a:lnTo>
                    <a:pt x="15015" y="0"/>
                  </a:lnTo>
                  <a:lnTo>
                    <a:pt x="13554" y="87"/>
                  </a:lnTo>
                  <a:lnTo>
                    <a:pt x="12043" y="130"/>
                  </a:lnTo>
                  <a:lnTo>
                    <a:pt x="10582" y="217"/>
                  </a:lnTo>
                  <a:lnTo>
                    <a:pt x="9327" y="217"/>
                  </a:lnTo>
                  <a:lnTo>
                    <a:pt x="9532" y="7258"/>
                  </a:lnTo>
                  <a:lnTo>
                    <a:pt x="9557" y="10561"/>
                  </a:lnTo>
                  <a:lnTo>
                    <a:pt x="9557" y="13603"/>
                  </a:lnTo>
                  <a:lnTo>
                    <a:pt x="7969" y="10518"/>
                  </a:lnTo>
                  <a:lnTo>
                    <a:pt x="6380" y="7171"/>
                  </a:lnTo>
                  <a:lnTo>
                    <a:pt x="4791" y="3738"/>
                  </a:lnTo>
                  <a:lnTo>
                    <a:pt x="3305" y="217"/>
                  </a:lnTo>
                  <a:lnTo>
                    <a:pt x="0" y="217"/>
                  </a:lnTo>
                  <a:lnTo>
                    <a:pt x="179" y="5476"/>
                  </a:lnTo>
                  <a:lnTo>
                    <a:pt x="205" y="8171"/>
                  </a:lnTo>
                  <a:lnTo>
                    <a:pt x="256" y="10909"/>
                  </a:lnTo>
                  <a:lnTo>
                    <a:pt x="205" y="13690"/>
                  </a:lnTo>
                  <a:lnTo>
                    <a:pt x="179" y="16385"/>
                  </a:lnTo>
                  <a:lnTo>
                    <a:pt x="0" y="21600"/>
                  </a:lnTo>
                  <a:lnTo>
                    <a:pt x="2742" y="21600"/>
                  </a:lnTo>
                  <a:lnTo>
                    <a:pt x="2562" y="17732"/>
                  </a:lnTo>
                  <a:lnTo>
                    <a:pt x="2485" y="13864"/>
                  </a:lnTo>
                  <a:lnTo>
                    <a:pt x="2434" y="10344"/>
                  </a:lnTo>
                  <a:lnTo>
                    <a:pt x="2434" y="7171"/>
                  </a:lnTo>
                  <a:lnTo>
                    <a:pt x="4151" y="10518"/>
                  </a:lnTo>
                  <a:lnTo>
                    <a:pt x="5893" y="14081"/>
                  </a:lnTo>
                  <a:lnTo>
                    <a:pt x="7661" y="17819"/>
                  </a:lnTo>
                  <a:lnTo>
                    <a:pt x="8456" y="19731"/>
                  </a:lnTo>
                  <a:lnTo>
                    <a:pt x="9275" y="21600"/>
                  </a:lnTo>
                  <a:lnTo>
                    <a:pt x="12120" y="21600"/>
                  </a:lnTo>
                  <a:lnTo>
                    <a:pt x="11991" y="16385"/>
                  </a:lnTo>
                  <a:lnTo>
                    <a:pt x="11966" y="13690"/>
                  </a:lnTo>
                  <a:lnTo>
                    <a:pt x="11915" y="10909"/>
                  </a:lnTo>
                  <a:lnTo>
                    <a:pt x="11915" y="6910"/>
                  </a:lnTo>
                  <a:lnTo>
                    <a:pt x="11991" y="2955"/>
                  </a:lnTo>
                  <a:lnTo>
                    <a:pt x="12863" y="2912"/>
                  </a:lnTo>
                  <a:lnTo>
                    <a:pt x="13913" y="2912"/>
                  </a:lnTo>
                  <a:lnTo>
                    <a:pt x="14554" y="2955"/>
                  </a:lnTo>
                  <a:lnTo>
                    <a:pt x="15143" y="3129"/>
                  </a:lnTo>
                  <a:lnTo>
                    <a:pt x="15630" y="3477"/>
                  </a:lnTo>
                  <a:lnTo>
                    <a:pt x="15835" y="3651"/>
                  </a:lnTo>
                  <a:lnTo>
                    <a:pt x="16142" y="4085"/>
                  </a:lnTo>
                  <a:lnTo>
                    <a:pt x="16270" y="4346"/>
                  </a:lnTo>
                  <a:lnTo>
                    <a:pt x="16475" y="4911"/>
                  </a:lnTo>
                  <a:lnTo>
                    <a:pt x="16604" y="5520"/>
                  </a:lnTo>
                  <a:lnTo>
                    <a:pt x="16629" y="6302"/>
                  </a:lnTo>
                  <a:lnTo>
                    <a:pt x="16604" y="6693"/>
                  </a:lnTo>
                  <a:lnTo>
                    <a:pt x="16552" y="7171"/>
                  </a:lnTo>
                  <a:lnTo>
                    <a:pt x="16475" y="7606"/>
                  </a:lnTo>
                  <a:lnTo>
                    <a:pt x="16347" y="7997"/>
                  </a:lnTo>
                  <a:lnTo>
                    <a:pt x="16245" y="8344"/>
                  </a:lnTo>
                  <a:lnTo>
                    <a:pt x="15835" y="9040"/>
                  </a:lnTo>
                  <a:lnTo>
                    <a:pt x="15630" y="9344"/>
                  </a:lnTo>
                  <a:lnTo>
                    <a:pt x="15092" y="9866"/>
                  </a:lnTo>
                  <a:lnTo>
                    <a:pt x="14528" y="10300"/>
                  </a:lnTo>
                  <a:lnTo>
                    <a:pt x="13888" y="10648"/>
                  </a:lnTo>
                  <a:lnTo>
                    <a:pt x="13196" y="10996"/>
                  </a:lnTo>
                  <a:lnTo>
                    <a:pt x="14272" y="13386"/>
                  </a:lnTo>
                  <a:lnTo>
                    <a:pt x="15451" y="16080"/>
                  </a:lnTo>
                  <a:lnTo>
                    <a:pt x="16604" y="18905"/>
                  </a:lnTo>
                  <a:lnTo>
                    <a:pt x="17654" y="21600"/>
                  </a:lnTo>
                  <a:lnTo>
                    <a:pt x="21600" y="21600"/>
                  </a:lnTo>
                  <a:lnTo>
                    <a:pt x="19166" y="16298"/>
                  </a:lnTo>
                  <a:lnTo>
                    <a:pt x="18115" y="13821"/>
                  </a:lnTo>
                  <a:lnTo>
                    <a:pt x="17167" y="11517"/>
                  </a:lnTo>
                  <a:close/>
                </a:path>
              </a:pathLst>
            </a:custGeom>
            <a:solidFill>
              <a:srgbClr val="005BAC"/>
            </a:solidFill>
            <a:ln w="12700" cap="flat">
              <a:noFill/>
              <a:miter lim="400000"/>
            </a:ln>
            <a:effectLst/>
          </p:spPr>
          <p:txBody>
            <a:bodyPr wrap="square" lIns="45719" tIns="45719" rIns="45719" bIns="45719" numCol="1" anchor="t">
              <a:noAutofit/>
            </a:bodyPr>
            <a:lstStyle/>
            <a:p>
              <a:endParaRPr/>
            </a:p>
          </p:txBody>
        </p:sp>
      </p:grpSp>
      <p:sp>
        <p:nvSpPr>
          <p:cNvPr id="587" name="本文レベル1…"/>
          <p:cNvSpPr txBox="1">
            <a:spLocks noGrp="1"/>
          </p:cNvSpPr>
          <p:nvPr>
            <p:ph type="body" sz="quarter" idx="1" hasCustomPrompt="1"/>
          </p:nvPr>
        </p:nvSpPr>
        <p:spPr>
          <a:xfrm>
            <a:off x="201975" y="259238"/>
            <a:ext cx="9504000" cy="671294"/>
          </a:xfrm>
          <a:prstGeom prst="rect">
            <a:avLst/>
          </a:prstGeom>
          <a:blipFill>
            <a:blip r:embed="rId2"/>
            <a:stretch>
              <a:fillRect/>
            </a:stretch>
          </a:blipFill>
        </p:spPr>
        <p:txBody>
          <a:bodyPr lIns="0" tIns="0" rIns="0" bIns="0">
            <a:normAutofit/>
          </a:bodyPr>
          <a:lstStyle>
            <a:lvl1pPr marL="0" indent="0">
              <a:spcBef>
                <a:spcPts val="0"/>
              </a:spcBef>
              <a:buClrTx/>
              <a:buSzTx/>
              <a:buNone/>
              <a:defRPr sz="2000" b="1">
                <a:solidFill>
                  <a:schemeClr val="accent1"/>
                </a:solidFill>
              </a:defRPr>
            </a:lvl1pPr>
            <a:lvl2pPr marL="708252" indent="-328840">
              <a:spcBef>
                <a:spcPts val="0"/>
              </a:spcBef>
              <a:buClrTx/>
              <a:defRPr sz="2000" b="1">
                <a:solidFill>
                  <a:schemeClr val="accent1"/>
                </a:solidFill>
              </a:defRPr>
            </a:lvl2pPr>
            <a:lvl3pPr marL="1068614" indent="-281214">
              <a:spcBef>
                <a:spcPts val="0"/>
              </a:spcBef>
              <a:buClrTx/>
              <a:defRPr sz="2000" b="1">
                <a:solidFill>
                  <a:schemeClr val="accent1"/>
                </a:solidFill>
              </a:defRPr>
            </a:lvl3pPr>
            <a:lvl4pPr marL="1482725" indent="-317500">
              <a:spcBef>
                <a:spcPts val="0"/>
              </a:spcBef>
              <a:buClrTx/>
              <a:defRPr sz="2000" b="1">
                <a:solidFill>
                  <a:schemeClr val="accent1"/>
                </a:solidFill>
              </a:defRPr>
            </a:lvl4pPr>
            <a:lvl5pPr marL="1797579" indent="-306916">
              <a:spcBef>
                <a:spcPts val="0"/>
              </a:spcBef>
              <a:buClrTx/>
              <a:defRPr sz="2000" b="1">
                <a:solidFill>
                  <a:schemeClr val="accent1"/>
                </a:solidFill>
              </a:defRPr>
            </a:lvl5pPr>
          </a:lstStyle>
          <a:p>
            <a:r>
              <a:t>マスター タイトルの書式設定</a:t>
            </a:r>
          </a:p>
          <a:p>
            <a:pPr lvl="1"/>
            <a:endParaRPr/>
          </a:p>
          <a:p>
            <a:pPr lvl="2"/>
            <a:endParaRPr/>
          </a:p>
          <a:p>
            <a:pPr lvl="3"/>
            <a:endParaRPr/>
          </a:p>
          <a:p>
            <a:pPr lvl="4"/>
            <a:endParaRPr/>
          </a:p>
        </p:txBody>
      </p:sp>
      <p:sp>
        <p:nvSpPr>
          <p:cNvPr id="588" name="章タイトル/スライドタイトルを入力"/>
          <p:cNvSpPr txBox="1">
            <a:spLocks noGrp="1"/>
          </p:cNvSpPr>
          <p:nvPr>
            <p:ph type="title" hasCustomPrompt="1"/>
          </p:nvPr>
        </p:nvSpPr>
        <p:spPr>
          <a:xfrm>
            <a:off x="201975" y="259238"/>
            <a:ext cx="9504000" cy="288374"/>
          </a:xfrm>
          <a:prstGeom prst="rect">
            <a:avLst/>
          </a:prstGeom>
          <a:noFill/>
        </p:spPr>
        <p:txBody>
          <a:bodyPr anchor="b">
            <a:normAutofit/>
          </a:bodyPr>
          <a:lstStyle>
            <a:lvl1pPr>
              <a:defRPr sz="1400"/>
            </a:lvl1pPr>
          </a:lstStyle>
          <a:p>
            <a:r>
              <a:t>章タイトル/スライドタイトルを入力</a:t>
            </a: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24" name="グループ化 2"/>
          <p:cNvGrpSpPr/>
          <p:nvPr/>
        </p:nvGrpSpPr>
        <p:grpSpPr>
          <a:xfrm>
            <a:off x="2164439" y="2676566"/>
            <a:ext cx="5576429" cy="1509129"/>
            <a:chOff x="0" y="0"/>
            <a:chExt cx="5576427" cy="1509128"/>
          </a:xfrm>
        </p:grpSpPr>
        <p:grpSp>
          <p:nvGrpSpPr>
            <p:cNvPr id="21" name="グループ化 3"/>
            <p:cNvGrpSpPr/>
            <p:nvPr/>
          </p:nvGrpSpPr>
          <p:grpSpPr>
            <a:xfrm>
              <a:off x="181576" y="627909"/>
              <a:ext cx="5217310" cy="405548"/>
              <a:chOff x="0" y="0"/>
              <a:chExt cx="5217309" cy="405547"/>
            </a:xfrm>
          </p:grpSpPr>
          <p:sp>
            <p:nvSpPr>
              <p:cNvPr id="2" name="フリーフォーム: 図形 7"/>
              <p:cNvSpPr/>
              <p:nvPr/>
            </p:nvSpPr>
            <p:spPr>
              <a:xfrm>
                <a:off x="0" y="21246"/>
                <a:ext cx="288890" cy="384104"/>
              </a:xfrm>
              <a:custGeom>
                <a:avLst/>
                <a:gdLst/>
                <a:ahLst/>
                <a:cxnLst>
                  <a:cxn ang="0">
                    <a:pos x="wd2" y="hd2"/>
                  </a:cxn>
                  <a:cxn ang="5400000">
                    <a:pos x="wd2" y="hd2"/>
                  </a:cxn>
                  <a:cxn ang="10800000">
                    <a:pos x="wd2" y="hd2"/>
                  </a:cxn>
                  <a:cxn ang="16200000">
                    <a:pos x="wd2" y="hd2"/>
                  </a:cxn>
                </a:cxnLst>
                <a:rect l="0" t="0" r="r" b="b"/>
                <a:pathLst>
                  <a:path w="21600" h="21600" extrusionOk="0">
                    <a:moveTo>
                      <a:pt x="20284" y="4370"/>
                    </a:moveTo>
                    <a:cubicBezTo>
                      <a:pt x="18651" y="3739"/>
                      <a:pt x="16547" y="3291"/>
                      <a:pt x="14518" y="3291"/>
                    </a:cubicBezTo>
                    <a:cubicBezTo>
                      <a:pt x="12532" y="3291"/>
                      <a:pt x="9862" y="3889"/>
                      <a:pt x="9862" y="5686"/>
                    </a:cubicBezTo>
                    <a:cubicBezTo>
                      <a:pt x="9862" y="9038"/>
                      <a:pt x="19327" y="8828"/>
                      <a:pt x="19327" y="14630"/>
                    </a:cubicBezTo>
                    <a:cubicBezTo>
                      <a:pt x="19327" y="19747"/>
                      <a:pt x="13996" y="21600"/>
                      <a:pt x="7913" y="21600"/>
                    </a:cubicBezTo>
                    <a:cubicBezTo>
                      <a:pt x="5251" y="21600"/>
                      <a:pt x="2501" y="21124"/>
                      <a:pt x="0" y="20433"/>
                    </a:cubicBezTo>
                    <a:lnTo>
                      <a:pt x="1434" y="16871"/>
                    </a:lnTo>
                    <a:cubicBezTo>
                      <a:pt x="3582" y="17617"/>
                      <a:pt x="5847" y="18309"/>
                      <a:pt x="8237" y="18309"/>
                    </a:cubicBezTo>
                    <a:cubicBezTo>
                      <a:pt x="10907" y="18309"/>
                      <a:pt x="13525" y="17291"/>
                      <a:pt x="13525" y="15045"/>
                    </a:cubicBezTo>
                    <a:cubicBezTo>
                      <a:pt x="13525" y="11273"/>
                      <a:pt x="4060" y="11876"/>
                      <a:pt x="4060" y="6311"/>
                    </a:cubicBezTo>
                    <a:cubicBezTo>
                      <a:pt x="4060" y="1914"/>
                      <a:pt x="9068" y="0"/>
                      <a:pt x="14400" y="0"/>
                    </a:cubicBezTo>
                    <a:cubicBezTo>
                      <a:pt x="16827" y="0"/>
                      <a:pt x="19335" y="238"/>
                      <a:pt x="21600" y="929"/>
                    </a:cubicBezTo>
                    <a:lnTo>
                      <a:pt x="20284" y="4370"/>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3" name="フリーフォーム: 図形 8"/>
              <p:cNvSpPr/>
              <p:nvPr/>
            </p:nvSpPr>
            <p:spPr>
              <a:xfrm>
                <a:off x="278561" y="0"/>
                <a:ext cx="290660" cy="399153"/>
              </a:xfrm>
              <a:custGeom>
                <a:avLst/>
                <a:gdLst/>
                <a:ahLst/>
                <a:cxnLst>
                  <a:cxn ang="0">
                    <a:pos x="wd2" y="hd2"/>
                  </a:cxn>
                  <a:cxn ang="5400000">
                    <a:pos x="wd2" y="hd2"/>
                  </a:cxn>
                  <a:cxn ang="10800000">
                    <a:pos x="wd2" y="hd2"/>
                  </a:cxn>
                  <a:cxn ang="16200000">
                    <a:pos x="wd2" y="hd2"/>
                  </a:cxn>
                </a:cxnLst>
                <a:rect l="0" t="0" r="r" b="b"/>
                <a:pathLst>
                  <a:path w="21600" h="21600" extrusionOk="0">
                    <a:moveTo>
                      <a:pt x="6330" y="0"/>
                    </a:moveTo>
                    <a:lnTo>
                      <a:pt x="11630" y="0"/>
                    </a:lnTo>
                    <a:lnTo>
                      <a:pt x="9100" y="8208"/>
                    </a:lnTo>
                    <a:lnTo>
                      <a:pt x="9181" y="8208"/>
                    </a:lnTo>
                    <a:cubicBezTo>
                      <a:pt x="10643" y="7228"/>
                      <a:pt x="12660" y="6425"/>
                      <a:pt x="14956" y="6425"/>
                    </a:cubicBezTo>
                    <a:cubicBezTo>
                      <a:pt x="18947" y="6425"/>
                      <a:pt x="21600" y="8240"/>
                      <a:pt x="21600" y="11173"/>
                    </a:cubicBezTo>
                    <a:cubicBezTo>
                      <a:pt x="21600" y="12296"/>
                      <a:pt x="21205" y="13477"/>
                      <a:pt x="20928" y="14398"/>
                    </a:cubicBezTo>
                    <a:lnTo>
                      <a:pt x="18793" y="21595"/>
                    </a:lnTo>
                    <a:lnTo>
                      <a:pt x="13494" y="21595"/>
                    </a:lnTo>
                    <a:lnTo>
                      <a:pt x="15467" y="14600"/>
                    </a:lnTo>
                    <a:cubicBezTo>
                      <a:pt x="15745" y="13594"/>
                      <a:pt x="16059" y="12583"/>
                      <a:pt x="16059" y="11492"/>
                    </a:cubicBezTo>
                    <a:cubicBezTo>
                      <a:pt x="16059" y="10252"/>
                      <a:pt x="14875" y="9421"/>
                      <a:pt x="13172" y="9421"/>
                    </a:cubicBezTo>
                    <a:cubicBezTo>
                      <a:pt x="9495" y="9421"/>
                      <a:pt x="8150" y="11928"/>
                      <a:pt x="7478" y="14143"/>
                    </a:cubicBezTo>
                    <a:lnTo>
                      <a:pt x="5299" y="21600"/>
                    </a:lnTo>
                    <a:lnTo>
                      <a:pt x="0" y="21600"/>
                    </a:lnTo>
                    <a:lnTo>
                      <a:pt x="6330" y="0"/>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4" name="フリーフォーム: 図形 9"/>
              <p:cNvSpPr/>
              <p:nvPr/>
            </p:nvSpPr>
            <p:spPr>
              <a:xfrm>
                <a:off x="580137" y="118624"/>
                <a:ext cx="260268" cy="286824"/>
              </a:xfrm>
              <a:custGeom>
                <a:avLst/>
                <a:gdLst/>
                <a:ahLst/>
                <a:cxnLst>
                  <a:cxn ang="0">
                    <a:pos x="wd2" y="hd2"/>
                  </a:cxn>
                  <a:cxn ang="5400000">
                    <a:pos x="wd2" y="hd2"/>
                  </a:cxn>
                  <a:cxn ang="10800000">
                    <a:pos x="wd2" y="hd2"/>
                  </a:cxn>
                  <a:cxn ang="16200000">
                    <a:pos x="wd2" y="hd2"/>
                  </a:cxn>
                </a:cxnLst>
                <a:rect l="0" t="0" r="r" b="b"/>
                <a:pathLst>
                  <a:path w="21600" h="21600" extrusionOk="0">
                    <a:moveTo>
                      <a:pt x="14441" y="17956"/>
                    </a:moveTo>
                    <a:lnTo>
                      <a:pt x="14351" y="17956"/>
                    </a:lnTo>
                    <a:cubicBezTo>
                      <a:pt x="12318" y="20282"/>
                      <a:pt x="10286" y="21600"/>
                      <a:pt x="7020" y="21600"/>
                    </a:cubicBezTo>
                    <a:cubicBezTo>
                      <a:pt x="2914" y="21600"/>
                      <a:pt x="0" y="19518"/>
                      <a:pt x="0" y="15711"/>
                    </a:cubicBezTo>
                    <a:cubicBezTo>
                      <a:pt x="0" y="8896"/>
                      <a:pt x="8392" y="8378"/>
                      <a:pt x="13951" y="8378"/>
                    </a:cubicBezTo>
                    <a:lnTo>
                      <a:pt x="16024" y="8378"/>
                    </a:lnTo>
                    <a:cubicBezTo>
                      <a:pt x="16204" y="7815"/>
                      <a:pt x="16204" y="7215"/>
                      <a:pt x="16204" y="6615"/>
                    </a:cubicBezTo>
                    <a:cubicBezTo>
                      <a:pt x="16204" y="4533"/>
                      <a:pt x="13731" y="3933"/>
                      <a:pt x="11657" y="3933"/>
                    </a:cubicBezTo>
                    <a:cubicBezTo>
                      <a:pt x="9053" y="3933"/>
                      <a:pt x="6539" y="4533"/>
                      <a:pt x="4196" y="5533"/>
                    </a:cubicBezTo>
                    <a:lnTo>
                      <a:pt x="5037" y="1244"/>
                    </a:lnTo>
                    <a:cubicBezTo>
                      <a:pt x="7551" y="444"/>
                      <a:pt x="10114" y="0"/>
                      <a:pt x="12767" y="0"/>
                    </a:cubicBezTo>
                    <a:cubicBezTo>
                      <a:pt x="17314" y="0"/>
                      <a:pt x="21600" y="1526"/>
                      <a:pt x="21600" y="6370"/>
                    </a:cubicBezTo>
                    <a:cubicBezTo>
                      <a:pt x="21600" y="9133"/>
                      <a:pt x="19347" y="17230"/>
                      <a:pt x="18816" y="21111"/>
                    </a:cubicBezTo>
                    <a:lnTo>
                      <a:pt x="13829" y="21111"/>
                    </a:lnTo>
                    <a:lnTo>
                      <a:pt x="14441" y="17956"/>
                    </a:lnTo>
                    <a:close/>
                    <a:moveTo>
                      <a:pt x="8653" y="17674"/>
                    </a:moveTo>
                    <a:cubicBezTo>
                      <a:pt x="13069" y="17674"/>
                      <a:pt x="14441" y="14911"/>
                      <a:pt x="15363" y="11585"/>
                    </a:cubicBezTo>
                    <a:lnTo>
                      <a:pt x="13290" y="11585"/>
                    </a:lnTo>
                    <a:cubicBezTo>
                      <a:pt x="10416" y="11585"/>
                      <a:pt x="5649" y="12022"/>
                      <a:pt x="5649" y="15511"/>
                    </a:cubicBezTo>
                    <a:cubicBezTo>
                      <a:pt x="5649" y="16948"/>
                      <a:pt x="7151" y="17674"/>
                      <a:pt x="8653" y="17674"/>
                    </a:cubicBez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5" name="フリーフォーム: 図形 10"/>
              <p:cNvSpPr/>
              <p:nvPr/>
            </p:nvSpPr>
            <p:spPr>
              <a:xfrm>
                <a:off x="854666" y="118723"/>
                <a:ext cx="222987" cy="280431"/>
              </a:xfrm>
              <a:custGeom>
                <a:avLst/>
                <a:gdLst/>
                <a:ahLst/>
                <a:cxnLst>
                  <a:cxn ang="0">
                    <a:pos x="wd2" y="hd2"/>
                  </a:cxn>
                  <a:cxn ang="5400000">
                    <a:pos x="wd2" y="hd2"/>
                  </a:cxn>
                  <a:cxn ang="10800000">
                    <a:pos x="wd2" y="hd2"/>
                  </a:cxn>
                  <a:cxn ang="16200000">
                    <a:pos x="wd2" y="hd2"/>
                  </a:cxn>
                </a:cxnLst>
                <a:rect l="0" t="0" r="r" b="b"/>
                <a:pathLst>
                  <a:path w="21600" h="21600" extrusionOk="0">
                    <a:moveTo>
                      <a:pt x="4745" y="3318"/>
                    </a:moveTo>
                    <a:cubicBezTo>
                      <a:pt x="4955" y="2417"/>
                      <a:pt x="5155" y="1477"/>
                      <a:pt x="5364" y="492"/>
                    </a:cubicBezTo>
                    <a:lnTo>
                      <a:pt x="11958" y="492"/>
                    </a:lnTo>
                    <a:lnTo>
                      <a:pt x="11033" y="4470"/>
                    </a:lnTo>
                    <a:lnTo>
                      <a:pt x="11138" y="4470"/>
                    </a:lnTo>
                    <a:cubicBezTo>
                      <a:pt x="12377" y="2174"/>
                      <a:pt x="15778" y="0"/>
                      <a:pt x="18970" y="0"/>
                    </a:cubicBezTo>
                    <a:cubicBezTo>
                      <a:pt x="19847" y="0"/>
                      <a:pt x="20771" y="38"/>
                      <a:pt x="21600" y="205"/>
                    </a:cubicBezTo>
                    <a:lnTo>
                      <a:pt x="20161" y="5576"/>
                    </a:lnTo>
                    <a:cubicBezTo>
                      <a:pt x="19389" y="5372"/>
                      <a:pt x="18408" y="5250"/>
                      <a:pt x="17532" y="5250"/>
                    </a:cubicBezTo>
                    <a:cubicBezTo>
                      <a:pt x="12634" y="5250"/>
                      <a:pt x="10262" y="8735"/>
                      <a:pt x="9385" y="12137"/>
                    </a:cubicBezTo>
                    <a:lnTo>
                      <a:pt x="6908" y="21600"/>
                    </a:lnTo>
                    <a:lnTo>
                      <a:pt x="0" y="21600"/>
                    </a:lnTo>
                    <a:lnTo>
                      <a:pt x="4745" y="3318"/>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6" name="フリーフォーム: 図形 11"/>
              <p:cNvSpPr/>
              <p:nvPr/>
            </p:nvSpPr>
            <p:spPr>
              <a:xfrm>
                <a:off x="1063193" y="118722"/>
                <a:ext cx="268136" cy="286727"/>
              </a:xfrm>
              <a:custGeom>
                <a:avLst/>
                <a:gdLst/>
                <a:ahLst/>
                <a:cxnLst>
                  <a:cxn ang="0">
                    <a:pos x="wd2" y="hd2"/>
                  </a:cxn>
                  <a:cxn ang="5400000">
                    <a:pos x="wd2" y="hd2"/>
                  </a:cxn>
                  <a:cxn ang="10800000">
                    <a:pos x="wd2" y="hd2"/>
                  </a:cxn>
                  <a:cxn ang="16200000">
                    <a:pos x="wd2" y="hd2"/>
                  </a:cxn>
                </a:cxnLst>
                <a:rect l="0" t="0" r="r" b="b"/>
                <a:pathLst>
                  <a:path w="21600" h="21600" extrusionOk="0">
                    <a:moveTo>
                      <a:pt x="5483" y="12464"/>
                    </a:moveTo>
                    <a:cubicBezTo>
                      <a:pt x="5483" y="16272"/>
                      <a:pt x="7670" y="17673"/>
                      <a:pt x="11608" y="17673"/>
                    </a:cubicBezTo>
                    <a:cubicBezTo>
                      <a:pt x="13962" y="17673"/>
                      <a:pt x="16236" y="17110"/>
                      <a:pt x="18383" y="16191"/>
                    </a:cubicBezTo>
                    <a:lnTo>
                      <a:pt x="17654" y="20437"/>
                    </a:lnTo>
                    <a:cubicBezTo>
                      <a:pt x="15428" y="21081"/>
                      <a:pt x="12979" y="21600"/>
                      <a:pt x="10626" y="21600"/>
                    </a:cubicBezTo>
                    <a:cubicBezTo>
                      <a:pt x="4279" y="21600"/>
                      <a:pt x="0" y="18718"/>
                      <a:pt x="0" y="12582"/>
                    </a:cubicBezTo>
                    <a:cubicBezTo>
                      <a:pt x="0" y="6172"/>
                      <a:pt x="5317" y="0"/>
                      <a:pt x="12559" y="0"/>
                    </a:cubicBezTo>
                    <a:cubicBezTo>
                      <a:pt x="18003" y="0"/>
                      <a:pt x="21600" y="2601"/>
                      <a:pt x="21600" y="7855"/>
                    </a:cubicBezTo>
                    <a:cubicBezTo>
                      <a:pt x="21600" y="9418"/>
                      <a:pt x="21386" y="10937"/>
                      <a:pt x="21045" y="12464"/>
                    </a:cubicBezTo>
                    <a:lnTo>
                      <a:pt x="5483" y="12464"/>
                    </a:lnTo>
                    <a:close/>
                    <a:moveTo>
                      <a:pt x="15990" y="8773"/>
                    </a:moveTo>
                    <a:cubicBezTo>
                      <a:pt x="16077" y="8292"/>
                      <a:pt x="16117" y="7855"/>
                      <a:pt x="16117" y="7373"/>
                    </a:cubicBezTo>
                    <a:cubicBezTo>
                      <a:pt x="16117" y="5172"/>
                      <a:pt x="14873" y="3927"/>
                      <a:pt x="12472" y="3927"/>
                    </a:cubicBezTo>
                    <a:cubicBezTo>
                      <a:pt x="8914" y="3927"/>
                      <a:pt x="7369" y="5928"/>
                      <a:pt x="6260" y="8773"/>
                    </a:cubicBezTo>
                    <a:lnTo>
                      <a:pt x="15990" y="8773"/>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7" name="フリーフォーム: 図形 12"/>
              <p:cNvSpPr/>
              <p:nvPr/>
            </p:nvSpPr>
            <p:spPr>
              <a:xfrm>
                <a:off x="1457231" y="43673"/>
                <a:ext cx="197808" cy="361875"/>
              </a:xfrm>
              <a:custGeom>
                <a:avLst/>
                <a:gdLst/>
                <a:ahLst/>
                <a:cxnLst>
                  <a:cxn ang="0">
                    <a:pos x="wd2" y="hd2"/>
                  </a:cxn>
                  <a:cxn ang="5400000">
                    <a:pos x="wd2" y="hd2"/>
                  </a:cxn>
                  <a:cxn ang="10800000">
                    <a:pos x="wd2" y="hd2"/>
                  </a:cxn>
                  <a:cxn ang="16200000">
                    <a:pos x="wd2" y="hd2"/>
                  </a:cxn>
                </a:cxnLst>
                <a:rect l="0" t="0" r="r" b="b"/>
                <a:pathLst>
                  <a:path w="21600" h="21600" extrusionOk="0">
                    <a:moveTo>
                      <a:pt x="1203" y="4855"/>
                    </a:moveTo>
                    <a:lnTo>
                      <a:pt x="6842" y="4855"/>
                    </a:lnTo>
                    <a:lnTo>
                      <a:pt x="8174" y="1491"/>
                    </a:lnTo>
                    <a:lnTo>
                      <a:pt x="16541" y="0"/>
                    </a:lnTo>
                    <a:lnTo>
                      <a:pt x="14629" y="4861"/>
                    </a:lnTo>
                    <a:lnTo>
                      <a:pt x="21600" y="4861"/>
                    </a:lnTo>
                    <a:lnTo>
                      <a:pt x="20375" y="7973"/>
                    </a:lnTo>
                    <a:lnTo>
                      <a:pt x="13405" y="7973"/>
                    </a:lnTo>
                    <a:lnTo>
                      <a:pt x="10558" y="15118"/>
                    </a:lnTo>
                    <a:cubicBezTo>
                      <a:pt x="10386" y="15500"/>
                      <a:pt x="10215" y="16069"/>
                      <a:pt x="10215" y="16703"/>
                    </a:cubicBezTo>
                    <a:cubicBezTo>
                      <a:pt x="10215" y="17690"/>
                      <a:pt x="11439" y="18295"/>
                      <a:pt x="13179" y="18295"/>
                    </a:cubicBezTo>
                    <a:cubicBezTo>
                      <a:pt x="14575" y="18295"/>
                      <a:pt x="15972" y="18136"/>
                      <a:pt x="16949" y="17913"/>
                    </a:cubicBezTo>
                    <a:lnTo>
                      <a:pt x="15617" y="21218"/>
                    </a:lnTo>
                    <a:cubicBezTo>
                      <a:pt x="14285" y="21377"/>
                      <a:pt x="12771" y="21600"/>
                      <a:pt x="11439" y="21600"/>
                    </a:cubicBezTo>
                    <a:cubicBezTo>
                      <a:pt x="6155" y="21600"/>
                      <a:pt x="2438" y="20455"/>
                      <a:pt x="2438" y="17314"/>
                    </a:cubicBezTo>
                    <a:cubicBezTo>
                      <a:pt x="2438" y="16046"/>
                      <a:pt x="2900" y="14807"/>
                      <a:pt x="3426" y="13504"/>
                    </a:cubicBezTo>
                    <a:lnTo>
                      <a:pt x="5639" y="7979"/>
                    </a:lnTo>
                    <a:lnTo>
                      <a:pt x="0" y="7979"/>
                    </a:lnTo>
                    <a:lnTo>
                      <a:pt x="1203" y="4855"/>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8" name="フリーフォーム: 図形 13"/>
              <p:cNvSpPr/>
              <p:nvPr/>
            </p:nvSpPr>
            <p:spPr>
              <a:xfrm>
                <a:off x="1634774" y="0"/>
                <a:ext cx="290464" cy="399153"/>
              </a:xfrm>
              <a:custGeom>
                <a:avLst/>
                <a:gdLst/>
                <a:ahLst/>
                <a:cxnLst>
                  <a:cxn ang="0">
                    <a:pos x="wd2" y="hd2"/>
                  </a:cxn>
                  <a:cxn ang="5400000">
                    <a:pos x="wd2" y="hd2"/>
                  </a:cxn>
                  <a:cxn ang="10800000">
                    <a:pos x="wd2" y="hd2"/>
                  </a:cxn>
                  <a:cxn ang="16200000">
                    <a:pos x="wd2" y="hd2"/>
                  </a:cxn>
                </a:cxnLst>
                <a:rect l="0" t="0" r="r" b="b"/>
                <a:pathLst>
                  <a:path w="21600" h="21600" extrusionOk="0">
                    <a:moveTo>
                      <a:pt x="6320" y="0"/>
                    </a:moveTo>
                    <a:lnTo>
                      <a:pt x="11623" y="0"/>
                    </a:lnTo>
                    <a:lnTo>
                      <a:pt x="9092" y="8208"/>
                    </a:lnTo>
                    <a:lnTo>
                      <a:pt x="9173" y="8208"/>
                    </a:lnTo>
                    <a:cubicBezTo>
                      <a:pt x="10635" y="7228"/>
                      <a:pt x="12654" y="6425"/>
                      <a:pt x="14951" y="6425"/>
                    </a:cubicBezTo>
                    <a:cubicBezTo>
                      <a:pt x="18945" y="6425"/>
                      <a:pt x="21600" y="8240"/>
                      <a:pt x="21600" y="11173"/>
                    </a:cubicBezTo>
                    <a:cubicBezTo>
                      <a:pt x="21600" y="12296"/>
                      <a:pt x="21205" y="13477"/>
                      <a:pt x="20927" y="14398"/>
                    </a:cubicBezTo>
                    <a:lnTo>
                      <a:pt x="18791" y="21595"/>
                    </a:lnTo>
                    <a:lnTo>
                      <a:pt x="13488" y="21595"/>
                    </a:lnTo>
                    <a:lnTo>
                      <a:pt x="15470" y="14600"/>
                    </a:lnTo>
                    <a:cubicBezTo>
                      <a:pt x="15748" y="13594"/>
                      <a:pt x="16063" y="12583"/>
                      <a:pt x="16063" y="11492"/>
                    </a:cubicBezTo>
                    <a:cubicBezTo>
                      <a:pt x="16063" y="10252"/>
                      <a:pt x="14878" y="9421"/>
                      <a:pt x="13174" y="9421"/>
                    </a:cubicBezTo>
                    <a:cubicBezTo>
                      <a:pt x="9494" y="9421"/>
                      <a:pt x="8148" y="11928"/>
                      <a:pt x="7476" y="14143"/>
                    </a:cubicBezTo>
                    <a:lnTo>
                      <a:pt x="5303" y="21600"/>
                    </a:lnTo>
                    <a:lnTo>
                      <a:pt x="0" y="21600"/>
                    </a:lnTo>
                    <a:lnTo>
                      <a:pt x="6320" y="0"/>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9" name="フリーフォーム: 図形 14"/>
              <p:cNvSpPr/>
              <p:nvPr/>
            </p:nvSpPr>
            <p:spPr>
              <a:xfrm>
                <a:off x="1945007" y="118722"/>
                <a:ext cx="268136" cy="286727"/>
              </a:xfrm>
              <a:custGeom>
                <a:avLst/>
                <a:gdLst/>
                <a:ahLst/>
                <a:cxnLst>
                  <a:cxn ang="0">
                    <a:pos x="wd2" y="hd2"/>
                  </a:cxn>
                  <a:cxn ang="5400000">
                    <a:pos x="wd2" y="hd2"/>
                  </a:cxn>
                  <a:cxn ang="10800000">
                    <a:pos x="wd2" y="hd2"/>
                  </a:cxn>
                  <a:cxn ang="16200000">
                    <a:pos x="wd2" y="hd2"/>
                  </a:cxn>
                </a:cxnLst>
                <a:rect l="0" t="0" r="r" b="b"/>
                <a:pathLst>
                  <a:path w="21600" h="21600" extrusionOk="0">
                    <a:moveTo>
                      <a:pt x="5483" y="12464"/>
                    </a:moveTo>
                    <a:cubicBezTo>
                      <a:pt x="5483" y="16272"/>
                      <a:pt x="7670" y="17673"/>
                      <a:pt x="11608" y="17673"/>
                    </a:cubicBezTo>
                    <a:cubicBezTo>
                      <a:pt x="13962" y="17673"/>
                      <a:pt x="16236" y="17110"/>
                      <a:pt x="18383" y="16191"/>
                    </a:cubicBezTo>
                    <a:lnTo>
                      <a:pt x="17654" y="20437"/>
                    </a:lnTo>
                    <a:cubicBezTo>
                      <a:pt x="15428" y="21081"/>
                      <a:pt x="12979" y="21600"/>
                      <a:pt x="10626" y="21600"/>
                    </a:cubicBezTo>
                    <a:cubicBezTo>
                      <a:pt x="4279" y="21600"/>
                      <a:pt x="0" y="18718"/>
                      <a:pt x="0" y="12582"/>
                    </a:cubicBezTo>
                    <a:cubicBezTo>
                      <a:pt x="0" y="6172"/>
                      <a:pt x="5317" y="0"/>
                      <a:pt x="12559" y="0"/>
                    </a:cubicBezTo>
                    <a:cubicBezTo>
                      <a:pt x="18003" y="0"/>
                      <a:pt x="21600" y="2601"/>
                      <a:pt x="21600" y="7855"/>
                    </a:cubicBezTo>
                    <a:cubicBezTo>
                      <a:pt x="21600" y="9418"/>
                      <a:pt x="21386" y="10937"/>
                      <a:pt x="21045" y="12464"/>
                    </a:cubicBezTo>
                    <a:lnTo>
                      <a:pt x="5483" y="12464"/>
                    </a:lnTo>
                    <a:close/>
                    <a:moveTo>
                      <a:pt x="15982" y="8773"/>
                    </a:moveTo>
                    <a:cubicBezTo>
                      <a:pt x="16069" y="8292"/>
                      <a:pt x="16109" y="7855"/>
                      <a:pt x="16109" y="7373"/>
                    </a:cubicBezTo>
                    <a:cubicBezTo>
                      <a:pt x="16109" y="5172"/>
                      <a:pt x="14865" y="3927"/>
                      <a:pt x="12464" y="3927"/>
                    </a:cubicBezTo>
                    <a:cubicBezTo>
                      <a:pt x="8906" y="3927"/>
                      <a:pt x="7361" y="5928"/>
                      <a:pt x="6252" y="8773"/>
                    </a:cubicBezTo>
                    <a:lnTo>
                      <a:pt x="15982" y="8773"/>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10" name="フリーフォーム: 図形 15"/>
              <p:cNvSpPr/>
              <p:nvPr/>
            </p:nvSpPr>
            <p:spPr>
              <a:xfrm>
                <a:off x="2322815" y="27738"/>
                <a:ext cx="385284" cy="371318"/>
              </a:xfrm>
              <a:custGeom>
                <a:avLst/>
                <a:gdLst/>
                <a:ahLst/>
                <a:cxnLst>
                  <a:cxn ang="0">
                    <a:pos x="wd2" y="hd2"/>
                  </a:cxn>
                  <a:cxn ang="5400000">
                    <a:pos x="wd2" y="hd2"/>
                  </a:cxn>
                  <a:cxn ang="10800000">
                    <a:pos x="wd2" y="hd2"/>
                  </a:cxn>
                  <a:cxn ang="16200000">
                    <a:pos x="wd2" y="hd2"/>
                  </a:cxn>
                </a:cxnLst>
                <a:rect l="0" t="0" r="r" b="b"/>
                <a:pathLst>
                  <a:path w="21600" h="21600" extrusionOk="0">
                    <a:moveTo>
                      <a:pt x="4478" y="0"/>
                    </a:moveTo>
                    <a:lnTo>
                      <a:pt x="9755" y="0"/>
                    </a:lnTo>
                    <a:lnTo>
                      <a:pt x="14200" y="16405"/>
                    </a:lnTo>
                    <a:lnTo>
                      <a:pt x="14260" y="16405"/>
                    </a:lnTo>
                    <a:lnTo>
                      <a:pt x="17663" y="0"/>
                    </a:lnTo>
                    <a:lnTo>
                      <a:pt x="21600" y="0"/>
                    </a:lnTo>
                    <a:lnTo>
                      <a:pt x="17095" y="21600"/>
                    </a:lnTo>
                    <a:lnTo>
                      <a:pt x="11724" y="21600"/>
                    </a:lnTo>
                    <a:lnTo>
                      <a:pt x="7367" y="5041"/>
                    </a:lnTo>
                    <a:lnTo>
                      <a:pt x="7307" y="5041"/>
                    </a:lnTo>
                    <a:lnTo>
                      <a:pt x="3998" y="21600"/>
                    </a:lnTo>
                    <a:lnTo>
                      <a:pt x="0" y="21600"/>
                    </a:lnTo>
                    <a:lnTo>
                      <a:pt x="4478" y="0"/>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11" name="フリーフォーム: 図形 16"/>
              <p:cNvSpPr/>
              <p:nvPr/>
            </p:nvSpPr>
            <p:spPr>
              <a:xfrm>
                <a:off x="2691573" y="118722"/>
                <a:ext cx="268136" cy="286727"/>
              </a:xfrm>
              <a:custGeom>
                <a:avLst/>
                <a:gdLst/>
                <a:ahLst/>
                <a:cxnLst>
                  <a:cxn ang="0">
                    <a:pos x="wd2" y="hd2"/>
                  </a:cxn>
                  <a:cxn ang="5400000">
                    <a:pos x="wd2" y="hd2"/>
                  </a:cxn>
                  <a:cxn ang="10800000">
                    <a:pos x="wd2" y="hd2"/>
                  </a:cxn>
                  <a:cxn ang="16200000">
                    <a:pos x="wd2" y="hd2"/>
                  </a:cxn>
                </a:cxnLst>
                <a:rect l="0" t="0" r="r" b="b"/>
                <a:pathLst>
                  <a:path w="21600" h="21600" extrusionOk="0">
                    <a:moveTo>
                      <a:pt x="5483" y="12464"/>
                    </a:moveTo>
                    <a:cubicBezTo>
                      <a:pt x="5483" y="16272"/>
                      <a:pt x="7670" y="17673"/>
                      <a:pt x="11608" y="17673"/>
                    </a:cubicBezTo>
                    <a:cubicBezTo>
                      <a:pt x="13962" y="17673"/>
                      <a:pt x="16236" y="17110"/>
                      <a:pt x="18383" y="16191"/>
                    </a:cubicBezTo>
                    <a:lnTo>
                      <a:pt x="17654" y="20437"/>
                    </a:lnTo>
                    <a:cubicBezTo>
                      <a:pt x="15428" y="21081"/>
                      <a:pt x="12979" y="21600"/>
                      <a:pt x="10626" y="21600"/>
                    </a:cubicBezTo>
                    <a:cubicBezTo>
                      <a:pt x="4279" y="21600"/>
                      <a:pt x="0" y="18718"/>
                      <a:pt x="0" y="12582"/>
                    </a:cubicBezTo>
                    <a:cubicBezTo>
                      <a:pt x="0" y="6172"/>
                      <a:pt x="5317" y="0"/>
                      <a:pt x="12559" y="0"/>
                    </a:cubicBezTo>
                    <a:cubicBezTo>
                      <a:pt x="18003" y="0"/>
                      <a:pt x="21600" y="2601"/>
                      <a:pt x="21600" y="7855"/>
                    </a:cubicBezTo>
                    <a:cubicBezTo>
                      <a:pt x="21600" y="9418"/>
                      <a:pt x="21386" y="10937"/>
                      <a:pt x="21045" y="12464"/>
                    </a:cubicBezTo>
                    <a:lnTo>
                      <a:pt x="5483" y="12464"/>
                    </a:lnTo>
                    <a:close/>
                    <a:moveTo>
                      <a:pt x="15982" y="8773"/>
                    </a:moveTo>
                    <a:cubicBezTo>
                      <a:pt x="16069" y="8292"/>
                      <a:pt x="16109" y="7855"/>
                      <a:pt x="16109" y="7373"/>
                    </a:cubicBezTo>
                    <a:cubicBezTo>
                      <a:pt x="16109" y="5172"/>
                      <a:pt x="14865" y="3927"/>
                      <a:pt x="12464" y="3927"/>
                    </a:cubicBezTo>
                    <a:cubicBezTo>
                      <a:pt x="8906" y="3927"/>
                      <a:pt x="7361" y="5928"/>
                      <a:pt x="6252" y="8773"/>
                    </a:cubicBezTo>
                    <a:lnTo>
                      <a:pt x="15982" y="8773"/>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12" name="フリーフォーム: 図形 17"/>
              <p:cNvSpPr/>
              <p:nvPr/>
            </p:nvSpPr>
            <p:spPr>
              <a:xfrm>
                <a:off x="2929215" y="125116"/>
                <a:ext cx="337874" cy="274038"/>
              </a:xfrm>
              <a:custGeom>
                <a:avLst/>
                <a:gdLst/>
                <a:ahLst/>
                <a:cxnLst>
                  <a:cxn ang="0">
                    <a:pos x="wd2" y="hd2"/>
                  </a:cxn>
                  <a:cxn ang="5400000">
                    <a:pos x="wd2" y="hd2"/>
                  </a:cxn>
                  <a:cxn ang="10800000">
                    <a:pos x="wd2" y="hd2"/>
                  </a:cxn>
                  <a:cxn ang="16200000">
                    <a:pos x="wd2" y="hd2"/>
                  </a:cxn>
                </a:cxnLst>
                <a:rect l="0" t="0" r="r" b="b"/>
                <a:pathLst>
                  <a:path w="21600" h="21600" extrusionOk="0">
                    <a:moveTo>
                      <a:pt x="11231" y="7420"/>
                    </a:moveTo>
                    <a:lnTo>
                      <a:pt x="16161" y="0"/>
                    </a:lnTo>
                    <a:lnTo>
                      <a:pt x="21600" y="0"/>
                    </a:lnTo>
                    <a:lnTo>
                      <a:pt x="14148" y="10319"/>
                    </a:lnTo>
                    <a:lnTo>
                      <a:pt x="18330" y="21600"/>
                    </a:lnTo>
                    <a:lnTo>
                      <a:pt x="13362" y="21600"/>
                    </a:lnTo>
                    <a:lnTo>
                      <a:pt x="10677" y="13335"/>
                    </a:lnTo>
                    <a:lnTo>
                      <a:pt x="5439" y="21600"/>
                    </a:lnTo>
                    <a:lnTo>
                      <a:pt x="0" y="21600"/>
                    </a:lnTo>
                    <a:lnTo>
                      <a:pt x="7923" y="10319"/>
                    </a:lnTo>
                    <a:lnTo>
                      <a:pt x="4213" y="0"/>
                    </a:lnTo>
                    <a:lnTo>
                      <a:pt x="8942" y="0"/>
                    </a:lnTo>
                    <a:lnTo>
                      <a:pt x="11231" y="7420"/>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13" name="フリーフォーム: 図形 18"/>
              <p:cNvSpPr/>
              <p:nvPr/>
            </p:nvSpPr>
            <p:spPr>
              <a:xfrm>
                <a:off x="3274957" y="43673"/>
                <a:ext cx="197808" cy="361875"/>
              </a:xfrm>
              <a:custGeom>
                <a:avLst/>
                <a:gdLst/>
                <a:ahLst/>
                <a:cxnLst>
                  <a:cxn ang="0">
                    <a:pos x="wd2" y="hd2"/>
                  </a:cxn>
                  <a:cxn ang="5400000">
                    <a:pos x="wd2" y="hd2"/>
                  </a:cxn>
                  <a:cxn ang="10800000">
                    <a:pos x="wd2" y="hd2"/>
                  </a:cxn>
                  <a:cxn ang="16200000">
                    <a:pos x="wd2" y="hd2"/>
                  </a:cxn>
                </a:cxnLst>
                <a:rect l="0" t="0" r="r" b="b"/>
                <a:pathLst>
                  <a:path w="21600" h="21600" extrusionOk="0">
                    <a:moveTo>
                      <a:pt x="1214" y="4855"/>
                    </a:moveTo>
                    <a:lnTo>
                      <a:pt x="6853" y="4855"/>
                    </a:lnTo>
                    <a:lnTo>
                      <a:pt x="8185" y="1491"/>
                    </a:lnTo>
                    <a:lnTo>
                      <a:pt x="16552" y="0"/>
                    </a:lnTo>
                    <a:lnTo>
                      <a:pt x="14629" y="4861"/>
                    </a:lnTo>
                    <a:lnTo>
                      <a:pt x="21600" y="4861"/>
                    </a:lnTo>
                    <a:lnTo>
                      <a:pt x="20375" y="7973"/>
                    </a:lnTo>
                    <a:lnTo>
                      <a:pt x="13405" y="7973"/>
                    </a:lnTo>
                    <a:lnTo>
                      <a:pt x="10558" y="15118"/>
                    </a:lnTo>
                    <a:cubicBezTo>
                      <a:pt x="10386" y="15500"/>
                      <a:pt x="10204" y="16069"/>
                      <a:pt x="10204" y="16703"/>
                    </a:cubicBezTo>
                    <a:cubicBezTo>
                      <a:pt x="10204" y="17690"/>
                      <a:pt x="11428" y="18295"/>
                      <a:pt x="13168" y="18295"/>
                    </a:cubicBezTo>
                    <a:cubicBezTo>
                      <a:pt x="14565" y="18295"/>
                      <a:pt x="15961" y="18136"/>
                      <a:pt x="16949" y="17913"/>
                    </a:cubicBezTo>
                    <a:lnTo>
                      <a:pt x="15617" y="21218"/>
                    </a:lnTo>
                    <a:cubicBezTo>
                      <a:pt x="14285" y="21377"/>
                      <a:pt x="12771" y="21600"/>
                      <a:pt x="11439" y="21600"/>
                    </a:cubicBezTo>
                    <a:cubicBezTo>
                      <a:pt x="6155" y="21600"/>
                      <a:pt x="2438" y="20455"/>
                      <a:pt x="2438" y="17314"/>
                    </a:cubicBezTo>
                    <a:cubicBezTo>
                      <a:pt x="2438" y="16046"/>
                      <a:pt x="2900" y="14807"/>
                      <a:pt x="3426" y="13504"/>
                    </a:cubicBezTo>
                    <a:lnTo>
                      <a:pt x="5639" y="7979"/>
                    </a:lnTo>
                    <a:lnTo>
                      <a:pt x="0" y="7979"/>
                    </a:lnTo>
                    <a:lnTo>
                      <a:pt x="1214" y="4855"/>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14" name="フリーフォーム: 図形 19"/>
              <p:cNvSpPr/>
              <p:nvPr/>
            </p:nvSpPr>
            <p:spPr>
              <a:xfrm>
                <a:off x="3595420" y="27738"/>
                <a:ext cx="345350" cy="37131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4657" y="0"/>
                    </a:lnTo>
                    <a:lnTo>
                      <a:pt x="6823" y="16805"/>
                    </a:lnTo>
                    <a:lnTo>
                      <a:pt x="6890" y="16805"/>
                    </a:lnTo>
                    <a:lnTo>
                      <a:pt x="16543" y="0"/>
                    </a:lnTo>
                    <a:lnTo>
                      <a:pt x="21600" y="0"/>
                    </a:lnTo>
                    <a:lnTo>
                      <a:pt x="8619" y="21600"/>
                    </a:lnTo>
                    <a:lnTo>
                      <a:pt x="3064" y="21600"/>
                    </a:lnTo>
                    <a:lnTo>
                      <a:pt x="0" y="0"/>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15" name="フリーフォーム: 図形 20"/>
              <p:cNvSpPr/>
              <p:nvPr/>
            </p:nvSpPr>
            <p:spPr>
              <a:xfrm>
                <a:off x="3858243" y="118624"/>
                <a:ext cx="260268" cy="286824"/>
              </a:xfrm>
              <a:custGeom>
                <a:avLst/>
                <a:gdLst/>
                <a:ahLst/>
                <a:cxnLst>
                  <a:cxn ang="0">
                    <a:pos x="wd2" y="hd2"/>
                  </a:cxn>
                  <a:cxn ang="5400000">
                    <a:pos x="wd2" y="hd2"/>
                  </a:cxn>
                  <a:cxn ang="10800000">
                    <a:pos x="wd2" y="hd2"/>
                  </a:cxn>
                  <a:cxn ang="16200000">
                    <a:pos x="wd2" y="hd2"/>
                  </a:cxn>
                </a:cxnLst>
                <a:rect l="0" t="0" r="r" b="b"/>
                <a:pathLst>
                  <a:path w="21600" h="21600" extrusionOk="0">
                    <a:moveTo>
                      <a:pt x="14441" y="17956"/>
                    </a:moveTo>
                    <a:lnTo>
                      <a:pt x="14351" y="17956"/>
                    </a:lnTo>
                    <a:cubicBezTo>
                      <a:pt x="12318" y="20282"/>
                      <a:pt x="10286" y="21600"/>
                      <a:pt x="7020" y="21600"/>
                    </a:cubicBezTo>
                    <a:cubicBezTo>
                      <a:pt x="2914" y="21600"/>
                      <a:pt x="0" y="19518"/>
                      <a:pt x="0" y="15711"/>
                    </a:cubicBezTo>
                    <a:cubicBezTo>
                      <a:pt x="0" y="8896"/>
                      <a:pt x="8392" y="8378"/>
                      <a:pt x="13951" y="8378"/>
                    </a:cubicBezTo>
                    <a:lnTo>
                      <a:pt x="16024" y="8378"/>
                    </a:lnTo>
                    <a:cubicBezTo>
                      <a:pt x="16204" y="7815"/>
                      <a:pt x="16204" y="7215"/>
                      <a:pt x="16204" y="6615"/>
                    </a:cubicBezTo>
                    <a:cubicBezTo>
                      <a:pt x="16204" y="4533"/>
                      <a:pt x="13731" y="3933"/>
                      <a:pt x="11657" y="3933"/>
                    </a:cubicBezTo>
                    <a:cubicBezTo>
                      <a:pt x="9053" y="3933"/>
                      <a:pt x="6539" y="4533"/>
                      <a:pt x="4196" y="5533"/>
                    </a:cubicBezTo>
                    <a:lnTo>
                      <a:pt x="5037" y="1244"/>
                    </a:lnTo>
                    <a:cubicBezTo>
                      <a:pt x="7551" y="444"/>
                      <a:pt x="10114" y="0"/>
                      <a:pt x="12767" y="0"/>
                    </a:cubicBezTo>
                    <a:cubicBezTo>
                      <a:pt x="17314" y="0"/>
                      <a:pt x="21600" y="1526"/>
                      <a:pt x="21600" y="6370"/>
                    </a:cubicBezTo>
                    <a:cubicBezTo>
                      <a:pt x="21600" y="9133"/>
                      <a:pt x="19347" y="17230"/>
                      <a:pt x="18816" y="21111"/>
                    </a:cubicBezTo>
                    <a:lnTo>
                      <a:pt x="13829" y="21111"/>
                    </a:lnTo>
                    <a:lnTo>
                      <a:pt x="14441" y="17956"/>
                    </a:lnTo>
                    <a:close/>
                    <a:moveTo>
                      <a:pt x="8653" y="17674"/>
                    </a:moveTo>
                    <a:cubicBezTo>
                      <a:pt x="13069" y="17674"/>
                      <a:pt x="14441" y="14911"/>
                      <a:pt x="15363" y="11585"/>
                    </a:cubicBezTo>
                    <a:lnTo>
                      <a:pt x="13290" y="11585"/>
                    </a:lnTo>
                    <a:cubicBezTo>
                      <a:pt x="10416" y="11585"/>
                      <a:pt x="5649" y="12022"/>
                      <a:pt x="5649" y="15511"/>
                    </a:cubicBezTo>
                    <a:cubicBezTo>
                      <a:pt x="5649" y="16948"/>
                      <a:pt x="7151" y="17674"/>
                      <a:pt x="8653" y="17674"/>
                    </a:cubicBez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16" name="フリーフォーム: 図形 21"/>
              <p:cNvSpPr/>
              <p:nvPr/>
            </p:nvSpPr>
            <p:spPr>
              <a:xfrm>
                <a:off x="4129230" y="0"/>
                <a:ext cx="155905" cy="399055"/>
              </a:xfrm>
              <a:custGeom>
                <a:avLst/>
                <a:gdLst/>
                <a:ahLst/>
                <a:cxnLst>
                  <a:cxn ang="0">
                    <a:pos x="wd2" y="hd2"/>
                  </a:cxn>
                  <a:cxn ang="5400000">
                    <a:pos x="wd2" y="hd2"/>
                  </a:cxn>
                  <a:cxn ang="10800000">
                    <a:pos x="wd2" y="hd2"/>
                  </a:cxn>
                  <a:cxn ang="16200000">
                    <a:pos x="wd2" y="hd2"/>
                  </a:cxn>
                </a:cxnLst>
                <a:rect l="0" t="0" r="r" b="b"/>
                <a:pathLst>
                  <a:path w="21600" h="21600" extrusionOk="0">
                    <a:moveTo>
                      <a:pt x="11720" y="0"/>
                    </a:moveTo>
                    <a:lnTo>
                      <a:pt x="21600" y="0"/>
                    </a:lnTo>
                    <a:lnTo>
                      <a:pt x="9880" y="21600"/>
                    </a:lnTo>
                    <a:lnTo>
                      <a:pt x="0" y="21600"/>
                    </a:lnTo>
                    <a:lnTo>
                      <a:pt x="11720" y="0"/>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17" name="フリーフォーム: 図形 22"/>
              <p:cNvSpPr/>
              <p:nvPr/>
            </p:nvSpPr>
            <p:spPr>
              <a:xfrm>
                <a:off x="4270969" y="125116"/>
                <a:ext cx="290464" cy="280332"/>
              </a:xfrm>
              <a:custGeom>
                <a:avLst/>
                <a:gdLst/>
                <a:ahLst/>
                <a:cxnLst>
                  <a:cxn ang="0">
                    <a:pos x="wd2" y="hd2"/>
                  </a:cxn>
                  <a:cxn ang="5400000">
                    <a:pos x="wd2" y="hd2"/>
                  </a:cxn>
                  <a:cxn ang="10800000">
                    <a:pos x="wd2" y="hd2"/>
                  </a:cxn>
                  <a:cxn ang="16200000">
                    <a:pos x="wd2" y="hd2"/>
                  </a:cxn>
                </a:cxnLst>
                <a:rect l="0" t="0" r="r" b="b"/>
                <a:pathLst>
                  <a:path w="21600" h="21600" extrusionOk="0">
                    <a:moveTo>
                      <a:pt x="17848" y="18076"/>
                    </a:moveTo>
                    <a:cubicBezTo>
                      <a:pt x="17606" y="19349"/>
                      <a:pt x="17409" y="20456"/>
                      <a:pt x="17336" y="21107"/>
                    </a:cubicBezTo>
                    <a:lnTo>
                      <a:pt x="12150" y="21107"/>
                    </a:lnTo>
                    <a:lnTo>
                      <a:pt x="12508" y="19061"/>
                    </a:lnTo>
                    <a:lnTo>
                      <a:pt x="12427" y="19061"/>
                    </a:lnTo>
                    <a:cubicBezTo>
                      <a:pt x="10965" y="20456"/>
                      <a:pt x="8946" y="21600"/>
                      <a:pt x="6649" y="21600"/>
                    </a:cubicBezTo>
                    <a:cubicBezTo>
                      <a:pt x="2655" y="21600"/>
                      <a:pt x="0" y="19016"/>
                      <a:pt x="0" y="14840"/>
                    </a:cubicBezTo>
                    <a:cubicBezTo>
                      <a:pt x="0" y="13240"/>
                      <a:pt x="395" y="11558"/>
                      <a:pt x="673" y="10247"/>
                    </a:cubicBezTo>
                    <a:lnTo>
                      <a:pt x="2809" y="0"/>
                    </a:lnTo>
                    <a:lnTo>
                      <a:pt x="8112" y="0"/>
                    </a:lnTo>
                    <a:lnTo>
                      <a:pt x="6130" y="9959"/>
                    </a:lnTo>
                    <a:cubicBezTo>
                      <a:pt x="5852" y="11391"/>
                      <a:pt x="5537" y="12831"/>
                      <a:pt x="5537" y="14385"/>
                    </a:cubicBezTo>
                    <a:cubicBezTo>
                      <a:pt x="5537" y="16151"/>
                      <a:pt x="6722" y="17341"/>
                      <a:pt x="8426" y="17341"/>
                    </a:cubicBezTo>
                    <a:cubicBezTo>
                      <a:pt x="12106" y="17341"/>
                      <a:pt x="13451" y="13771"/>
                      <a:pt x="14124" y="10618"/>
                    </a:cubicBezTo>
                    <a:lnTo>
                      <a:pt x="16297" y="0"/>
                    </a:lnTo>
                    <a:lnTo>
                      <a:pt x="21600" y="0"/>
                    </a:lnTo>
                    <a:lnTo>
                      <a:pt x="17848" y="18076"/>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18" name="フリーフォーム: 図形 23"/>
              <p:cNvSpPr/>
              <p:nvPr/>
            </p:nvSpPr>
            <p:spPr>
              <a:xfrm>
                <a:off x="4563300" y="118722"/>
                <a:ext cx="268136" cy="286727"/>
              </a:xfrm>
              <a:custGeom>
                <a:avLst/>
                <a:gdLst/>
                <a:ahLst/>
                <a:cxnLst>
                  <a:cxn ang="0">
                    <a:pos x="wd2" y="hd2"/>
                  </a:cxn>
                  <a:cxn ang="5400000">
                    <a:pos x="wd2" y="hd2"/>
                  </a:cxn>
                  <a:cxn ang="10800000">
                    <a:pos x="wd2" y="hd2"/>
                  </a:cxn>
                  <a:cxn ang="16200000">
                    <a:pos x="wd2" y="hd2"/>
                  </a:cxn>
                </a:cxnLst>
                <a:rect l="0" t="0" r="r" b="b"/>
                <a:pathLst>
                  <a:path w="21600" h="21600" extrusionOk="0">
                    <a:moveTo>
                      <a:pt x="5483" y="12464"/>
                    </a:moveTo>
                    <a:cubicBezTo>
                      <a:pt x="5483" y="16272"/>
                      <a:pt x="7670" y="17673"/>
                      <a:pt x="11608" y="17673"/>
                    </a:cubicBezTo>
                    <a:cubicBezTo>
                      <a:pt x="13962" y="17673"/>
                      <a:pt x="16236" y="17110"/>
                      <a:pt x="18383" y="16191"/>
                    </a:cubicBezTo>
                    <a:lnTo>
                      <a:pt x="17654" y="20437"/>
                    </a:lnTo>
                    <a:cubicBezTo>
                      <a:pt x="15427" y="21081"/>
                      <a:pt x="12979" y="21600"/>
                      <a:pt x="10626" y="21600"/>
                    </a:cubicBezTo>
                    <a:cubicBezTo>
                      <a:pt x="4279" y="21600"/>
                      <a:pt x="0" y="18718"/>
                      <a:pt x="0" y="12582"/>
                    </a:cubicBezTo>
                    <a:cubicBezTo>
                      <a:pt x="0" y="6172"/>
                      <a:pt x="5317" y="0"/>
                      <a:pt x="12559" y="0"/>
                    </a:cubicBezTo>
                    <a:cubicBezTo>
                      <a:pt x="18003" y="0"/>
                      <a:pt x="21600" y="2601"/>
                      <a:pt x="21600" y="7855"/>
                    </a:cubicBezTo>
                    <a:cubicBezTo>
                      <a:pt x="21600" y="9418"/>
                      <a:pt x="21386" y="10937"/>
                      <a:pt x="21045" y="12464"/>
                    </a:cubicBezTo>
                    <a:lnTo>
                      <a:pt x="5483" y="12464"/>
                    </a:lnTo>
                    <a:close/>
                    <a:moveTo>
                      <a:pt x="15982" y="8773"/>
                    </a:moveTo>
                    <a:cubicBezTo>
                      <a:pt x="16069" y="8292"/>
                      <a:pt x="16109" y="7855"/>
                      <a:pt x="16109" y="7373"/>
                    </a:cubicBezTo>
                    <a:cubicBezTo>
                      <a:pt x="16109" y="5172"/>
                      <a:pt x="14865" y="3927"/>
                      <a:pt x="12464" y="3927"/>
                    </a:cubicBezTo>
                    <a:cubicBezTo>
                      <a:pt x="8906" y="3927"/>
                      <a:pt x="7361" y="5928"/>
                      <a:pt x="6252" y="8773"/>
                    </a:cubicBezTo>
                    <a:lnTo>
                      <a:pt x="15982" y="8773"/>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19" name="フリーフォーム: 図形 24"/>
              <p:cNvSpPr/>
              <p:nvPr/>
            </p:nvSpPr>
            <p:spPr>
              <a:xfrm>
                <a:off x="4825632" y="118526"/>
                <a:ext cx="236266" cy="286824"/>
              </a:xfrm>
              <a:custGeom>
                <a:avLst/>
                <a:gdLst/>
                <a:ahLst/>
                <a:cxnLst>
                  <a:cxn ang="0">
                    <a:pos x="wd2" y="hd2"/>
                  </a:cxn>
                  <a:cxn ang="5400000">
                    <a:pos x="wd2" y="hd2"/>
                  </a:cxn>
                  <a:cxn ang="10800000">
                    <a:pos x="wd2" y="hd2"/>
                  </a:cxn>
                  <a:cxn ang="16200000">
                    <a:pos x="wd2" y="hd2"/>
                  </a:cxn>
                </a:cxnLst>
                <a:rect l="0" t="0" r="r" b="b"/>
                <a:pathLst>
                  <a:path w="21600" h="21600" extrusionOk="0">
                    <a:moveTo>
                      <a:pt x="20188" y="4896"/>
                    </a:moveTo>
                    <a:cubicBezTo>
                      <a:pt x="18489" y="4378"/>
                      <a:pt x="16690" y="3933"/>
                      <a:pt x="14838" y="3933"/>
                    </a:cubicBezTo>
                    <a:cubicBezTo>
                      <a:pt x="12895" y="3933"/>
                      <a:pt x="10458" y="4370"/>
                      <a:pt x="10458" y="6015"/>
                    </a:cubicBezTo>
                    <a:cubicBezTo>
                      <a:pt x="10458" y="8622"/>
                      <a:pt x="18920" y="9585"/>
                      <a:pt x="18920" y="14630"/>
                    </a:cubicBezTo>
                    <a:cubicBezTo>
                      <a:pt x="18920" y="20000"/>
                      <a:pt x="13228" y="21600"/>
                      <a:pt x="7635" y="21600"/>
                    </a:cubicBezTo>
                    <a:cubicBezTo>
                      <a:pt x="5009" y="21600"/>
                      <a:pt x="2383" y="21282"/>
                      <a:pt x="0" y="20356"/>
                    </a:cubicBezTo>
                    <a:lnTo>
                      <a:pt x="1412" y="16067"/>
                    </a:lnTo>
                    <a:cubicBezTo>
                      <a:pt x="3264" y="16911"/>
                      <a:pt x="5108" y="17667"/>
                      <a:pt x="7635" y="17667"/>
                    </a:cubicBezTo>
                    <a:cubicBezTo>
                      <a:pt x="9820" y="17667"/>
                      <a:pt x="12113" y="17067"/>
                      <a:pt x="12113" y="15385"/>
                    </a:cubicBezTo>
                    <a:cubicBezTo>
                      <a:pt x="12113" y="12059"/>
                      <a:pt x="3651" y="11741"/>
                      <a:pt x="3651" y="6570"/>
                    </a:cubicBezTo>
                    <a:cubicBezTo>
                      <a:pt x="3651" y="1719"/>
                      <a:pt x="9343" y="0"/>
                      <a:pt x="14496" y="0"/>
                    </a:cubicBezTo>
                    <a:cubicBezTo>
                      <a:pt x="16879" y="0"/>
                      <a:pt x="19316" y="363"/>
                      <a:pt x="21600" y="844"/>
                    </a:cubicBezTo>
                    <a:lnTo>
                      <a:pt x="20188" y="4896"/>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sp>
            <p:nvSpPr>
              <p:cNvPr id="20" name="フリーフォーム: 図形 25"/>
              <p:cNvSpPr/>
              <p:nvPr/>
            </p:nvSpPr>
            <p:spPr>
              <a:xfrm>
                <a:off x="5061503" y="27738"/>
                <a:ext cx="155807" cy="371318"/>
              </a:xfrm>
              <a:custGeom>
                <a:avLst/>
                <a:gdLst/>
                <a:ahLst/>
                <a:cxnLst>
                  <a:cxn ang="0">
                    <a:pos x="wd2" y="hd2"/>
                  </a:cxn>
                  <a:cxn ang="5400000">
                    <a:pos x="wd2" y="hd2"/>
                  </a:cxn>
                  <a:cxn ang="10800000">
                    <a:pos x="wd2" y="hd2"/>
                  </a:cxn>
                  <a:cxn ang="16200000">
                    <a:pos x="wd2" y="hd2"/>
                  </a:cxn>
                </a:cxnLst>
                <a:rect l="0" t="0" r="r" b="b"/>
                <a:pathLst>
                  <a:path w="21600" h="21600" extrusionOk="0">
                    <a:moveTo>
                      <a:pt x="12464" y="17269"/>
                    </a:moveTo>
                    <a:lnTo>
                      <a:pt x="10323" y="21600"/>
                    </a:lnTo>
                    <a:lnTo>
                      <a:pt x="0" y="21600"/>
                    </a:lnTo>
                    <a:lnTo>
                      <a:pt x="2141" y="17269"/>
                    </a:lnTo>
                    <a:lnTo>
                      <a:pt x="12464" y="17269"/>
                    </a:lnTo>
                    <a:close/>
                    <a:moveTo>
                      <a:pt x="10023" y="0"/>
                    </a:moveTo>
                    <a:lnTo>
                      <a:pt x="21600" y="0"/>
                    </a:lnTo>
                    <a:lnTo>
                      <a:pt x="12314" y="15260"/>
                    </a:lnTo>
                    <a:lnTo>
                      <a:pt x="4132" y="15260"/>
                    </a:lnTo>
                    <a:lnTo>
                      <a:pt x="10023" y="0"/>
                    </a:lnTo>
                    <a:close/>
                  </a:path>
                </a:pathLst>
              </a:custGeom>
              <a:solidFill>
                <a:srgbClr val="005BAC"/>
              </a:solidFill>
              <a:ln w="12700" cap="flat">
                <a:noFill/>
                <a:miter lim="400000"/>
              </a:ln>
              <a:effectLst/>
            </p:spPr>
            <p:txBody>
              <a:bodyPr wrap="square" lIns="45719" tIns="45719" rIns="45719" bIns="45719" numCol="1" anchor="ctr">
                <a:noAutofit/>
              </a:bodyPr>
              <a:lstStyle/>
              <a:p>
                <a:endParaRPr/>
              </a:p>
            </p:txBody>
          </p:sp>
        </p:grpSp>
        <p:sp>
          <p:nvSpPr>
            <p:cNvPr id="22" name="フリーフォーム: 図形 4"/>
            <p:cNvSpPr/>
            <p:nvPr/>
          </p:nvSpPr>
          <p:spPr>
            <a:xfrm>
              <a:off x="2956362" y="0"/>
              <a:ext cx="2620066" cy="596239"/>
            </a:xfrm>
            <a:custGeom>
              <a:avLst/>
              <a:gdLst/>
              <a:ahLst/>
              <a:cxnLst>
                <a:cxn ang="0">
                  <a:pos x="wd2" y="hd2"/>
                </a:cxn>
                <a:cxn ang="5400000">
                  <a:pos x="wd2" y="hd2"/>
                </a:cxn>
                <a:cxn ang="10800000">
                  <a:pos x="wd2" y="hd2"/>
                </a:cxn>
                <a:cxn ang="16200000">
                  <a:pos x="wd2" y="hd2"/>
                </a:cxn>
              </a:cxnLst>
              <a:rect l="0" t="0" r="r" b="b"/>
              <a:pathLst>
                <a:path w="21600" h="19493" extrusionOk="0">
                  <a:moveTo>
                    <a:pt x="0" y="19493"/>
                  </a:moveTo>
                  <a:cubicBezTo>
                    <a:pt x="6426" y="-988"/>
                    <a:pt x="14983" y="-2107"/>
                    <a:pt x="21600" y="1762"/>
                  </a:cubicBezTo>
                  <a:lnTo>
                    <a:pt x="20669" y="13409"/>
                  </a:lnTo>
                  <a:cubicBezTo>
                    <a:pt x="16097" y="7029"/>
                    <a:pt x="7279" y="3135"/>
                    <a:pt x="0" y="19493"/>
                  </a:cubicBezTo>
                  <a:close/>
                </a:path>
              </a:pathLst>
            </a:custGeom>
            <a:gradFill flip="none" rotWithShape="1">
              <a:gsLst>
                <a:gs pos="25000">
                  <a:srgbClr val="005BAC"/>
                </a:gs>
                <a:gs pos="52000">
                  <a:srgbClr val="E50059"/>
                </a:gs>
                <a:gs pos="100000">
                  <a:srgbClr val="EA5B02"/>
                </a:gs>
              </a:gsLst>
              <a:lin ang="0" scaled="0"/>
            </a:gradFill>
            <a:ln w="12700" cap="flat">
              <a:noFill/>
              <a:miter lim="400000"/>
            </a:ln>
            <a:effectLst/>
          </p:spPr>
          <p:txBody>
            <a:bodyPr wrap="square" lIns="45719" tIns="45719" rIns="45719" bIns="45719" numCol="1" anchor="ctr">
              <a:noAutofit/>
            </a:bodyPr>
            <a:lstStyle/>
            <a:p>
              <a:endParaRPr/>
            </a:p>
          </p:txBody>
        </p:sp>
        <p:sp>
          <p:nvSpPr>
            <p:cNvPr id="23" name="フリーフォーム: 図形 6"/>
            <p:cNvSpPr/>
            <p:nvPr/>
          </p:nvSpPr>
          <p:spPr>
            <a:xfrm>
              <a:off x="0" y="1094537"/>
              <a:ext cx="2429047" cy="414592"/>
            </a:xfrm>
            <a:custGeom>
              <a:avLst/>
              <a:gdLst/>
              <a:ahLst/>
              <a:cxnLst>
                <a:cxn ang="0">
                  <a:pos x="wd2" y="hd2"/>
                </a:cxn>
                <a:cxn ang="5400000">
                  <a:pos x="wd2" y="hd2"/>
                </a:cxn>
                <a:cxn ang="10800000">
                  <a:pos x="wd2" y="hd2"/>
                </a:cxn>
                <a:cxn ang="16200000">
                  <a:pos x="wd2" y="hd2"/>
                </a:cxn>
              </a:cxnLst>
              <a:rect l="0" t="0" r="r" b="b"/>
              <a:pathLst>
                <a:path w="21600" h="16963" extrusionOk="0">
                  <a:moveTo>
                    <a:pt x="21600" y="0"/>
                  </a:moveTo>
                  <a:cubicBezTo>
                    <a:pt x="17530" y="12847"/>
                    <a:pt x="8807" y="21600"/>
                    <a:pt x="0" y="14328"/>
                  </a:cubicBezTo>
                  <a:lnTo>
                    <a:pt x="1058" y="2777"/>
                  </a:lnTo>
                  <a:cubicBezTo>
                    <a:pt x="9674" y="11969"/>
                    <a:pt x="17750" y="7156"/>
                    <a:pt x="21600" y="0"/>
                  </a:cubicBezTo>
                  <a:close/>
                </a:path>
              </a:pathLst>
            </a:custGeom>
            <a:gradFill flip="none" rotWithShape="1">
              <a:gsLst>
                <a:gs pos="0">
                  <a:srgbClr val="009EE7"/>
                </a:gs>
                <a:gs pos="47000">
                  <a:srgbClr val="005BAC"/>
                </a:gs>
              </a:gsLst>
              <a:lin ang="0" scaled="0"/>
            </a:gradFill>
            <a:ln w="12700" cap="flat">
              <a:noFill/>
              <a:miter lim="400000"/>
            </a:ln>
            <a:effectLst/>
          </p:spPr>
          <p:txBody>
            <a:bodyPr wrap="square" lIns="45719" tIns="45719" rIns="45719" bIns="45719" numCol="1" anchor="ctr">
              <a:noAutofit/>
            </a:bodyPr>
            <a:lstStyle/>
            <a:p>
              <a:endParaRPr/>
            </a:p>
          </p:txBody>
        </p:sp>
      </p:grpSp>
      <p:sp>
        <p:nvSpPr>
          <p:cNvPr id="25" name="タイトルテキスト"/>
          <p:cNvSpPr txBox="1">
            <a:spLocks noGrp="1"/>
          </p:cNvSpPr>
          <p:nvPr>
            <p:ph type="title"/>
          </p:nvPr>
        </p:nvSpPr>
        <p:spPr>
          <a:xfrm>
            <a:off x="495300" y="274637"/>
            <a:ext cx="8915400" cy="1143001"/>
          </a:xfrm>
          <a:prstGeom prst="rect">
            <a:avLst/>
          </a:prstGeom>
          <a:blipFill>
            <a:blip r:embed="rId38"/>
            <a:stretch>
              <a:fillRect/>
            </a:stretch>
          </a:blip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タイトルテキスト</a:t>
            </a:r>
          </a:p>
        </p:txBody>
      </p:sp>
      <p:sp>
        <p:nvSpPr>
          <p:cNvPr id="26" name="本文レベル1…"/>
          <p:cNvSpPr txBox="1">
            <a:spLocks noGrp="1"/>
          </p:cNvSpPr>
          <p:nvPr>
            <p:ph type="body" idx="1"/>
          </p:nvPr>
        </p:nvSpPr>
        <p:spPr>
          <a:xfrm>
            <a:off x="495300" y="1600200"/>
            <a:ext cx="8915400" cy="5257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6799" tIns="46799" rIns="46799" bIns="46799"/>
          <a:lstStyle/>
          <a:p>
            <a:r>
              <a:t>本文レベル1</a:t>
            </a:r>
          </a:p>
          <a:p>
            <a:pPr lvl="1"/>
            <a:r>
              <a:t>本文レベル2</a:t>
            </a:r>
          </a:p>
          <a:p>
            <a:pPr lvl="2"/>
            <a:r>
              <a:t>本文レベル3</a:t>
            </a:r>
          </a:p>
          <a:p>
            <a:pPr lvl="3"/>
            <a:r>
              <a:t>本文レベル4</a:t>
            </a:r>
          </a:p>
          <a:p>
            <a:pPr lvl="4"/>
            <a:r>
              <a:t>本文レベル5</a:t>
            </a:r>
          </a:p>
        </p:txBody>
      </p:sp>
      <p:sp>
        <p:nvSpPr>
          <p:cNvPr id="27" name="スライド番号"/>
          <p:cNvSpPr txBox="1">
            <a:spLocks noGrp="1"/>
          </p:cNvSpPr>
          <p:nvPr>
            <p:ph type="sldNum" sz="quarter" idx="2"/>
          </p:nvPr>
        </p:nvSpPr>
        <p:spPr>
          <a:xfrm>
            <a:off x="4787900" y="6172200"/>
            <a:ext cx="2311400" cy="368301"/>
          </a:xfrm>
          <a:prstGeom prst="rect">
            <a:avLst/>
          </a:prstGeom>
          <a:ln w="12700">
            <a:miter lim="400000"/>
          </a:ln>
        </p:spPr>
        <p:txBody>
          <a:bodyPr wrap="none" lIns="45719" rIns="45719" anchor="ctr">
            <a:spAutoFit/>
          </a:bodyPr>
          <a:lstStyle>
            <a:lvl1pPr algn="r">
              <a:defRPr sz="12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 id="2147483675" r:id="rId26"/>
    <p:sldLayoutId id="2147483676" r:id="rId27"/>
    <p:sldLayoutId id="2147483677" r:id="rId28"/>
    <p:sldLayoutId id="2147483678" r:id="rId29"/>
    <p:sldLayoutId id="2147483679" r:id="rId30"/>
    <p:sldLayoutId id="2147483680" r:id="rId31"/>
    <p:sldLayoutId id="2147483681" r:id="rId32"/>
    <p:sldLayoutId id="2147483682" r:id="rId33"/>
    <p:sldLayoutId id="2147483683" r:id="rId34"/>
    <p:sldLayoutId id="2147483684" r:id="rId35"/>
    <p:sldLayoutId id="2147483685" r:id="rId36"/>
  </p:sldLayoutIdLst>
  <p:transition spd="med"/>
  <p:txStyles>
    <p:titleStyle>
      <a:lvl1pPr marL="0" marR="0" indent="0" algn="l" defTabSz="914400" rtl="0" latinLnBrk="0">
        <a:lnSpc>
          <a:spcPct val="100000"/>
        </a:lnSpc>
        <a:spcBef>
          <a:spcPts val="0"/>
        </a:spcBef>
        <a:spcAft>
          <a:spcPts val="0"/>
        </a:spcAft>
        <a:buClrTx/>
        <a:buSzTx/>
        <a:buFontTx/>
        <a:buNone/>
        <a:tabLst/>
        <a:defRPr sz="2000" b="1" i="0" u="none" strike="noStrike" cap="none" spc="0" baseline="0">
          <a:solidFill>
            <a:schemeClr val="accent1"/>
          </a:solidFill>
          <a:uFillTx/>
          <a:latin typeface="Yu Gothic UI"/>
          <a:ea typeface="Yu Gothic UI"/>
          <a:cs typeface="Yu Gothic UI"/>
          <a:sym typeface="Yu Gothic UI"/>
        </a:defRPr>
      </a:lvl1pPr>
      <a:lvl2pPr marL="0" marR="0" indent="0" algn="l" defTabSz="914400" rtl="0" latinLnBrk="0">
        <a:lnSpc>
          <a:spcPct val="100000"/>
        </a:lnSpc>
        <a:spcBef>
          <a:spcPts val="0"/>
        </a:spcBef>
        <a:spcAft>
          <a:spcPts val="0"/>
        </a:spcAft>
        <a:buClrTx/>
        <a:buSzTx/>
        <a:buFontTx/>
        <a:buNone/>
        <a:tabLst/>
        <a:defRPr sz="2000" b="1" i="0" u="none" strike="noStrike" cap="none" spc="0" baseline="0">
          <a:solidFill>
            <a:schemeClr val="accent1"/>
          </a:solidFill>
          <a:uFillTx/>
          <a:latin typeface="Yu Gothic UI"/>
          <a:ea typeface="Yu Gothic UI"/>
          <a:cs typeface="Yu Gothic UI"/>
          <a:sym typeface="Yu Gothic UI"/>
        </a:defRPr>
      </a:lvl2pPr>
      <a:lvl3pPr marL="0" marR="0" indent="0" algn="l" defTabSz="914400" rtl="0" latinLnBrk="0">
        <a:lnSpc>
          <a:spcPct val="100000"/>
        </a:lnSpc>
        <a:spcBef>
          <a:spcPts val="0"/>
        </a:spcBef>
        <a:spcAft>
          <a:spcPts val="0"/>
        </a:spcAft>
        <a:buClrTx/>
        <a:buSzTx/>
        <a:buFontTx/>
        <a:buNone/>
        <a:tabLst/>
        <a:defRPr sz="2000" b="1" i="0" u="none" strike="noStrike" cap="none" spc="0" baseline="0">
          <a:solidFill>
            <a:schemeClr val="accent1"/>
          </a:solidFill>
          <a:uFillTx/>
          <a:latin typeface="Yu Gothic UI"/>
          <a:ea typeface="Yu Gothic UI"/>
          <a:cs typeface="Yu Gothic UI"/>
          <a:sym typeface="Yu Gothic UI"/>
        </a:defRPr>
      </a:lvl3pPr>
      <a:lvl4pPr marL="0" marR="0" indent="0" algn="l" defTabSz="914400" rtl="0" latinLnBrk="0">
        <a:lnSpc>
          <a:spcPct val="100000"/>
        </a:lnSpc>
        <a:spcBef>
          <a:spcPts val="0"/>
        </a:spcBef>
        <a:spcAft>
          <a:spcPts val="0"/>
        </a:spcAft>
        <a:buClrTx/>
        <a:buSzTx/>
        <a:buFontTx/>
        <a:buNone/>
        <a:tabLst/>
        <a:defRPr sz="2000" b="1" i="0" u="none" strike="noStrike" cap="none" spc="0" baseline="0">
          <a:solidFill>
            <a:schemeClr val="accent1"/>
          </a:solidFill>
          <a:uFillTx/>
          <a:latin typeface="Yu Gothic UI"/>
          <a:ea typeface="Yu Gothic UI"/>
          <a:cs typeface="Yu Gothic UI"/>
          <a:sym typeface="Yu Gothic UI"/>
        </a:defRPr>
      </a:lvl4pPr>
      <a:lvl5pPr marL="0" marR="0" indent="0" algn="l" defTabSz="914400" rtl="0" latinLnBrk="0">
        <a:lnSpc>
          <a:spcPct val="100000"/>
        </a:lnSpc>
        <a:spcBef>
          <a:spcPts val="0"/>
        </a:spcBef>
        <a:spcAft>
          <a:spcPts val="0"/>
        </a:spcAft>
        <a:buClrTx/>
        <a:buSzTx/>
        <a:buFontTx/>
        <a:buNone/>
        <a:tabLst/>
        <a:defRPr sz="2000" b="1" i="0" u="none" strike="noStrike" cap="none" spc="0" baseline="0">
          <a:solidFill>
            <a:schemeClr val="accent1"/>
          </a:solidFill>
          <a:uFillTx/>
          <a:latin typeface="Yu Gothic UI"/>
          <a:ea typeface="Yu Gothic UI"/>
          <a:cs typeface="Yu Gothic UI"/>
          <a:sym typeface="Yu Gothic UI"/>
        </a:defRPr>
      </a:lvl5pPr>
      <a:lvl6pPr marL="0" marR="0" indent="0" algn="l" defTabSz="914400" rtl="0" latinLnBrk="0">
        <a:lnSpc>
          <a:spcPct val="100000"/>
        </a:lnSpc>
        <a:spcBef>
          <a:spcPts val="0"/>
        </a:spcBef>
        <a:spcAft>
          <a:spcPts val="0"/>
        </a:spcAft>
        <a:buClrTx/>
        <a:buSzTx/>
        <a:buFontTx/>
        <a:buNone/>
        <a:tabLst/>
        <a:defRPr sz="2000" b="1" i="0" u="none" strike="noStrike" cap="none" spc="0" baseline="0">
          <a:solidFill>
            <a:schemeClr val="accent1"/>
          </a:solidFill>
          <a:uFillTx/>
          <a:latin typeface="Yu Gothic UI"/>
          <a:ea typeface="Yu Gothic UI"/>
          <a:cs typeface="Yu Gothic UI"/>
          <a:sym typeface="Yu Gothic UI"/>
        </a:defRPr>
      </a:lvl6pPr>
      <a:lvl7pPr marL="0" marR="0" indent="0" algn="l" defTabSz="914400" rtl="0" latinLnBrk="0">
        <a:lnSpc>
          <a:spcPct val="100000"/>
        </a:lnSpc>
        <a:spcBef>
          <a:spcPts val="0"/>
        </a:spcBef>
        <a:spcAft>
          <a:spcPts val="0"/>
        </a:spcAft>
        <a:buClrTx/>
        <a:buSzTx/>
        <a:buFontTx/>
        <a:buNone/>
        <a:tabLst/>
        <a:defRPr sz="2000" b="1" i="0" u="none" strike="noStrike" cap="none" spc="0" baseline="0">
          <a:solidFill>
            <a:schemeClr val="accent1"/>
          </a:solidFill>
          <a:uFillTx/>
          <a:latin typeface="Yu Gothic UI"/>
          <a:ea typeface="Yu Gothic UI"/>
          <a:cs typeface="Yu Gothic UI"/>
          <a:sym typeface="Yu Gothic UI"/>
        </a:defRPr>
      </a:lvl7pPr>
      <a:lvl8pPr marL="0" marR="0" indent="0" algn="l" defTabSz="914400" rtl="0" latinLnBrk="0">
        <a:lnSpc>
          <a:spcPct val="100000"/>
        </a:lnSpc>
        <a:spcBef>
          <a:spcPts val="0"/>
        </a:spcBef>
        <a:spcAft>
          <a:spcPts val="0"/>
        </a:spcAft>
        <a:buClrTx/>
        <a:buSzTx/>
        <a:buFontTx/>
        <a:buNone/>
        <a:tabLst/>
        <a:defRPr sz="2000" b="1" i="0" u="none" strike="noStrike" cap="none" spc="0" baseline="0">
          <a:solidFill>
            <a:schemeClr val="accent1"/>
          </a:solidFill>
          <a:uFillTx/>
          <a:latin typeface="Yu Gothic UI"/>
          <a:ea typeface="Yu Gothic UI"/>
          <a:cs typeface="Yu Gothic UI"/>
          <a:sym typeface="Yu Gothic UI"/>
        </a:defRPr>
      </a:lvl8pPr>
      <a:lvl9pPr marL="0" marR="0" indent="0" algn="l" defTabSz="914400" rtl="0" latinLnBrk="0">
        <a:lnSpc>
          <a:spcPct val="100000"/>
        </a:lnSpc>
        <a:spcBef>
          <a:spcPts val="0"/>
        </a:spcBef>
        <a:spcAft>
          <a:spcPts val="0"/>
        </a:spcAft>
        <a:buClrTx/>
        <a:buSzTx/>
        <a:buFontTx/>
        <a:buNone/>
        <a:tabLst/>
        <a:defRPr sz="2000" b="1" i="0" u="none" strike="noStrike" cap="none" spc="0" baseline="0">
          <a:solidFill>
            <a:schemeClr val="accent1"/>
          </a:solidFill>
          <a:uFillTx/>
          <a:latin typeface="Yu Gothic UI"/>
          <a:ea typeface="Yu Gothic UI"/>
          <a:cs typeface="Yu Gothic UI"/>
          <a:sym typeface="Yu Gothic UI"/>
        </a:defRPr>
      </a:lvl9pPr>
    </p:titleStyle>
    <p:bodyStyle>
      <a:lvl1pPr marL="187199" marR="0" indent="-187199" algn="l" defTabSz="914400" rtl="0" latinLnBrk="0">
        <a:lnSpc>
          <a:spcPct val="100000"/>
        </a:lnSpc>
        <a:spcBef>
          <a:spcPts val="500"/>
        </a:spcBef>
        <a:spcAft>
          <a:spcPts val="0"/>
        </a:spcAft>
        <a:buClr>
          <a:schemeClr val="accent1"/>
        </a:buClr>
        <a:buSzPct val="100000"/>
        <a:buFontTx/>
        <a:buChar char="■"/>
        <a:tabLst/>
        <a:defRPr sz="1600" b="0" i="0" u="none" strike="noStrike" cap="none" spc="0" baseline="0">
          <a:solidFill>
            <a:srgbClr val="000000"/>
          </a:solidFill>
          <a:uFillTx/>
          <a:latin typeface="Yu Gothic UI"/>
          <a:ea typeface="Yu Gothic UI"/>
          <a:cs typeface="Yu Gothic UI"/>
          <a:sym typeface="Yu Gothic UI"/>
        </a:defRPr>
      </a:lvl1pPr>
      <a:lvl2pPr marL="642483" marR="0" indent="-263071" algn="l" defTabSz="914400" rtl="0" latinLnBrk="0">
        <a:lnSpc>
          <a:spcPct val="100000"/>
        </a:lnSpc>
        <a:spcBef>
          <a:spcPts val="500"/>
        </a:spcBef>
        <a:spcAft>
          <a:spcPts val="0"/>
        </a:spcAft>
        <a:buClr>
          <a:schemeClr val="accent1"/>
        </a:buClr>
        <a:buSzPct val="100000"/>
        <a:buFontTx/>
        <a:buChar char="●"/>
        <a:tabLst/>
        <a:defRPr sz="1600" b="0" i="0" u="none" strike="noStrike" cap="none" spc="0" baseline="0">
          <a:solidFill>
            <a:srgbClr val="000000"/>
          </a:solidFill>
          <a:uFillTx/>
          <a:latin typeface="Yu Gothic UI"/>
          <a:ea typeface="Yu Gothic UI"/>
          <a:cs typeface="Yu Gothic UI"/>
          <a:sym typeface="Yu Gothic UI"/>
        </a:defRPr>
      </a:lvl2pPr>
      <a:lvl3pPr marL="1012371" marR="0" indent="-224971" algn="l" defTabSz="914400" rtl="0" latinLnBrk="0">
        <a:lnSpc>
          <a:spcPct val="100000"/>
        </a:lnSpc>
        <a:spcBef>
          <a:spcPts val="500"/>
        </a:spcBef>
        <a:spcAft>
          <a:spcPts val="0"/>
        </a:spcAft>
        <a:buClr>
          <a:schemeClr val="accent1"/>
        </a:buClr>
        <a:buSzPct val="100000"/>
        <a:buFontTx/>
        <a:buChar char="•"/>
        <a:tabLst/>
        <a:defRPr sz="1600" b="0" i="0" u="none" strike="noStrike" cap="none" spc="0" baseline="0">
          <a:solidFill>
            <a:srgbClr val="000000"/>
          </a:solidFill>
          <a:uFillTx/>
          <a:latin typeface="Yu Gothic UI"/>
          <a:ea typeface="Yu Gothic UI"/>
          <a:cs typeface="Yu Gothic UI"/>
          <a:sym typeface="Yu Gothic UI"/>
        </a:defRPr>
      </a:lvl3pPr>
      <a:lvl4pPr marL="1419225" marR="0" indent="-254000" algn="l" defTabSz="914400" rtl="0" latinLnBrk="0">
        <a:lnSpc>
          <a:spcPct val="100000"/>
        </a:lnSpc>
        <a:spcBef>
          <a:spcPts val="500"/>
        </a:spcBef>
        <a:spcAft>
          <a:spcPts val="0"/>
        </a:spcAft>
        <a:buClr>
          <a:schemeClr val="accent1"/>
        </a:buClr>
        <a:buSzPct val="100000"/>
        <a:buFontTx/>
        <a:buChar char="•"/>
        <a:tabLst/>
        <a:defRPr sz="1600" b="0" i="0" u="none" strike="noStrike" cap="none" spc="0" baseline="0">
          <a:solidFill>
            <a:srgbClr val="000000"/>
          </a:solidFill>
          <a:uFillTx/>
          <a:latin typeface="Yu Gothic UI"/>
          <a:ea typeface="Yu Gothic UI"/>
          <a:cs typeface="Yu Gothic UI"/>
          <a:sym typeface="Yu Gothic UI"/>
        </a:defRPr>
      </a:lvl4pPr>
      <a:lvl5pPr marL="1736196" marR="0" indent="-245533" algn="l" defTabSz="914400" rtl="0" latinLnBrk="0">
        <a:lnSpc>
          <a:spcPct val="100000"/>
        </a:lnSpc>
        <a:spcBef>
          <a:spcPts val="500"/>
        </a:spcBef>
        <a:spcAft>
          <a:spcPts val="0"/>
        </a:spcAft>
        <a:buClr>
          <a:schemeClr val="accent1"/>
        </a:buClr>
        <a:buSzPct val="100000"/>
        <a:buFontTx/>
        <a:buChar char="•"/>
        <a:tabLst/>
        <a:defRPr sz="1600" b="0" i="0" u="none" strike="noStrike" cap="none" spc="0" baseline="0">
          <a:solidFill>
            <a:srgbClr val="000000"/>
          </a:solidFill>
          <a:uFillTx/>
          <a:latin typeface="Yu Gothic UI"/>
          <a:ea typeface="Yu Gothic UI"/>
          <a:cs typeface="Yu Gothic UI"/>
          <a:sym typeface="Yu Gothic UI"/>
        </a:defRPr>
      </a:lvl5pPr>
      <a:lvl6pPr marL="2054225" marR="0" indent="-254000" algn="l" defTabSz="914400" rtl="0" latinLnBrk="0">
        <a:lnSpc>
          <a:spcPct val="100000"/>
        </a:lnSpc>
        <a:spcBef>
          <a:spcPts val="500"/>
        </a:spcBef>
        <a:spcAft>
          <a:spcPts val="0"/>
        </a:spcAft>
        <a:buClr>
          <a:schemeClr val="accent1"/>
        </a:buClr>
        <a:buSzPct val="100000"/>
        <a:buFontTx/>
        <a:buChar char="•"/>
        <a:tabLst/>
        <a:defRPr sz="1600" b="0" i="0" u="none" strike="noStrike" cap="none" spc="0" baseline="0">
          <a:solidFill>
            <a:srgbClr val="000000"/>
          </a:solidFill>
          <a:uFillTx/>
          <a:latin typeface="Yu Gothic UI"/>
          <a:ea typeface="Yu Gothic UI"/>
          <a:cs typeface="Yu Gothic UI"/>
          <a:sym typeface="Yu Gothic UI"/>
        </a:defRPr>
      </a:lvl6pPr>
      <a:lvl7pPr marL="2946400" marR="0" indent="-203200" algn="l" defTabSz="914400" rtl="0" latinLnBrk="0">
        <a:lnSpc>
          <a:spcPct val="100000"/>
        </a:lnSpc>
        <a:spcBef>
          <a:spcPts val="500"/>
        </a:spcBef>
        <a:spcAft>
          <a:spcPts val="0"/>
        </a:spcAft>
        <a:buClr>
          <a:schemeClr val="accent1"/>
        </a:buClr>
        <a:buSzPct val="100000"/>
        <a:buFontTx/>
        <a:buChar char="•"/>
        <a:tabLst/>
        <a:defRPr sz="1600" b="0" i="0" u="none" strike="noStrike" cap="none" spc="0" baseline="0">
          <a:solidFill>
            <a:srgbClr val="000000"/>
          </a:solidFill>
          <a:uFillTx/>
          <a:latin typeface="Yu Gothic UI"/>
          <a:ea typeface="Yu Gothic UI"/>
          <a:cs typeface="Yu Gothic UI"/>
          <a:sym typeface="Yu Gothic UI"/>
        </a:defRPr>
      </a:lvl7pPr>
      <a:lvl8pPr marL="3403600" marR="0" indent="-203200" algn="l" defTabSz="914400" rtl="0" latinLnBrk="0">
        <a:lnSpc>
          <a:spcPct val="100000"/>
        </a:lnSpc>
        <a:spcBef>
          <a:spcPts val="500"/>
        </a:spcBef>
        <a:spcAft>
          <a:spcPts val="0"/>
        </a:spcAft>
        <a:buClr>
          <a:schemeClr val="accent1"/>
        </a:buClr>
        <a:buSzPct val="100000"/>
        <a:buFontTx/>
        <a:buChar char="•"/>
        <a:tabLst/>
        <a:defRPr sz="1600" b="0" i="0" u="none" strike="noStrike" cap="none" spc="0" baseline="0">
          <a:solidFill>
            <a:srgbClr val="000000"/>
          </a:solidFill>
          <a:uFillTx/>
          <a:latin typeface="Yu Gothic UI"/>
          <a:ea typeface="Yu Gothic UI"/>
          <a:cs typeface="Yu Gothic UI"/>
          <a:sym typeface="Yu Gothic UI"/>
        </a:defRPr>
      </a:lvl8pPr>
      <a:lvl9pPr marL="3860800" marR="0" indent="-203200" algn="l" defTabSz="914400" rtl="0" latinLnBrk="0">
        <a:lnSpc>
          <a:spcPct val="100000"/>
        </a:lnSpc>
        <a:spcBef>
          <a:spcPts val="500"/>
        </a:spcBef>
        <a:spcAft>
          <a:spcPts val="0"/>
        </a:spcAft>
        <a:buClr>
          <a:schemeClr val="accent1"/>
        </a:buClr>
        <a:buSzPct val="100000"/>
        <a:buFontTx/>
        <a:buChar char="•"/>
        <a:tabLst/>
        <a:defRPr sz="1600" b="0" i="0" u="none" strike="noStrike" cap="none" spc="0" baseline="0">
          <a:solidFill>
            <a:srgbClr val="000000"/>
          </a:solidFill>
          <a:uFillTx/>
          <a:latin typeface="Yu Gothic UI"/>
          <a:ea typeface="Yu Gothic UI"/>
          <a:cs typeface="Yu Gothic UI"/>
          <a:sym typeface="Yu Gothic U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Yu Gothic U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Yu Gothic U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Yu Gothic U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Yu Gothic U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Yu Gothic U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Yu Gothic U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Yu Gothic U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Yu Gothic U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Yu Gothic U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7" name="正方形/長方形 9"/>
          <p:cNvSpPr txBox="1">
            <a:spLocks noGrp="1"/>
          </p:cNvSpPr>
          <p:nvPr>
            <p:ph type="sldNum" sz="quarter" idx="2"/>
          </p:nvPr>
        </p:nvSpPr>
        <p:spPr>
          <a:xfrm>
            <a:off x="9779000" y="6620921"/>
            <a:ext cx="127001" cy="17780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a:t>
            </a:fld>
            <a:endParaRPr/>
          </a:p>
        </p:txBody>
      </p:sp>
      <p:sp>
        <p:nvSpPr>
          <p:cNvPr id="598" name="タイトル 4"/>
          <p:cNvSpPr txBox="1">
            <a:spLocks noGrp="1"/>
          </p:cNvSpPr>
          <p:nvPr>
            <p:ph type="title"/>
          </p:nvPr>
        </p:nvSpPr>
        <p:spPr>
          <a:xfrm>
            <a:off x="200025" y="3060000"/>
            <a:ext cx="8641407" cy="504001"/>
          </a:xfrm>
          <a:prstGeom prst="rect">
            <a:avLst/>
          </a:prstGeom>
        </p:spPr>
        <p:txBody>
          <a:bodyPr/>
          <a:lstStyle/>
          <a:p>
            <a:r>
              <a:t>Snowflake</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 name="正方形/長方形 9"/>
          <p:cNvSpPr txBox="1">
            <a:spLocks noGrp="1"/>
          </p:cNvSpPr>
          <p:nvPr>
            <p:ph type="sldNum" sz="quarter" idx="2"/>
          </p:nvPr>
        </p:nvSpPr>
        <p:spPr>
          <a:xfrm>
            <a:off x="9779000" y="6620921"/>
            <a:ext cx="127001" cy="17780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a:t>
            </a:fld>
            <a:endParaRPr/>
          </a:p>
        </p:txBody>
      </p:sp>
      <p:grpSp>
        <p:nvGrpSpPr>
          <p:cNvPr id="603" name="正方形/長方形 10"/>
          <p:cNvGrpSpPr/>
          <p:nvPr/>
        </p:nvGrpSpPr>
        <p:grpSpPr>
          <a:xfrm>
            <a:off x="3240502" y="1373666"/>
            <a:ext cx="6403144" cy="1505126"/>
            <a:chOff x="-1" y="277090"/>
            <a:chExt cx="6403142" cy="1505125"/>
          </a:xfrm>
        </p:grpSpPr>
        <p:sp>
          <p:nvSpPr>
            <p:cNvPr id="601" name="四角形"/>
            <p:cNvSpPr/>
            <p:nvPr/>
          </p:nvSpPr>
          <p:spPr>
            <a:xfrm>
              <a:off x="-1" y="277090"/>
              <a:ext cx="6403142" cy="1505125"/>
            </a:xfrm>
            <a:prstGeom prst="rect">
              <a:avLst/>
            </a:prstGeom>
            <a:solidFill>
              <a:srgbClr val="FFFFFF"/>
            </a:solidFill>
            <a:ln w="12700" cap="flat">
              <a:solidFill>
                <a:srgbClr val="000000"/>
              </a:solidFill>
              <a:prstDash val="solid"/>
              <a:miter lim="800000"/>
            </a:ln>
            <a:effectLst/>
          </p:spPr>
          <p:txBody>
            <a:bodyPr wrap="square" lIns="45719" tIns="45719" rIns="45719" bIns="45719" numCol="1" anchor="ctr">
              <a:noAutofit/>
            </a:bodyPr>
            <a:lstStyle/>
            <a:p>
              <a:pPr>
                <a:defRPr sz="1100"/>
              </a:pPr>
              <a:endParaRPr/>
            </a:p>
          </p:txBody>
        </p:sp>
        <p:sp>
          <p:nvSpPr>
            <p:cNvPr id="602" name="2025年度の利益向上のための施策…"/>
            <p:cNvSpPr txBox="1"/>
            <p:nvPr/>
          </p:nvSpPr>
          <p:spPr>
            <a:xfrm>
              <a:off x="52069" y="515884"/>
              <a:ext cx="6299001" cy="93871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p>
              <a:pPr>
                <a:defRPr sz="1100" b="1"/>
              </a:pPr>
              <a:r>
                <a:rPr dirty="0"/>
                <a:t>2025年度の利益向上のための施策</a:t>
              </a:r>
            </a:p>
            <a:p>
              <a:pPr marL="146050" indent="-231775">
                <a:buSzPct val="100000"/>
                <a:buFont typeface="Arial"/>
                <a:buChar char="•"/>
                <a:defRPr sz="1100"/>
              </a:pPr>
              <a:r>
                <a:rPr dirty="0" err="1"/>
                <a:t>aslead既存顧客に対するツール掛け合わせの提案による新規案件獲得</a:t>
              </a:r>
              <a:endParaRPr lang="en-US" dirty="0"/>
            </a:p>
            <a:p>
              <a:pPr marL="146050" indent="-231775">
                <a:buSzPct val="100000"/>
                <a:buFont typeface="Arial"/>
                <a:buChar char="•"/>
                <a:defRPr sz="1100"/>
              </a:pPr>
              <a:r>
                <a:rPr lang="ja-JP" altLang="en-US" dirty="0"/>
                <a:t>他事業部と連携した</a:t>
              </a:r>
              <a:r>
                <a:rPr lang="en-US" altLang="ja-JP" dirty="0"/>
                <a:t>R&amp;D</a:t>
              </a:r>
              <a:r>
                <a:rPr lang="ja-JP" altLang="en-US" dirty="0"/>
                <a:t>施策立案</a:t>
              </a:r>
              <a:endParaRPr dirty="0"/>
            </a:p>
            <a:p>
              <a:pPr marL="146050" indent="-231775">
                <a:buSzPct val="100000"/>
                <a:buFont typeface="Arial"/>
                <a:buChar char="•"/>
                <a:defRPr sz="1100"/>
              </a:pPr>
              <a:r>
                <a:rPr lang="ja-JP" altLang="en-US" dirty="0"/>
                <a:t>他ツールとの掛け合わせによる</a:t>
              </a:r>
              <a:r>
                <a:rPr lang="en-US" altLang="ja-JP" dirty="0"/>
                <a:t>Snowflake</a:t>
              </a:r>
              <a:r>
                <a:rPr lang="ja-JP" altLang="en-US" dirty="0"/>
                <a:t>利活用推進</a:t>
              </a:r>
            </a:p>
            <a:p>
              <a:pPr marL="146050" indent="-231775">
                <a:buSzPct val="100000"/>
                <a:buFont typeface="Arial"/>
                <a:buChar char="•"/>
                <a:defRPr sz="1100"/>
              </a:pPr>
              <a:endParaRPr dirty="0"/>
            </a:p>
          </p:txBody>
        </p:sp>
      </p:grpSp>
      <p:grpSp>
        <p:nvGrpSpPr>
          <p:cNvPr id="606" name="正方形/長方形 3"/>
          <p:cNvGrpSpPr/>
          <p:nvPr/>
        </p:nvGrpSpPr>
        <p:grpSpPr>
          <a:xfrm>
            <a:off x="3240501" y="1078636"/>
            <a:ext cx="6403144" cy="291928"/>
            <a:chOff x="0" y="0"/>
            <a:chExt cx="6403142" cy="291926"/>
          </a:xfrm>
        </p:grpSpPr>
        <p:sp>
          <p:nvSpPr>
            <p:cNvPr id="604" name="四角形"/>
            <p:cNvSpPr/>
            <p:nvPr/>
          </p:nvSpPr>
          <p:spPr>
            <a:xfrm>
              <a:off x="-1" y="0"/>
              <a:ext cx="6403144" cy="291927"/>
            </a:xfrm>
            <a:prstGeom prst="rect">
              <a:avLst/>
            </a:prstGeom>
            <a:solidFill>
              <a:srgbClr val="5894F2"/>
            </a:solidFill>
            <a:ln w="12700" cap="flat">
              <a:solidFill>
                <a:srgbClr val="000000"/>
              </a:solidFill>
              <a:prstDash val="solid"/>
              <a:miter lim="800000"/>
            </a:ln>
            <a:effectLst/>
          </p:spPr>
          <p:txBody>
            <a:bodyPr wrap="square" lIns="45719" tIns="45719" rIns="45719" bIns="45719" numCol="1" anchor="ctr">
              <a:noAutofit/>
            </a:bodyPr>
            <a:lstStyle/>
            <a:p>
              <a:pPr algn="ctr">
                <a:defRPr sz="1300"/>
              </a:pPr>
              <a:endParaRPr/>
            </a:p>
          </p:txBody>
        </p:sp>
        <p:sp>
          <p:nvSpPr>
            <p:cNvPr id="605" name="販売戦略"/>
            <p:cNvSpPr txBox="1"/>
            <p:nvPr/>
          </p:nvSpPr>
          <p:spPr>
            <a:xfrm>
              <a:off x="52069" y="14518"/>
              <a:ext cx="6299003" cy="2628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lgn="ctr">
                <a:defRPr sz="1300"/>
              </a:lvl1pPr>
            </a:lstStyle>
            <a:p>
              <a:r>
                <a:t>販売戦略</a:t>
              </a:r>
            </a:p>
          </p:txBody>
        </p:sp>
      </p:grpSp>
      <p:grpSp>
        <p:nvGrpSpPr>
          <p:cNvPr id="609" name="正方形/長方形 4"/>
          <p:cNvGrpSpPr/>
          <p:nvPr/>
        </p:nvGrpSpPr>
        <p:grpSpPr>
          <a:xfrm>
            <a:off x="262353" y="1361249"/>
            <a:ext cx="838201" cy="498477"/>
            <a:chOff x="0" y="0"/>
            <a:chExt cx="838200" cy="498476"/>
          </a:xfrm>
        </p:grpSpPr>
        <p:sp>
          <p:nvSpPr>
            <p:cNvPr id="607" name="四角形"/>
            <p:cNvSpPr/>
            <p:nvPr/>
          </p:nvSpPr>
          <p:spPr>
            <a:xfrm>
              <a:off x="0" y="-1"/>
              <a:ext cx="838200" cy="498478"/>
            </a:xfrm>
            <a:prstGeom prst="rect">
              <a:avLst/>
            </a:prstGeom>
            <a:solidFill>
              <a:srgbClr val="FFFFFF"/>
            </a:solidFill>
            <a:ln w="12700" cap="flat">
              <a:solidFill>
                <a:srgbClr val="000000"/>
              </a:solidFill>
              <a:prstDash val="solid"/>
              <a:miter lim="800000"/>
            </a:ln>
            <a:effectLst/>
          </p:spPr>
          <p:txBody>
            <a:bodyPr wrap="square" lIns="45719" tIns="45719" rIns="45719" bIns="45719" numCol="1" anchor="ctr">
              <a:noAutofit/>
            </a:bodyPr>
            <a:lstStyle/>
            <a:p>
              <a:pPr algn="ctr"/>
              <a:endParaRPr/>
            </a:p>
          </p:txBody>
        </p:sp>
        <p:sp>
          <p:nvSpPr>
            <p:cNvPr id="608" name="売上"/>
            <p:cNvSpPr txBox="1"/>
            <p:nvPr/>
          </p:nvSpPr>
          <p:spPr>
            <a:xfrm>
              <a:off x="52069" y="117793"/>
              <a:ext cx="734061" cy="2628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lgn="ctr">
                <a:defRPr sz="1300" b="1"/>
              </a:lvl1pPr>
            </a:lstStyle>
            <a:p>
              <a:r>
                <a:t>売上</a:t>
              </a:r>
            </a:p>
          </p:txBody>
        </p:sp>
      </p:grpSp>
      <p:grpSp>
        <p:nvGrpSpPr>
          <p:cNvPr id="612" name="正方形/長方形 5"/>
          <p:cNvGrpSpPr/>
          <p:nvPr/>
        </p:nvGrpSpPr>
        <p:grpSpPr>
          <a:xfrm>
            <a:off x="262353" y="1850519"/>
            <a:ext cx="838201" cy="516891"/>
            <a:chOff x="0" y="0"/>
            <a:chExt cx="838200" cy="516890"/>
          </a:xfrm>
        </p:grpSpPr>
        <p:sp>
          <p:nvSpPr>
            <p:cNvPr id="610" name="四角形"/>
            <p:cNvSpPr/>
            <p:nvPr/>
          </p:nvSpPr>
          <p:spPr>
            <a:xfrm>
              <a:off x="0" y="9206"/>
              <a:ext cx="838200" cy="498478"/>
            </a:xfrm>
            <a:prstGeom prst="rect">
              <a:avLst/>
            </a:prstGeom>
            <a:solidFill>
              <a:srgbClr val="FFFFFF"/>
            </a:solidFill>
            <a:ln w="12700" cap="flat">
              <a:solidFill>
                <a:srgbClr val="000000"/>
              </a:solidFill>
              <a:prstDash val="solid"/>
              <a:miter lim="800000"/>
            </a:ln>
            <a:effectLst/>
          </p:spPr>
          <p:txBody>
            <a:bodyPr wrap="square" lIns="45719" tIns="45719" rIns="45719" bIns="45719" numCol="1" anchor="ctr">
              <a:noAutofit/>
            </a:bodyPr>
            <a:lstStyle/>
            <a:p>
              <a:pPr algn="ctr">
                <a:defRPr sz="1300" b="1"/>
              </a:pPr>
              <a:endParaRPr/>
            </a:p>
          </p:txBody>
        </p:sp>
        <p:sp>
          <p:nvSpPr>
            <p:cNvPr id="611" name="投資…"/>
            <p:cNvSpPr txBox="1"/>
            <p:nvPr/>
          </p:nvSpPr>
          <p:spPr>
            <a:xfrm>
              <a:off x="52069" y="0"/>
              <a:ext cx="734061" cy="51689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p>
              <a:pPr algn="ctr">
                <a:defRPr sz="1300" b="1"/>
              </a:pPr>
              <a:r>
                <a:t>投資</a:t>
              </a:r>
            </a:p>
            <a:p>
              <a:pPr algn="ctr">
                <a:defRPr sz="1300" b="1"/>
              </a:pPr>
              <a:r>
                <a:t>施策費</a:t>
              </a:r>
            </a:p>
          </p:txBody>
        </p:sp>
      </p:grpSp>
      <p:grpSp>
        <p:nvGrpSpPr>
          <p:cNvPr id="615" name="正方形/長方形 6"/>
          <p:cNvGrpSpPr/>
          <p:nvPr/>
        </p:nvGrpSpPr>
        <p:grpSpPr>
          <a:xfrm>
            <a:off x="262353" y="2340303"/>
            <a:ext cx="838201" cy="516891"/>
            <a:chOff x="0" y="0"/>
            <a:chExt cx="838200" cy="516890"/>
          </a:xfrm>
        </p:grpSpPr>
        <p:sp>
          <p:nvSpPr>
            <p:cNvPr id="613" name="四角形"/>
            <p:cNvSpPr/>
            <p:nvPr/>
          </p:nvSpPr>
          <p:spPr>
            <a:xfrm>
              <a:off x="0" y="9206"/>
              <a:ext cx="838200" cy="498478"/>
            </a:xfrm>
            <a:prstGeom prst="rect">
              <a:avLst/>
            </a:prstGeom>
            <a:solidFill>
              <a:srgbClr val="FFFFFF"/>
            </a:solidFill>
            <a:ln w="12700" cap="flat">
              <a:solidFill>
                <a:srgbClr val="000000"/>
              </a:solidFill>
              <a:prstDash val="solid"/>
              <a:miter lim="800000"/>
            </a:ln>
            <a:effectLst/>
          </p:spPr>
          <p:txBody>
            <a:bodyPr wrap="square" lIns="45719" tIns="45719" rIns="45719" bIns="45719" numCol="1" anchor="ctr">
              <a:noAutofit/>
            </a:bodyPr>
            <a:lstStyle/>
            <a:p>
              <a:pPr algn="ctr"/>
              <a:endParaRPr/>
            </a:p>
          </p:txBody>
        </p:sp>
        <p:sp>
          <p:nvSpPr>
            <p:cNvPr id="614" name="営業…"/>
            <p:cNvSpPr txBox="1"/>
            <p:nvPr/>
          </p:nvSpPr>
          <p:spPr>
            <a:xfrm>
              <a:off x="52069" y="0"/>
              <a:ext cx="734061" cy="51689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p>
              <a:pPr algn="ctr">
                <a:defRPr sz="1300" b="1"/>
              </a:pPr>
              <a:r>
                <a:t>営業</a:t>
              </a:r>
            </a:p>
            <a:p>
              <a:pPr algn="ctr">
                <a:defRPr sz="1300" b="1"/>
              </a:pPr>
              <a:r>
                <a:t>利益</a:t>
              </a:r>
            </a:p>
          </p:txBody>
        </p:sp>
      </p:grpSp>
      <p:grpSp>
        <p:nvGrpSpPr>
          <p:cNvPr id="618" name="正方形/長方形 7"/>
          <p:cNvGrpSpPr/>
          <p:nvPr/>
        </p:nvGrpSpPr>
        <p:grpSpPr>
          <a:xfrm>
            <a:off x="1100554" y="1361248"/>
            <a:ext cx="2139953" cy="498479"/>
            <a:chOff x="0" y="-1"/>
            <a:chExt cx="2139951" cy="498478"/>
          </a:xfrm>
        </p:grpSpPr>
        <p:sp>
          <p:nvSpPr>
            <p:cNvPr id="616" name="四角形"/>
            <p:cNvSpPr/>
            <p:nvPr/>
          </p:nvSpPr>
          <p:spPr>
            <a:xfrm>
              <a:off x="0" y="-1"/>
              <a:ext cx="2139951" cy="498478"/>
            </a:xfrm>
            <a:prstGeom prst="rect">
              <a:avLst/>
            </a:prstGeom>
            <a:solidFill>
              <a:srgbClr val="FFFFFF"/>
            </a:solidFill>
            <a:ln w="12700" cap="flat">
              <a:solidFill>
                <a:srgbClr val="000000"/>
              </a:solidFill>
              <a:prstDash val="solid"/>
              <a:miter lim="800000"/>
            </a:ln>
            <a:effectLst/>
          </p:spPr>
          <p:txBody>
            <a:bodyPr wrap="square" lIns="45719" tIns="45719" rIns="45719" bIns="45719" numCol="1" anchor="ctr">
              <a:noAutofit/>
            </a:bodyPr>
            <a:lstStyle/>
            <a:p>
              <a:pPr algn="ctr">
                <a:defRPr sz="1200"/>
              </a:pPr>
              <a:endParaRPr/>
            </a:p>
          </p:txBody>
        </p:sp>
        <p:sp>
          <p:nvSpPr>
            <p:cNvPr id="617" name="13000千円→xxx千円"/>
            <p:cNvSpPr txBox="1"/>
            <p:nvPr/>
          </p:nvSpPr>
          <p:spPr>
            <a:xfrm>
              <a:off x="52070" y="110741"/>
              <a:ext cx="2035812" cy="27699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p>
              <a:pPr algn="ctr">
                <a:defRPr sz="1200"/>
              </a:pPr>
              <a:r>
                <a:rPr dirty="0"/>
                <a:t>13</a:t>
              </a:r>
              <a:r>
                <a:rPr lang="en-US" dirty="0"/>
                <a:t>,</a:t>
              </a:r>
              <a:r>
                <a:rPr dirty="0"/>
                <a:t>000千円→</a:t>
              </a:r>
              <a:r>
                <a:rPr lang="en-US" dirty="0"/>
                <a:t>30,000</a:t>
              </a:r>
              <a:r>
                <a:rPr dirty="0"/>
                <a:t>千円</a:t>
              </a:r>
            </a:p>
          </p:txBody>
        </p:sp>
      </p:grpSp>
      <p:grpSp>
        <p:nvGrpSpPr>
          <p:cNvPr id="621" name="正方形/長方形 8"/>
          <p:cNvGrpSpPr/>
          <p:nvPr/>
        </p:nvGrpSpPr>
        <p:grpSpPr>
          <a:xfrm>
            <a:off x="1100554" y="1859725"/>
            <a:ext cx="2139952" cy="498477"/>
            <a:chOff x="0" y="0"/>
            <a:chExt cx="2139950" cy="498476"/>
          </a:xfrm>
        </p:grpSpPr>
        <p:sp>
          <p:nvSpPr>
            <p:cNvPr id="619" name="四角形"/>
            <p:cNvSpPr/>
            <p:nvPr/>
          </p:nvSpPr>
          <p:spPr>
            <a:xfrm>
              <a:off x="0" y="-1"/>
              <a:ext cx="2139951" cy="498478"/>
            </a:xfrm>
            <a:prstGeom prst="rect">
              <a:avLst/>
            </a:prstGeom>
            <a:solidFill>
              <a:srgbClr val="FFFFFF"/>
            </a:solidFill>
            <a:ln w="12700" cap="flat">
              <a:solidFill>
                <a:srgbClr val="000000"/>
              </a:solidFill>
              <a:prstDash val="solid"/>
              <a:miter lim="800000"/>
            </a:ln>
            <a:effectLst/>
          </p:spPr>
          <p:txBody>
            <a:bodyPr wrap="square" lIns="45719" tIns="45719" rIns="45719" bIns="45719" numCol="1" anchor="ctr">
              <a:noAutofit/>
            </a:bodyPr>
            <a:lstStyle/>
            <a:p>
              <a:pPr algn="ctr"/>
              <a:endParaRPr/>
            </a:p>
          </p:txBody>
        </p:sp>
        <p:sp>
          <p:nvSpPr>
            <p:cNvPr id="620" name="0千円→0千円"/>
            <p:cNvSpPr txBox="1"/>
            <p:nvPr/>
          </p:nvSpPr>
          <p:spPr>
            <a:xfrm>
              <a:off x="52070" y="101918"/>
              <a:ext cx="2035812" cy="2946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lgn="ctr">
                <a:defRPr sz="1300"/>
              </a:lvl1pPr>
            </a:lstStyle>
            <a:p>
              <a:r>
                <a:rPr lang="en-US" dirty="0"/>
                <a:t>0</a:t>
              </a:r>
              <a:r>
                <a:rPr dirty="0"/>
                <a:t>千円→</a:t>
              </a:r>
              <a:r>
                <a:rPr lang="en-US" dirty="0"/>
                <a:t>2,00</a:t>
              </a:r>
              <a:r>
                <a:rPr dirty="0"/>
                <a:t>0千円</a:t>
              </a:r>
            </a:p>
          </p:txBody>
        </p:sp>
      </p:grpSp>
      <p:grpSp>
        <p:nvGrpSpPr>
          <p:cNvPr id="624" name="正方形/長方形 9"/>
          <p:cNvGrpSpPr/>
          <p:nvPr/>
        </p:nvGrpSpPr>
        <p:grpSpPr>
          <a:xfrm>
            <a:off x="1100554" y="2349508"/>
            <a:ext cx="2139952" cy="498477"/>
            <a:chOff x="0" y="0"/>
            <a:chExt cx="2139950" cy="498476"/>
          </a:xfrm>
        </p:grpSpPr>
        <p:sp>
          <p:nvSpPr>
            <p:cNvPr id="622" name="四角形"/>
            <p:cNvSpPr/>
            <p:nvPr/>
          </p:nvSpPr>
          <p:spPr>
            <a:xfrm>
              <a:off x="0" y="-1"/>
              <a:ext cx="2139951" cy="498478"/>
            </a:xfrm>
            <a:prstGeom prst="rect">
              <a:avLst/>
            </a:prstGeom>
            <a:solidFill>
              <a:srgbClr val="FFFFFF"/>
            </a:solidFill>
            <a:ln w="12700" cap="flat">
              <a:solidFill>
                <a:srgbClr val="000000"/>
              </a:solidFill>
              <a:prstDash val="solid"/>
              <a:miter lim="800000"/>
            </a:ln>
            <a:effectLst/>
          </p:spPr>
          <p:txBody>
            <a:bodyPr wrap="square" lIns="45719" tIns="45719" rIns="45719" bIns="45719" numCol="1" anchor="ctr">
              <a:noAutofit/>
            </a:bodyPr>
            <a:lstStyle/>
            <a:p>
              <a:pPr algn="ctr"/>
              <a:endParaRPr/>
            </a:p>
          </p:txBody>
        </p:sp>
        <p:sp>
          <p:nvSpPr>
            <p:cNvPr id="623" name="6315千円→xxx千円"/>
            <p:cNvSpPr txBox="1"/>
            <p:nvPr/>
          </p:nvSpPr>
          <p:spPr>
            <a:xfrm>
              <a:off x="52070" y="101918"/>
              <a:ext cx="2035812" cy="2946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p>
              <a:pPr algn="ctr">
                <a:defRPr sz="1300"/>
              </a:pPr>
              <a:r>
                <a:rPr lang="en-US" dirty="0"/>
                <a:t>-</a:t>
              </a:r>
              <a:r>
                <a:rPr dirty="0" err="1"/>
                <a:t>千円</a:t>
              </a:r>
              <a:r>
                <a:rPr dirty="0"/>
                <a:t>→</a:t>
              </a:r>
              <a:r>
                <a:rPr lang="en-US" dirty="0"/>
                <a:t>-42,840</a:t>
              </a:r>
              <a:r>
                <a:rPr dirty="0"/>
                <a:t>千円</a:t>
              </a:r>
            </a:p>
          </p:txBody>
        </p:sp>
      </p:grpSp>
      <p:grpSp>
        <p:nvGrpSpPr>
          <p:cNvPr id="627" name="正方形/長方形 19"/>
          <p:cNvGrpSpPr/>
          <p:nvPr/>
        </p:nvGrpSpPr>
        <p:grpSpPr>
          <a:xfrm>
            <a:off x="262353" y="2847985"/>
            <a:ext cx="9381294" cy="296776"/>
            <a:chOff x="0" y="0"/>
            <a:chExt cx="9381292" cy="296775"/>
          </a:xfrm>
        </p:grpSpPr>
        <p:sp>
          <p:nvSpPr>
            <p:cNvPr id="625" name="四角形"/>
            <p:cNvSpPr/>
            <p:nvPr/>
          </p:nvSpPr>
          <p:spPr>
            <a:xfrm>
              <a:off x="-1" y="-1"/>
              <a:ext cx="9381294" cy="296777"/>
            </a:xfrm>
            <a:prstGeom prst="rect">
              <a:avLst/>
            </a:prstGeom>
            <a:solidFill>
              <a:srgbClr val="5894F2"/>
            </a:solidFill>
            <a:ln w="12700" cap="flat">
              <a:solidFill>
                <a:srgbClr val="000000"/>
              </a:solidFill>
              <a:prstDash val="solid"/>
              <a:miter lim="800000"/>
            </a:ln>
            <a:effectLst/>
          </p:spPr>
          <p:txBody>
            <a:bodyPr wrap="square" lIns="45719" tIns="45719" rIns="45719" bIns="45719" numCol="1" anchor="ctr">
              <a:noAutofit/>
            </a:bodyPr>
            <a:lstStyle/>
            <a:p>
              <a:pPr algn="ctr">
                <a:defRPr sz="1300"/>
              </a:pPr>
              <a:endParaRPr/>
            </a:p>
          </p:txBody>
        </p:sp>
        <p:sp>
          <p:nvSpPr>
            <p:cNvPr id="626" name="開発戦略"/>
            <p:cNvSpPr txBox="1"/>
            <p:nvPr/>
          </p:nvSpPr>
          <p:spPr>
            <a:xfrm>
              <a:off x="52069" y="16942"/>
              <a:ext cx="9277154" cy="2628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lgn="ctr">
                <a:defRPr sz="1300"/>
              </a:lvl1pPr>
            </a:lstStyle>
            <a:p>
              <a:r>
                <a:t>開発戦略</a:t>
              </a:r>
            </a:p>
          </p:txBody>
        </p:sp>
      </p:grpSp>
      <p:grpSp>
        <p:nvGrpSpPr>
          <p:cNvPr id="630" name="正方形/長方形 30"/>
          <p:cNvGrpSpPr/>
          <p:nvPr/>
        </p:nvGrpSpPr>
        <p:grpSpPr>
          <a:xfrm>
            <a:off x="262353" y="4249448"/>
            <a:ext cx="844131" cy="430885"/>
            <a:chOff x="0" y="20779"/>
            <a:chExt cx="844129" cy="430884"/>
          </a:xfrm>
        </p:grpSpPr>
        <p:sp>
          <p:nvSpPr>
            <p:cNvPr id="628" name="四角形"/>
            <p:cNvSpPr/>
            <p:nvPr/>
          </p:nvSpPr>
          <p:spPr>
            <a:xfrm>
              <a:off x="0" y="31846"/>
              <a:ext cx="844129" cy="408748"/>
            </a:xfrm>
            <a:prstGeom prst="rect">
              <a:avLst/>
            </a:prstGeom>
            <a:solidFill>
              <a:srgbClr val="FFFFFF"/>
            </a:solidFill>
            <a:ln w="12700" cap="flat">
              <a:solidFill>
                <a:srgbClr val="000000"/>
              </a:solidFill>
              <a:prstDash val="solid"/>
              <a:miter lim="800000"/>
            </a:ln>
            <a:effectLst/>
          </p:spPr>
          <p:txBody>
            <a:bodyPr wrap="square" lIns="45719" tIns="45719" rIns="45719" bIns="45719" numCol="1" anchor="ctr">
              <a:noAutofit/>
            </a:bodyPr>
            <a:lstStyle/>
            <a:p>
              <a:pPr algn="ctr">
                <a:defRPr sz="1100"/>
              </a:pPr>
              <a:endParaRPr/>
            </a:p>
          </p:txBody>
        </p:sp>
        <p:sp>
          <p:nvSpPr>
            <p:cNvPr id="629" name="社外向けHP公開"/>
            <p:cNvSpPr txBox="1"/>
            <p:nvPr/>
          </p:nvSpPr>
          <p:spPr>
            <a:xfrm>
              <a:off x="52069" y="20779"/>
              <a:ext cx="739990" cy="43088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p>
              <a:pPr algn="ctr">
                <a:defRPr sz="1100"/>
              </a:pPr>
              <a:r>
                <a:rPr lang="ja-JP" altLang="en-US" dirty="0">
                  <a:latin typeface="Meiryo UI"/>
                  <a:ea typeface="Meiryo UI"/>
                  <a:cs typeface="Meiryo UI"/>
                  <a:sym typeface="Meiryo UI"/>
                </a:rPr>
                <a:t>クロスセル商談数</a:t>
              </a:r>
              <a:endParaRPr dirty="0">
                <a:latin typeface="Meiryo UI"/>
                <a:ea typeface="Meiryo UI"/>
                <a:cs typeface="Meiryo UI"/>
                <a:sym typeface="Meiryo UI"/>
              </a:endParaRPr>
            </a:p>
          </p:txBody>
        </p:sp>
      </p:grpSp>
      <p:grpSp>
        <p:nvGrpSpPr>
          <p:cNvPr id="633" name="正方形/長方形 31"/>
          <p:cNvGrpSpPr/>
          <p:nvPr/>
        </p:nvGrpSpPr>
        <p:grpSpPr>
          <a:xfrm>
            <a:off x="262353" y="4672276"/>
            <a:ext cx="838201" cy="408748"/>
            <a:chOff x="0" y="0"/>
            <a:chExt cx="838200" cy="408746"/>
          </a:xfrm>
        </p:grpSpPr>
        <p:sp>
          <p:nvSpPr>
            <p:cNvPr id="631" name="四角形"/>
            <p:cNvSpPr/>
            <p:nvPr/>
          </p:nvSpPr>
          <p:spPr>
            <a:xfrm>
              <a:off x="0" y="0"/>
              <a:ext cx="838200" cy="408747"/>
            </a:xfrm>
            <a:prstGeom prst="rect">
              <a:avLst/>
            </a:prstGeom>
            <a:solidFill>
              <a:srgbClr val="FFFFFF"/>
            </a:solidFill>
            <a:ln w="12700" cap="flat">
              <a:solidFill>
                <a:srgbClr val="000000"/>
              </a:solidFill>
              <a:prstDash val="solid"/>
              <a:miter lim="800000"/>
            </a:ln>
            <a:effectLst/>
          </p:spPr>
          <p:txBody>
            <a:bodyPr wrap="square" lIns="45719" tIns="45719" rIns="45719" bIns="45719" numCol="1" anchor="ctr">
              <a:noAutofit/>
            </a:bodyPr>
            <a:lstStyle/>
            <a:p>
              <a:pPr algn="ctr">
                <a:defRPr sz="800"/>
              </a:pPr>
              <a:endParaRPr/>
            </a:p>
          </p:txBody>
        </p:sp>
        <p:sp>
          <p:nvSpPr>
            <p:cNvPr id="632" name="セミナ開催"/>
            <p:cNvSpPr txBox="1"/>
            <p:nvPr/>
          </p:nvSpPr>
          <p:spPr>
            <a:xfrm>
              <a:off x="52069" y="107853"/>
              <a:ext cx="734061" cy="1930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lgn="ctr">
                <a:defRPr sz="800"/>
              </a:lvl1pPr>
            </a:lstStyle>
            <a:p>
              <a:r>
                <a:rPr dirty="0" err="1"/>
                <a:t>セミナ開催</a:t>
              </a:r>
              <a:endParaRPr dirty="0"/>
            </a:p>
          </p:txBody>
        </p:sp>
      </p:grpSp>
      <p:sp>
        <p:nvSpPr>
          <p:cNvPr id="634" name="正方形/長方形 32"/>
          <p:cNvSpPr/>
          <p:nvPr/>
        </p:nvSpPr>
        <p:spPr>
          <a:xfrm>
            <a:off x="1100554" y="4260515"/>
            <a:ext cx="1644234" cy="408748"/>
          </a:xfrm>
          <a:prstGeom prst="rect">
            <a:avLst/>
          </a:prstGeom>
          <a:solidFill>
            <a:srgbClr val="FFFFFF"/>
          </a:solidFill>
          <a:ln w="12700">
            <a:solidFill>
              <a:srgbClr val="000000"/>
            </a:solidFill>
            <a:miter/>
          </a:ln>
        </p:spPr>
        <p:txBody>
          <a:bodyPr lIns="45719" rIns="45719" anchor="ctr"/>
          <a:lstStyle/>
          <a:p>
            <a:pPr algn="ctr">
              <a:defRPr sz="1100"/>
            </a:pPr>
            <a:r>
              <a:rPr lang="en-US" dirty="0"/>
              <a:t>20</a:t>
            </a:r>
            <a:r>
              <a:rPr lang="ja-JP" altLang="en-US" dirty="0"/>
              <a:t>社</a:t>
            </a:r>
            <a:endParaRPr dirty="0"/>
          </a:p>
        </p:txBody>
      </p:sp>
      <p:sp>
        <p:nvSpPr>
          <p:cNvPr id="635" name="正方形/長方形 34"/>
          <p:cNvSpPr/>
          <p:nvPr/>
        </p:nvSpPr>
        <p:spPr>
          <a:xfrm>
            <a:off x="1100554" y="4675651"/>
            <a:ext cx="1644234" cy="408748"/>
          </a:xfrm>
          <a:prstGeom prst="rect">
            <a:avLst/>
          </a:prstGeom>
          <a:solidFill>
            <a:srgbClr val="FFFFFF"/>
          </a:solidFill>
          <a:ln w="12700">
            <a:solidFill>
              <a:srgbClr val="000000"/>
            </a:solidFill>
            <a:miter/>
          </a:ln>
        </p:spPr>
        <p:txBody>
          <a:bodyPr lIns="45719" rIns="45719" anchor="ctr"/>
          <a:lstStyle/>
          <a:p>
            <a:pPr algn="ctr">
              <a:defRPr sz="1000"/>
            </a:pPr>
            <a:r>
              <a:rPr lang="en-US" altLang="ja-JP" dirty="0"/>
              <a:t>5</a:t>
            </a:r>
            <a:r>
              <a:rPr lang="ja-JP" altLang="en-US" dirty="0"/>
              <a:t>回（社内）</a:t>
            </a:r>
            <a:endParaRPr lang="en-US" altLang="ja-JP" dirty="0"/>
          </a:p>
          <a:p>
            <a:pPr algn="ctr">
              <a:defRPr sz="1000"/>
            </a:pPr>
            <a:r>
              <a:rPr lang="en-US" altLang="ja-JP" dirty="0"/>
              <a:t>2</a:t>
            </a:r>
            <a:r>
              <a:rPr lang="ja-JP" altLang="en-US" dirty="0"/>
              <a:t>回（社外）</a:t>
            </a:r>
            <a:endParaRPr dirty="0"/>
          </a:p>
        </p:txBody>
      </p:sp>
      <p:grpSp>
        <p:nvGrpSpPr>
          <p:cNvPr id="638" name="正方形/長方形 35"/>
          <p:cNvGrpSpPr/>
          <p:nvPr/>
        </p:nvGrpSpPr>
        <p:grpSpPr>
          <a:xfrm>
            <a:off x="2744786" y="4260515"/>
            <a:ext cx="2208214" cy="814154"/>
            <a:chOff x="0" y="108544"/>
            <a:chExt cx="2208212" cy="814152"/>
          </a:xfrm>
        </p:grpSpPr>
        <p:sp>
          <p:nvSpPr>
            <p:cNvPr id="636" name="四角形"/>
            <p:cNvSpPr/>
            <p:nvPr/>
          </p:nvSpPr>
          <p:spPr>
            <a:xfrm>
              <a:off x="0" y="108544"/>
              <a:ext cx="2208212" cy="814152"/>
            </a:xfrm>
            <a:prstGeom prst="rect">
              <a:avLst/>
            </a:prstGeom>
            <a:solidFill>
              <a:srgbClr val="FFFFFF"/>
            </a:solidFill>
            <a:ln w="12700" cap="flat">
              <a:solidFill>
                <a:srgbClr val="000000"/>
              </a:solidFill>
              <a:prstDash val="solid"/>
              <a:miter lim="800000"/>
            </a:ln>
            <a:effectLst/>
          </p:spPr>
          <p:txBody>
            <a:bodyPr wrap="square" lIns="45719" tIns="45719" rIns="45719" bIns="45719" numCol="1" anchor="ctr">
              <a:noAutofit/>
            </a:bodyPr>
            <a:lstStyle/>
            <a:p>
              <a:endParaRPr/>
            </a:p>
          </p:txBody>
        </p:sp>
        <p:sp>
          <p:nvSpPr>
            <p:cNvPr id="637" name="HP訪問者数向上による認知拡大…"/>
            <p:cNvSpPr txBox="1"/>
            <p:nvPr/>
          </p:nvSpPr>
          <p:spPr>
            <a:xfrm>
              <a:off x="52069" y="161678"/>
              <a:ext cx="2104073" cy="70788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p>
              <a:pPr marL="171450" indent="-171450">
                <a:buSzPct val="100000"/>
                <a:buFont typeface="Arial"/>
                <a:buChar char="•"/>
                <a:defRPr sz="1000"/>
              </a:pPr>
              <a:r>
                <a:rPr lang="en-US" dirty="0" err="1"/>
                <a:t>aslead</a:t>
              </a:r>
              <a:r>
                <a:rPr lang="ja-JP" altLang="en-US" dirty="0"/>
                <a:t>既存顧客に対するクロスセル営業の実施</a:t>
              </a:r>
              <a:endParaRPr dirty="0"/>
            </a:p>
            <a:p>
              <a:pPr marL="171450" indent="-171450">
                <a:buSzPct val="100000"/>
                <a:buFont typeface="Arial"/>
                <a:buChar char="•"/>
                <a:defRPr sz="1000"/>
              </a:pPr>
              <a:r>
                <a:rPr dirty="0" err="1"/>
                <a:t>社内社外向けのセミナ開催による新規顧客との接点創発</a:t>
              </a:r>
              <a:endParaRPr dirty="0"/>
            </a:p>
          </p:txBody>
        </p:sp>
      </p:grpSp>
      <p:grpSp>
        <p:nvGrpSpPr>
          <p:cNvPr id="641" name="正方形/長方形 20"/>
          <p:cNvGrpSpPr/>
          <p:nvPr/>
        </p:nvGrpSpPr>
        <p:grpSpPr>
          <a:xfrm>
            <a:off x="262352" y="3964751"/>
            <a:ext cx="4690649" cy="296778"/>
            <a:chOff x="-1" y="0"/>
            <a:chExt cx="4690647" cy="296776"/>
          </a:xfrm>
        </p:grpSpPr>
        <p:sp>
          <p:nvSpPr>
            <p:cNvPr id="639" name="四角形"/>
            <p:cNvSpPr/>
            <p:nvPr/>
          </p:nvSpPr>
          <p:spPr>
            <a:xfrm>
              <a:off x="-1" y="0"/>
              <a:ext cx="4690647" cy="296776"/>
            </a:xfrm>
            <a:prstGeom prst="rect">
              <a:avLst/>
            </a:prstGeom>
            <a:solidFill>
              <a:srgbClr val="C7DBFB"/>
            </a:solidFill>
            <a:ln w="12700" cap="flat">
              <a:solidFill>
                <a:srgbClr val="000000"/>
              </a:solidFill>
              <a:prstDash val="solid"/>
              <a:miter lim="800000"/>
            </a:ln>
            <a:effectLst/>
          </p:spPr>
          <p:txBody>
            <a:bodyPr wrap="square" lIns="45719" tIns="45719" rIns="45719" bIns="45719" numCol="1" anchor="ctr">
              <a:noAutofit/>
            </a:bodyPr>
            <a:lstStyle/>
            <a:p>
              <a:pPr>
                <a:defRPr sz="1200" b="1"/>
              </a:pPr>
              <a:endParaRPr/>
            </a:p>
          </p:txBody>
        </p:sp>
        <p:sp>
          <p:nvSpPr>
            <p:cNvPr id="640" name="アクションプラン(マーケ)：asleadとしてのSnowflake認知拡大"/>
            <p:cNvSpPr txBox="1"/>
            <p:nvPr/>
          </p:nvSpPr>
          <p:spPr>
            <a:xfrm>
              <a:off x="52069" y="9891"/>
              <a:ext cx="4586506" cy="27699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p>
              <a:pPr>
                <a:defRPr sz="1200" b="1"/>
              </a:pPr>
              <a:r>
                <a:rPr dirty="0" err="1"/>
                <a:t>アクションプラン</a:t>
              </a:r>
              <a:r>
                <a:rPr dirty="0"/>
                <a:t>(</a:t>
              </a:r>
              <a:r>
                <a:rPr dirty="0" err="1"/>
                <a:t>マーケ</a:t>
              </a:r>
              <a:r>
                <a:rPr dirty="0"/>
                <a:t>)：</a:t>
              </a:r>
              <a:r>
                <a:rPr lang="ja-JP" altLang="en-US" dirty="0"/>
                <a:t>クロスセルによるリード拡大</a:t>
              </a:r>
              <a:endParaRPr dirty="0"/>
            </a:p>
          </p:txBody>
        </p:sp>
      </p:grpSp>
      <p:grpSp>
        <p:nvGrpSpPr>
          <p:cNvPr id="644" name="正方形/長方形 36"/>
          <p:cNvGrpSpPr/>
          <p:nvPr/>
        </p:nvGrpSpPr>
        <p:grpSpPr>
          <a:xfrm>
            <a:off x="262353" y="5345249"/>
            <a:ext cx="838201" cy="430885"/>
            <a:chOff x="0" y="119204"/>
            <a:chExt cx="838200" cy="430884"/>
          </a:xfrm>
        </p:grpSpPr>
        <p:sp>
          <p:nvSpPr>
            <p:cNvPr id="642" name="四角形"/>
            <p:cNvSpPr/>
            <p:nvPr/>
          </p:nvSpPr>
          <p:spPr>
            <a:xfrm>
              <a:off x="0" y="130271"/>
              <a:ext cx="838200" cy="408748"/>
            </a:xfrm>
            <a:prstGeom prst="rect">
              <a:avLst/>
            </a:prstGeom>
            <a:solidFill>
              <a:srgbClr val="FFFFFF"/>
            </a:solidFill>
            <a:ln w="12700" cap="flat">
              <a:solidFill>
                <a:srgbClr val="000000"/>
              </a:solidFill>
              <a:prstDash val="solid"/>
              <a:miter lim="800000"/>
            </a:ln>
            <a:effectLst/>
          </p:spPr>
          <p:txBody>
            <a:bodyPr wrap="square" lIns="45719" tIns="45719" rIns="45719" bIns="45719" numCol="1" anchor="ctr">
              <a:noAutofit/>
            </a:bodyPr>
            <a:lstStyle/>
            <a:p>
              <a:pPr algn="ctr">
                <a:defRPr sz="1100"/>
              </a:pPr>
              <a:endParaRPr/>
            </a:p>
          </p:txBody>
        </p:sp>
        <p:sp>
          <p:nvSpPr>
            <p:cNvPr id="643" name="ファイルストレージ検討"/>
            <p:cNvSpPr txBox="1"/>
            <p:nvPr/>
          </p:nvSpPr>
          <p:spPr>
            <a:xfrm>
              <a:off x="52069" y="119204"/>
              <a:ext cx="734061" cy="43088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lgn="ctr">
                <a:defRPr sz="1100"/>
              </a:lvl1pPr>
            </a:lstStyle>
            <a:p>
              <a:r>
                <a:rPr lang="ja-JP" altLang="en-US" dirty="0"/>
                <a:t>社内パース整備</a:t>
              </a:r>
              <a:endParaRPr dirty="0"/>
            </a:p>
          </p:txBody>
        </p:sp>
      </p:grpSp>
      <p:grpSp>
        <p:nvGrpSpPr>
          <p:cNvPr id="647" name="正方形/長方形 37"/>
          <p:cNvGrpSpPr/>
          <p:nvPr/>
        </p:nvGrpSpPr>
        <p:grpSpPr>
          <a:xfrm>
            <a:off x="262353" y="5750225"/>
            <a:ext cx="838201" cy="430885"/>
            <a:chOff x="0" y="20779"/>
            <a:chExt cx="838200" cy="430884"/>
          </a:xfrm>
        </p:grpSpPr>
        <p:sp>
          <p:nvSpPr>
            <p:cNvPr id="645" name="四角形"/>
            <p:cNvSpPr/>
            <p:nvPr/>
          </p:nvSpPr>
          <p:spPr>
            <a:xfrm>
              <a:off x="0" y="31846"/>
              <a:ext cx="838200" cy="408748"/>
            </a:xfrm>
            <a:prstGeom prst="rect">
              <a:avLst/>
            </a:prstGeom>
            <a:solidFill>
              <a:srgbClr val="FFFFFF"/>
            </a:solidFill>
            <a:ln w="12700" cap="flat">
              <a:solidFill>
                <a:srgbClr val="000000"/>
              </a:solidFill>
              <a:prstDash val="solid"/>
              <a:miter lim="800000"/>
            </a:ln>
            <a:effectLst/>
          </p:spPr>
          <p:txBody>
            <a:bodyPr wrap="square" lIns="45719" tIns="45719" rIns="45719" bIns="45719" numCol="1" anchor="ctr">
              <a:noAutofit/>
            </a:bodyPr>
            <a:lstStyle/>
            <a:p>
              <a:pPr algn="ctr">
                <a:defRPr sz="1100"/>
              </a:pPr>
              <a:endParaRPr/>
            </a:p>
          </p:txBody>
        </p:sp>
        <p:sp>
          <p:nvSpPr>
            <p:cNvPr id="646" name="Stream活用検討"/>
            <p:cNvSpPr txBox="1"/>
            <p:nvPr/>
          </p:nvSpPr>
          <p:spPr>
            <a:xfrm>
              <a:off x="52069" y="20779"/>
              <a:ext cx="734061" cy="43088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p>
              <a:pPr algn="ctr">
                <a:defRPr sz="1100"/>
              </a:pPr>
              <a:r>
                <a:rPr lang="ja-JP" altLang="en-US" dirty="0"/>
                <a:t>データプロダクト開発</a:t>
              </a:r>
              <a:endParaRPr dirty="0">
                <a:latin typeface="Meiryo UI"/>
                <a:ea typeface="Meiryo UI"/>
                <a:cs typeface="Meiryo UI"/>
                <a:sym typeface="Meiryo UI"/>
              </a:endParaRPr>
            </a:p>
          </p:txBody>
        </p:sp>
      </p:grpSp>
      <p:sp>
        <p:nvSpPr>
          <p:cNvPr id="648" name="正方形/長方形 38"/>
          <p:cNvSpPr/>
          <p:nvPr/>
        </p:nvSpPr>
        <p:spPr>
          <a:xfrm>
            <a:off x="1100554" y="5356316"/>
            <a:ext cx="1644234" cy="408748"/>
          </a:xfrm>
          <a:prstGeom prst="rect">
            <a:avLst/>
          </a:prstGeom>
          <a:solidFill>
            <a:srgbClr val="FFFFFF"/>
          </a:solidFill>
          <a:ln w="12700">
            <a:solidFill>
              <a:srgbClr val="000000"/>
            </a:solidFill>
            <a:miter/>
          </a:ln>
        </p:spPr>
        <p:txBody>
          <a:bodyPr lIns="45719" rIns="45719" anchor="ctr"/>
          <a:lstStyle/>
          <a:p>
            <a:pPr algn="ctr">
              <a:defRPr sz="1000"/>
            </a:pPr>
            <a:r>
              <a:rPr lang="ja-JP" altLang="en-US" dirty="0"/>
              <a:t>１件</a:t>
            </a:r>
            <a:endParaRPr dirty="0"/>
          </a:p>
        </p:txBody>
      </p:sp>
      <p:sp>
        <p:nvSpPr>
          <p:cNvPr id="649" name="正方形/長方形 39"/>
          <p:cNvSpPr/>
          <p:nvPr/>
        </p:nvSpPr>
        <p:spPr>
          <a:xfrm>
            <a:off x="1103103" y="5767923"/>
            <a:ext cx="1644235" cy="408748"/>
          </a:xfrm>
          <a:prstGeom prst="rect">
            <a:avLst/>
          </a:prstGeom>
          <a:solidFill>
            <a:srgbClr val="FFFFFF"/>
          </a:solidFill>
          <a:ln w="12700">
            <a:solidFill>
              <a:srgbClr val="000000"/>
            </a:solidFill>
            <a:miter/>
          </a:ln>
        </p:spPr>
        <p:txBody>
          <a:bodyPr lIns="45719" rIns="45719" anchor="ctr"/>
          <a:lstStyle/>
          <a:p>
            <a:pPr algn="ctr">
              <a:defRPr sz="1100"/>
            </a:pPr>
            <a:r>
              <a:rPr lang="en-US" altLang="ja-JP" dirty="0"/>
              <a:t>2</a:t>
            </a:r>
            <a:r>
              <a:rPr lang="ja-JP" altLang="en-US" dirty="0"/>
              <a:t>件</a:t>
            </a:r>
            <a:endParaRPr dirty="0"/>
          </a:p>
        </p:txBody>
      </p:sp>
      <p:grpSp>
        <p:nvGrpSpPr>
          <p:cNvPr id="652" name="正方形/長方形 40"/>
          <p:cNvGrpSpPr/>
          <p:nvPr/>
        </p:nvGrpSpPr>
        <p:grpSpPr>
          <a:xfrm>
            <a:off x="2744785" y="5347624"/>
            <a:ext cx="2216912" cy="822417"/>
            <a:chOff x="-1" y="-1"/>
            <a:chExt cx="2216911" cy="822416"/>
          </a:xfrm>
        </p:grpSpPr>
        <p:sp>
          <p:nvSpPr>
            <p:cNvPr id="650" name="四角形"/>
            <p:cNvSpPr/>
            <p:nvPr/>
          </p:nvSpPr>
          <p:spPr>
            <a:xfrm>
              <a:off x="-1" y="-1"/>
              <a:ext cx="2216911" cy="822416"/>
            </a:xfrm>
            <a:prstGeom prst="rect">
              <a:avLst/>
            </a:prstGeom>
            <a:solidFill>
              <a:srgbClr val="FFFFFF"/>
            </a:solidFill>
            <a:ln w="12700" cap="flat">
              <a:solidFill>
                <a:srgbClr val="000000"/>
              </a:solidFill>
              <a:prstDash val="solid"/>
              <a:miter lim="800000"/>
            </a:ln>
            <a:effectLst/>
          </p:spPr>
          <p:txBody>
            <a:bodyPr wrap="square" lIns="45719" tIns="45719" rIns="45719" bIns="45719" numCol="1" anchor="ctr">
              <a:noAutofit/>
            </a:bodyPr>
            <a:lstStyle/>
            <a:p>
              <a:endParaRPr/>
            </a:p>
          </p:txBody>
        </p:sp>
        <p:sp>
          <p:nvSpPr>
            <p:cNvPr id="651" name="基盤提供後のコンサンプション向上施策の打ち出し"/>
            <p:cNvSpPr txBox="1"/>
            <p:nvPr/>
          </p:nvSpPr>
          <p:spPr>
            <a:xfrm>
              <a:off x="52069" y="26490"/>
              <a:ext cx="2112771" cy="76943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marL="171450" indent="-171450">
                <a:buSzPct val="100000"/>
                <a:buFont typeface="Helvetica"/>
                <a:buChar char="•"/>
                <a:defRPr sz="1100"/>
              </a:lvl1pPr>
            </a:lstStyle>
            <a:p>
              <a:r>
                <a:rPr lang="ja-JP" altLang="en-US" dirty="0"/>
                <a:t>社内パース環境を整備しセキュリティを考慮した環境整備</a:t>
              </a:r>
              <a:endParaRPr lang="en-US" altLang="ja-JP" dirty="0"/>
            </a:p>
            <a:p>
              <a:r>
                <a:rPr lang="ja-JP" altLang="en-US" dirty="0"/>
                <a:t>社内で活用可能なデータを発掘し販売可能な状態にする</a:t>
              </a:r>
              <a:endParaRPr dirty="0"/>
            </a:p>
          </p:txBody>
        </p:sp>
      </p:grpSp>
      <p:grpSp>
        <p:nvGrpSpPr>
          <p:cNvPr id="655" name="正方形/長方形 41"/>
          <p:cNvGrpSpPr/>
          <p:nvPr/>
        </p:nvGrpSpPr>
        <p:grpSpPr>
          <a:xfrm>
            <a:off x="262353" y="5071151"/>
            <a:ext cx="4690648" cy="296778"/>
            <a:chOff x="0" y="141807"/>
            <a:chExt cx="4690646" cy="296777"/>
          </a:xfrm>
        </p:grpSpPr>
        <p:sp>
          <p:nvSpPr>
            <p:cNvPr id="653" name="四角形"/>
            <p:cNvSpPr/>
            <p:nvPr/>
          </p:nvSpPr>
          <p:spPr>
            <a:xfrm>
              <a:off x="0" y="141807"/>
              <a:ext cx="4690646" cy="296777"/>
            </a:xfrm>
            <a:prstGeom prst="rect">
              <a:avLst/>
            </a:prstGeom>
            <a:solidFill>
              <a:srgbClr val="C7DBFB"/>
            </a:solidFill>
            <a:ln w="12700" cap="flat">
              <a:solidFill>
                <a:srgbClr val="000000"/>
              </a:solidFill>
              <a:prstDash val="solid"/>
              <a:miter lim="800000"/>
            </a:ln>
            <a:effectLst/>
          </p:spPr>
          <p:txBody>
            <a:bodyPr wrap="square" lIns="45719" tIns="45719" rIns="45719" bIns="45719" numCol="1" anchor="ctr">
              <a:noAutofit/>
            </a:bodyPr>
            <a:lstStyle/>
            <a:p>
              <a:pPr>
                <a:defRPr sz="1300"/>
              </a:pPr>
              <a:endParaRPr/>
            </a:p>
          </p:txBody>
        </p:sp>
        <p:sp>
          <p:nvSpPr>
            <p:cNvPr id="654" name="アクションプラン：Snowflakeを用いた新規プロダクト開発,R&amp;D実施"/>
            <p:cNvSpPr txBox="1"/>
            <p:nvPr/>
          </p:nvSpPr>
          <p:spPr>
            <a:xfrm>
              <a:off x="52069" y="151696"/>
              <a:ext cx="4586506" cy="27699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p>
              <a:pPr>
                <a:defRPr sz="1300" b="1"/>
              </a:pPr>
              <a:r>
                <a:rPr sz="1200" dirty="0" err="1"/>
                <a:t>アクションプラン</a:t>
              </a:r>
              <a:r>
                <a:rPr sz="1200" dirty="0"/>
                <a:t>：</a:t>
              </a:r>
              <a:r>
                <a:rPr lang="ja-JP" altLang="en-US" sz="1200" dirty="0"/>
                <a:t>プロダクト開発</a:t>
              </a:r>
              <a:endParaRPr sz="1200" dirty="0"/>
            </a:p>
          </p:txBody>
        </p:sp>
      </p:grpSp>
      <p:grpSp>
        <p:nvGrpSpPr>
          <p:cNvPr id="658" name="正方形/長方形 42"/>
          <p:cNvGrpSpPr/>
          <p:nvPr/>
        </p:nvGrpSpPr>
        <p:grpSpPr>
          <a:xfrm>
            <a:off x="4953001" y="4249448"/>
            <a:ext cx="838201" cy="430885"/>
            <a:chOff x="0" y="-4621"/>
            <a:chExt cx="838200" cy="430884"/>
          </a:xfrm>
        </p:grpSpPr>
        <p:sp>
          <p:nvSpPr>
            <p:cNvPr id="656" name="四角形"/>
            <p:cNvSpPr/>
            <p:nvPr/>
          </p:nvSpPr>
          <p:spPr>
            <a:xfrm>
              <a:off x="0" y="6446"/>
              <a:ext cx="838200" cy="408748"/>
            </a:xfrm>
            <a:prstGeom prst="rect">
              <a:avLst/>
            </a:prstGeom>
            <a:solidFill>
              <a:srgbClr val="FFFFFF"/>
            </a:solidFill>
            <a:ln w="12700" cap="flat">
              <a:solidFill>
                <a:srgbClr val="000000"/>
              </a:solidFill>
              <a:prstDash val="solid"/>
              <a:miter lim="800000"/>
            </a:ln>
            <a:effectLst/>
          </p:spPr>
          <p:txBody>
            <a:bodyPr wrap="square" lIns="45719" tIns="45719" rIns="45719" bIns="45719" numCol="1" anchor="ctr">
              <a:noAutofit/>
            </a:bodyPr>
            <a:lstStyle/>
            <a:p>
              <a:pPr algn="ctr">
                <a:defRPr sz="1100"/>
              </a:pPr>
              <a:endParaRPr/>
            </a:p>
          </p:txBody>
        </p:sp>
        <p:sp>
          <p:nvSpPr>
            <p:cNvPr id="657" name="Snowflake×dbt"/>
            <p:cNvSpPr txBox="1"/>
            <p:nvPr/>
          </p:nvSpPr>
          <p:spPr>
            <a:xfrm>
              <a:off x="52069" y="-4621"/>
              <a:ext cx="734061" cy="43088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lgn="ctr">
                <a:defRPr sz="1100"/>
              </a:lvl1pPr>
            </a:lstStyle>
            <a:p>
              <a:r>
                <a:rPr lang="ja-JP" altLang="en-US" dirty="0"/>
                <a:t>複数商材提案数</a:t>
              </a:r>
              <a:endParaRPr dirty="0"/>
            </a:p>
          </p:txBody>
        </p:sp>
      </p:grpSp>
      <p:grpSp>
        <p:nvGrpSpPr>
          <p:cNvPr id="661" name="正方形/長方形 43"/>
          <p:cNvGrpSpPr/>
          <p:nvPr/>
        </p:nvGrpSpPr>
        <p:grpSpPr>
          <a:xfrm>
            <a:off x="4953001" y="4665491"/>
            <a:ext cx="838201" cy="408749"/>
            <a:chOff x="0" y="0"/>
            <a:chExt cx="838200" cy="408747"/>
          </a:xfrm>
        </p:grpSpPr>
        <p:sp>
          <p:nvSpPr>
            <p:cNvPr id="659" name="四角形"/>
            <p:cNvSpPr/>
            <p:nvPr/>
          </p:nvSpPr>
          <p:spPr>
            <a:xfrm>
              <a:off x="0" y="0"/>
              <a:ext cx="838200" cy="408747"/>
            </a:xfrm>
            <a:prstGeom prst="rect">
              <a:avLst/>
            </a:prstGeom>
            <a:solidFill>
              <a:srgbClr val="FFFFFF"/>
            </a:solidFill>
            <a:ln w="12700" cap="flat">
              <a:solidFill>
                <a:srgbClr val="000000"/>
              </a:solidFill>
              <a:prstDash val="solid"/>
              <a:miter lim="800000"/>
            </a:ln>
            <a:effectLst/>
          </p:spPr>
          <p:txBody>
            <a:bodyPr wrap="square" lIns="45719" tIns="45719" rIns="45719" bIns="45719" numCol="1" anchor="ctr">
              <a:noAutofit/>
            </a:bodyPr>
            <a:lstStyle/>
            <a:p>
              <a:pPr algn="ctr"/>
              <a:endParaRPr/>
            </a:p>
          </p:txBody>
        </p:sp>
        <p:sp>
          <p:nvSpPr>
            <p:cNvPr id="660" name="技術サポートの拡充"/>
            <p:cNvSpPr txBox="1"/>
            <p:nvPr/>
          </p:nvSpPr>
          <p:spPr>
            <a:xfrm>
              <a:off x="52069" y="35098"/>
              <a:ext cx="734061" cy="33855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lgn="ctr">
                <a:defRPr sz="800"/>
              </a:lvl1pPr>
            </a:lstStyle>
            <a:p>
              <a:r>
                <a:rPr lang="ja-JP" altLang="en-US" dirty="0"/>
                <a:t>関連商材の代理店化</a:t>
              </a:r>
              <a:endParaRPr dirty="0"/>
            </a:p>
          </p:txBody>
        </p:sp>
      </p:grpSp>
      <p:sp>
        <p:nvSpPr>
          <p:cNvPr id="662" name="正方形/長方形 44"/>
          <p:cNvSpPr/>
          <p:nvPr/>
        </p:nvSpPr>
        <p:spPr>
          <a:xfrm>
            <a:off x="5791200" y="4260515"/>
            <a:ext cx="1644234" cy="408748"/>
          </a:xfrm>
          <a:prstGeom prst="rect">
            <a:avLst/>
          </a:prstGeom>
          <a:solidFill>
            <a:srgbClr val="FFFFFF"/>
          </a:solidFill>
          <a:ln w="12700">
            <a:solidFill>
              <a:srgbClr val="000000"/>
            </a:solidFill>
            <a:miter/>
          </a:ln>
        </p:spPr>
        <p:txBody>
          <a:bodyPr lIns="45719" rIns="45719" anchor="ctr"/>
          <a:lstStyle/>
          <a:p>
            <a:pPr algn="ctr">
              <a:defRPr sz="1100"/>
            </a:pPr>
            <a:r>
              <a:rPr lang="en-US" altLang="ja-JP" dirty="0"/>
              <a:t>10</a:t>
            </a:r>
            <a:r>
              <a:rPr lang="ja-JP" altLang="en-US" dirty="0"/>
              <a:t>件</a:t>
            </a:r>
            <a:endParaRPr dirty="0"/>
          </a:p>
        </p:txBody>
      </p:sp>
      <p:sp>
        <p:nvSpPr>
          <p:cNvPr id="663" name="正方形/長方形 45"/>
          <p:cNvSpPr/>
          <p:nvPr/>
        </p:nvSpPr>
        <p:spPr>
          <a:xfrm>
            <a:off x="5791200" y="4665491"/>
            <a:ext cx="1644234" cy="408748"/>
          </a:xfrm>
          <a:prstGeom prst="rect">
            <a:avLst/>
          </a:prstGeom>
          <a:solidFill>
            <a:srgbClr val="FFFFFF"/>
          </a:solidFill>
          <a:ln w="12700">
            <a:solidFill>
              <a:srgbClr val="000000"/>
            </a:solidFill>
            <a:miter/>
          </a:ln>
        </p:spPr>
        <p:txBody>
          <a:bodyPr lIns="45719" rIns="45719" anchor="ctr"/>
          <a:lstStyle/>
          <a:p>
            <a:pPr algn="ctr">
              <a:defRPr sz="1100"/>
            </a:pPr>
            <a:r>
              <a:rPr lang="en-US" altLang="ja-JP" dirty="0"/>
              <a:t>1</a:t>
            </a:r>
            <a:r>
              <a:rPr lang="ja-JP" altLang="en-US" dirty="0"/>
              <a:t>件</a:t>
            </a:r>
            <a:endParaRPr dirty="0"/>
          </a:p>
        </p:txBody>
      </p:sp>
      <p:grpSp>
        <p:nvGrpSpPr>
          <p:cNvPr id="666" name="正方形/長方形 46"/>
          <p:cNvGrpSpPr/>
          <p:nvPr/>
        </p:nvGrpSpPr>
        <p:grpSpPr>
          <a:xfrm>
            <a:off x="7435433" y="4260514"/>
            <a:ext cx="2208213" cy="822417"/>
            <a:chOff x="0" y="-1"/>
            <a:chExt cx="2208212" cy="822416"/>
          </a:xfrm>
        </p:grpSpPr>
        <p:sp>
          <p:nvSpPr>
            <p:cNvPr id="664" name="四角形"/>
            <p:cNvSpPr/>
            <p:nvPr/>
          </p:nvSpPr>
          <p:spPr>
            <a:xfrm>
              <a:off x="0" y="-1"/>
              <a:ext cx="2208212" cy="822416"/>
            </a:xfrm>
            <a:prstGeom prst="rect">
              <a:avLst/>
            </a:prstGeom>
            <a:solidFill>
              <a:srgbClr val="FFFFFF"/>
            </a:solidFill>
            <a:ln w="12700" cap="flat">
              <a:solidFill>
                <a:srgbClr val="000000"/>
              </a:solidFill>
              <a:prstDash val="solid"/>
              <a:miter lim="800000"/>
            </a:ln>
            <a:effectLst/>
          </p:spPr>
          <p:txBody>
            <a:bodyPr wrap="square" lIns="45719" tIns="45719" rIns="45719" bIns="45719" numCol="1" anchor="ctr">
              <a:noAutofit/>
            </a:bodyPr>
            <a:lstStyle/>
            <a:p>
              <a:endParaRPr/>
            </a:p>
          </p:txBody>
        </p:sp>
        <p:sp>
          <p:nvSpPr>
            <p:cNvPr id="665" name="技術サポートの拡充による社内向け販売体制の拡充…"/>
            <p:cNvSpPr txBox="1"/>
            <p:nvPr/>
          </p:nvSpPr>
          <p:spPr>
            <a:xfrm>
              <a:off x="52070" y="26489"/>
              <a:ext cx="2104072" cy="76943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p>
              <a:pPr marL="171450" indent="-171450">
                <a:buSzPct val="100000"/>
                <a:buFont typeface="Arial"/>
                <a:buChar char="•"/>
                <a:defRPr sz="1100"/>
              </a:pPr>
              <a:r>
                <a:rPr lang="ja-JP" altLang="en-US" dirty="0"/>
                <a:t>他クラウドサービスとの掛け合わせのメリットを具体化</a:t>
              </a:r>
              <a:endParaRPr dirty="0"/>
            </a:p>
            <a:p>
              <a:pPr marL="171450" indent="-171450">
                <a:buSzPct val="100000"/>
                <a:buFont typeface="Arial"/>
                <a:buChar char="•"/>
                <a:defRPr sz="1100"/>
              </a:pPr>
              <a:r>
                <a:rPr dirty="0" err="1"/>
                <a:t>他社との差別化を×dbt</a:t>
              </a:r>
              <a:r>
                <a:rPr lang="en-US" dirty="0" err="1"/>
                <a:t>,Github</a:t>
              </a:r>
              <a:r>
                <a:rPr lang="ja-JP" altLang="en-US" dirty="0"/>
                <a:t>等</a:t>
              </a:r>
              <a:r>
                <a:rPr dirty="0" err="1"/>
                <a:t>で図る</a:t>
              </a:r>
              <a:endParaRPr dirty="0"/>
            </a:p>
          </p:txBody>
        </p:sp>
      </p:grpSp>
      <p:grpSp>
        <p:nvGrpSpPr>
          <p:cNvPr id="669" name="正方形/長方形 47"/>
          <p:cNvGrpSpPr/>
          <p:nvPr/>
        </p:nvGrpSpPr>
        <p:grpSpPr>
          <a:xfrm>
            <a:off x="4953001" y="3964750"/>
            <a:ext cx="4690647" cy="296778"/>
            <a:chOff x="0" y="125931"/>
            <a:chExt cx="4690646" cy="296777"/>
          </a:xfrm>
        </p:grpSpPr>
        <p:sp>
          <p:nvSpPr>
            <p:cNvPr id="667" name="四角形"/>
            <p:cNvSpPr/>
            <p:nvPr/>
          </p:nvSpPr>
          <p:spPr>
            <a:xfrm>
              <a:off x="0" y="125931"/>
              <a:ext cx="4690646" cy="296777"/>
            </a:xfrm>
            <a:prstGeom prst="rect">
              <a:avLst/>
            </a:prstGeom>
            <a:solidFill>
              <a:srgbClr val="C7DBFB"/>
            </a:solidFill>
            <a:ln w="12700" cap="flat">
              <a:solidFill>
                <a:srgbClr val="000000"/>
              </a:solidFill>
              <a:prstDash val="solid"/>
              <a:miter lim="800000"/>
            </a:ln>
            <a:effectLst/>
          </p:spPr>
          <p:txBody>
            <a:bodyPr wrap="square" lIns="45719" tIns="45719" rIns="45719" bIns="45719" numCol="1" anchor="ctr">
              <a:noAutofit/>
            </a:bodyPr>
            <a:lstStyle/>
            <a:p>
              <a:pPr>
                <a:defRPr sz="1300" b="1"/>
              </a:pPr>
              <a:endParaRPr/>
            </a:p>
          </p:txBody>
        </p:sp>
        <p:sp>
          <p:nvSpPr>
            <p:cNvPr id="668" name="アクションプラン(営業)：社内外向けの顧客獲得と収益基盤の確立"/>
            <p:cNvSpPr txBox="1"/>
            <p:nvPr/>
          </p:nvSpPr>
          <p:spPr>
            <a:xfrm>
              <a:off x="52069" y="128127"/>
              <a:ext cx="4586506" cy="29238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defRPr sz="1300" b="1"/>
              </a:lvl1pPr>
            </a:lstStyle>
            <a:p>
              <a:r>
                <a:rPr dirty="0" err="1"/>
                <a:t>アクションプラン</a:t>
              </a:r>
              <a:r>
                <a:rPr dirty="0"/>
                <a:t>(</a:t>
              </a:r>
              <a:r>
                <a:rPr dirty="0" err="1"/>
                <a:t>営業</a:t>
              </a:r>
              <a:r>
                <a:rPr dirty="0"/>
                <a:t>)：</a:t>
              </a:r>
              <a:r>
                <a:rPr lang="ja-JP" altLang="en-US" dirty="0"/>
                <a:t>複数商材による提案力強化</a:t>
              </a:r>
              <a:endParaRPr dirty="0"/>
            </a:p>
          </p:txBody>
        </p:sp>
      </p:grpSp>
      <p:grpSp>
        <p:nvGrpSpPr>
          <p:cNvPr id="672" name="正方形/長方形 48"/>
          <p:cNvGrpSpPr/>
          <p:nvPr/>
        </p:nvGrpSpPr>
        <p:grpSpPr>
          <a:xfrm>
            <a:off x="4953001" y="5356316"/>
            <a:ext cx="838201" cy="408749"/>
            <a:chOff x="0" y="6446"/>
            <a:chExt cx="838200" cy="408748"/>
          </a:xfrm>
        </p:grpSpPr>
        <p:sp>
          <p:nvSpPr>
            <p:cNvPr id="670" name="四角形"/>
            <p:cNvSpPr/>
            <p:nvPr/>
          </p:nvSpPr>
          <p:spPr>
            <a:xfrm>
              <a:off x="0" y="6446"/>
              <a:ext cx="838200" cy="408748"/>
            </a:xfrm>
            <a:prstGeom prst="rect">
              <a:avLst/>
            </a:prstGeom>
            <a:solidFill>
              <a:srgbClr val="FFFFFF"/>
            </a:solidFill>
            <a:ln w="12700" cap="flat">
              <a:solidFill>
                <a:srgbClr val="000000"/>
              </a:solidFill>
              <a:prstDash val="solid"/>
              <a:miter lim="800000"/>
            </a:ln>
            <a:effectLst/>
          </p:spPr>
          <p:txBody>
            <a:bodyPr wrap="square" lIns="45719" tIns="45719" rIns="45719" bIns="45719" numCol="1" anchor="ctr">
              <a:noAutofit/>
            </a:bodyPr>
            <a:lstStyle/>
            <a:p>
              <a:pPr algn="ctr">
                <a:defRPr sz="1100"/>
              </a:pPr>
              <a:endParaRPr/>
            </a:p>
          </p:txBody>
        </p:sp>
        <p:sp>
          <p:nvSpPr>
            <p:cNvPr id="671" name="Snowflake×Miro"/>
            <p:cNvSpPr txBox="1"/>
            <p:nvPr/>
          </p:nvSpPr>
          <p:spPr>
            <a:xfrm>
              <a:off x="52069" y="103100"/>
              <a:ext cx="734061" cy="2154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lgn="ctr">
                <a:defRPr sz="1100"/>
              </a:lvl1pPr>
            </a:lstStyle>
            <a:p>
              <a:r>
                <a:rPr lang="ja-JP" altLang="en-US" sz="800" dirty="0"/>
                <a:t>研修受講者数</a:t>
              </a:r>
              <a:endParaRPr sz="800" dirty="0"/>
            </a:p>
          </p:txBody>
        </p:sp>
      </p:grpSp>
      <p:grpSp>
        <p:nvGrpSpPr>
          <p:cNvPr id="675" name="正方形/長方形 49"/>
          <p:cNvGrpSpPr/>
          <p:nvPr/>
        </p:nvGrpSpPr>
        <p:grpSpPr>
          <a:xfrm>
            <a:off x="4953001" y="5761292"/>
            <a:ext cx="838201" cy="408749"/>
            <a:chOff x="0" y="0"/>
            <a:chExt cx="838200" cy="408747"/>
          </a:xfrm>
        </p:grpSpPr>
        <p:sp>
          <p:nvSpPr>
            <p:cNvPr id="673" name="四角形"/>
            <p:cNvSpPr/>
            <p:nvPr/>
          </p:nvSpPr>
          <p:spPr>
            <a:xfrm>
              <a:off x="0" y="0"/>
              <a:ext cx="838200" cy="408747"/>
            </a:xfrm>
            <a:prstGeom prst="rect">
              <a:avLst/>
            </a:prstGeom>
            <a:solidFill>
              <a:srgbClr val="FFFFFF"/>
            </a:solidFill>
            <a:ln w="12700" cap="flat">
              <a:solidFill>
                <a:srgbClr val="000000"/>
              </a:solidFill>
              <a:prstDash val="solid"/>
              <a:miter lim="800000"/>
            </a:ln>
            <a:effectLst/>
          </p:spPr>
          <p:txBody>
            <a:bodyPr wrap="square" lIns="45719" tIns="45719" rIns="45719" bIns="45719" numCol="1" anchor="ctr">
              <a:noAutofit/>
            </a:bodyPr>
            <a:lstStyle/>
            <a:p>
              <a:pPr algn="ctr">
                <a:defRPr sz="800"/>
              </a:pPr>
              <a:endParaRPr/>
            </a:p>
          </p:txBody>
        </p:sp>
        <p:sp>
          <p:nvSpPr>
            <p:cNvPr id="674" name="Snowflake×Gitlab"/>
            <p:cNvSpPr txBox="1"/>
            <p:nvPr/>
          </p:nvSpPr>
          <p:spPr>
            <a:xfrm>
              <a:off x="52069" y="96653"/>
              <a:ext cx="734061" cy="2154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lgn="ctr">
                <a:defRPr sz="800"/>
              </a:lvl1pPr>
            </a:lstStyle>
            <a:p>
              <a:r>
                <a:rPr lang="ja-JP" altLang="en-US" dirty="0"/>
                <a:t>資格受験者数</a:t>
              </a:r>
              <a:endParaRPr dirty="0"/>
            </a:p>
          </p:txBody>
        </p:sp>
      </p:grpSp>
      <p:sp>
        <p:nvSpPr>
          <p:cNvPr id="676" name="正方形/長方形 50"/>
          <p:cNvSpPr/>
          <p:nvPr/>
        </p:nvSpPr>
        <p:spPr>
          <a:xfrm>
            <a:off x="5791200" y="5356316"/>
            <a:ext cx="1644234" cy="408748"/>
          </a:xfrm>
          <a:prstGeom prst="rect">
            <a:avLst/>
          </a:prstGeom>
          <a:solidFill>
            <a:srgbClr val="FFFFFF"/>
          </a:solidFill>
          <a:ln w="12700">
            <a:solidFill>
              <a:srgbClr val="000000"/>
            </a:solidFill>
            <a:miter/>
          </a:ln>
        </p:spPr>
        <p:txBody>
          <a:bodyPr lIns="45719" rIns="45719" anchor="ctr"/>
          <a:lstStyle/>
          <a:p>
            <a:pPr algn="ctr">
              <a:defRPr sz="1100"/>
            </a:pPr>
            <a:r>
              <a:rPr lang="en-US" dirty="0"/>
              <a:t>100</a:t>
            </a:r>
            <a:r>
              <a:rPr lang="ja-JP" altLang="en-US" dirty="0"/>
              <a:t>名</a:t>
            </a:r>
            <a:endParaRPr dirty="0"/>
          </a:p>
        </p:txBody>
      </p:sp>
      <p:sp>
        <p:nvSpPr>
          <p:cNvPr id="677" name="正方形/長方形 51"/>
          <p:cNvSpPr/>
          <p:nvPr/>
        </p:nvSpPr>
        <p:spPr>
          <a:xfrm>
            <a:off x="5791200" y="5761292"/>
            <a:ext cx="1644234" cy="408748"/>
          </a:xfrm>
          <a:prstGeom prst="rect">
            <a:avLst/>
          </a:prstGeom>
          <a:solidFill>
            <a:srgbClr val="FFFFFF"/>
          </a:solidFill>
          <a:ln w="12700">
            <a:solidFill>
              <a:srgbClr val="000000"/>
            </a:solidFill>
            <a:miter/>
          </a:ln>
        </p:spPr>
        <p:txBody>
          <a:bodyPr lIns="45719" rIns="45719" anchor="ctr"/>
          <a:lstStyle/>
          <a:p>
            <a:pPr algn="ctr">
              <a:defRPr sz="1100"/>
            </a:pPr>
            <a:r>
              <a:rPr lang="en-US" dirty="0"/>
              <a:t>20</a:t>
            </a:r>
            <a:r>
              <a:rPr lang="ja-JP" altLang="en-US" dirty="0"/>
              <a:t>名</a:t>
            </a:r>
            <a:endParaRPr dirty="0"/>
          </a:p>
        </p:txBody>
      </p:sp>
      <p:grpSp>
        <p:nvGrpSpPr>
          <p:cNvPr id="680" name="正方形/長方形 52"/>
          <p:cNvGrpSpPr/>
          <p:nvPr/>
        </p:nvGrpSpPr>
        <p:grpSpPr>
          <a:xfrm>
            <a:off x="7435433" y="5347624"/>
            <a:ext cx="2208213" cy="822417"/>
            <a:chOff x="0" y="-1"/>
            <a:chExt cx="2208212" cy="822416"/>
          </a:xfrm>
        </p:grpSpPr>
        <p:sp>
          <p:nvSpPr>
            <p:cNvPr id="678" name="四角形"/>
            <p:cNvSpPr/>
            <p:nvPr/>
          </p:nvSpPr>
          <p:spPr>
            <a:xfrm>
              <a:off x="0" y="-1"/>
              <a:ext cx="2208212" cy="822416"/>
            </a:xfrm>
            <a:prstGeom prst="rect">
              <a:avLst/>
            </a:prstGeom>
            <a:solidFill>
              <a:srgbClr val="FFFFFF"/>
            </a:solidFill>
            <a:ln w="12700" cap="flat">
              <a:solidFill>
                <a:srgbClr val="000000"/>
              </a:solidFill>
              <a:prstDash val="solid"/>
              <a:miter lim="800000"/>
            </a:ln>
            <a:effectLst/>
          </p:spPr>
          <p:txBody>
            <a:bodyPr wrap="square" lIns="45719" tIns="45719" rIns="45719" bIns="45719" numCol="1" anchor="ctr">
              <a:noAutofit/>
            </a:bodyPr>
            <a:lstStyle/>
            <a:p>
              <a:endParaRPr/>
            </a:p>
          </p:txBody>
        </p:sp>
        <p:sp>
          <p:nvSpPr>
            <p:cNvPr id="679" name="aslead既存顧客に向けた販売実施"/>
            <p:cNvSpPr txBox="1"/>
            <p:nvPr/>
          </p:nvSpPr>
          <p:spPr>
            <a:xfrm>
              <a:off x="52070" y="26490"/>
              <a:ext cx="2104072" cy="76943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p>
              <a:pPr marL="171450" indent="-171450">
                <a:buSzPct val="100000"/>
                <a:buFont typeface="Arial"/>
                <a:buChar char="•"/>
                <a:defRPr sz="1100"/>
              </a:pPr>
              <a:r>
                <a:rPr lang="ja-JP" altLang="en-US" dirty="0"/>
                <a:t>研修案内を基盤</a:t>
              </a:r>
              <a:r>
                <a:rPr lang="en-US" altLang="ja-JP" dirty="0"/>
                <a:t>HRM</a:t>
              </a:r>
              <a:r>
                <a:rPr lang="ja-JP" altLang="en-US" dirty="0"/>
                <a:t>や人材戦略部と連携して推進</a:t>
              </a:r>
              <a:endParaRPr lang="en-US" altLang="ja-JP" dirty="0"/>
            </a:p>
            <a:p>
              <a:pPr marL="171450" indent="-171450">
                <a:buSzPct val="100000"/>
                <a:buFont typeface="Arial"/>
                <a:buChar char="•"/>
                <a:defRPr sz="1100"/>
              </a:pPr>
              <a:r>
                <a:rPr lang="ja-JP" altLang="en-US" dirty="0"/>
                <a:t>資格受験者のフォローアップと受験の促進</a:t>
              </a:r>
              <a:endParaRPr dirty="0"/>
            </a:p>
          </p:txBody>
        </p:sp>
      </p:grpSp>
      <p:grpSp>
        <p:nvGrpSpPr>
          <p:cNvPr id="683" name="正方形/長方形 53"/>
          <p:cNvGrpSpPr/>
          <p:nvPr/>
        </p:nvGrpSpPr>
        <p:grpSpPr>
          <a:xfrm>
            <a:off x="4953001" y="5071150"/>
            <a:ext cx="4690646" cy="296777"/>
            <a:chOff x="0" y="0"/>
            <a:chExt cx="4690645" cy="296775"/>
          </a:xfrm>
        </p:grpSpPr>
        <p:sp>
          <p:nvSpPr>
            <p:cNvPr id="681" name="四角形"/>
            <p:cNvSpPr/>
            <p:nvPr/>
          </p:nvSpPr>
          <p:spPr>
            <a:xfrm>
              <a:off x="-1" y="0"/>
              <a:ext cx="4690647" cy="296776"/>
            </a:xfrm>
            <a:prstGeom prst="rect">
              <a:avLst/>
            </a:prstGeom>
            <a:solidFill>
              <a:srgbClr val="C7DBFB"/>
            </a:solidFill>
            <a:ln w="12700" cap="flat">
              <a:solidFill>
                <a:srgbClr val="000000"/>
              </a:solidFill>
              <a:prstDash val="solid"/>
              <a:miter lim="800000"/>
            </a:ln>
            <a:effectLst/>
          </p:spPr>
          <p:txBody>
            <a:bodyPr wrap="square" lIns="45719" tIns="45719" rIns="45719" bIns="45719" numCol="1" anchor="ctr">
              <a:noAutofit/>
            </a:bodyPr>
            <a:lstStyle/>
            <a:p>
              <a:endParaRPr/>
            </a:p>
          </p:txBody>
        </p:sp>
        <p:sp>
          <p:nvSpPr>
            <p:cNvPr id="682" name="アクションプラン：aslead既存プロダクトとの掛け合わせ"/>
            <p:cNvSpPr txBox="1"/>
            <p:nvPr/>
          </p:nvSpPr>
          <p:spPr>
            <a:xfrm>
              <a:off x="52069" y="1068"/>
              <a:ext cx="4586506" cy="2946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p>
              <a:pPr>
                <a:defRPr sz="1300" b="1"/>
              </a:pPr>
              <a:r>
                <a:rPr dirty="0" err="1"/>
                <a:t>アクションプラン：</a:t>
              </a:r>
              <a:r>
                <a:rPr lang="en-US" altLang="ja-JP" dirty="0" err="1"/>
                <a:t>AI</a:t>
              </a:r>
              <a:r>
                <a:rPr lang="en-US" altLang="ja-JP" dirty="0"/>
                <a:t>/</a:t>
              </a:r>
              <a:r>
                <a:rPr lang="ja-JP" altLang="en-US" dirty="0"/>
                <a:t>データ社内人材育成</a:t>
              </a:r>
              <a:endParaRPr dirty="0"/>
            </a:p>
          </p:txBody>
        </p:sp>
      </p:grpSp>
      <p:sp>
        <p:nvSpPr>
          <p:cNvPr id="684" name="タイトル 2"/>
          <p:cNvSpPr txBox="1">
            <a:spLocks noGrp="1"/>
          </p:cNvSpPr>
          <p:nvPr>
            <p:ph type="title"/>
          </p:nvPr>
        </p:nvSpPr>
        <p:spPr>
          <a:xfrm>
            <a:off x="200999" y="259199"/>
            <a:ext cx="9504002" cy="380481"/>
          </a:xfrm>
          <a:prstGeom prst="rect">
            <a:avLst/>
          </a:prstGeom>
        </p:spPr>
        <p:txBody>
          <a:bodyPr/>
          <a:lstStyle/>
          <a:p>
            <a:r>
              <a:t>【Snowflake】各種KPI・施策</a:t>
            </a:r>
          </a:p>
        </p:txBody>
      </p:sp>
      <p:sp>
        <p:nvSpPr>
          <p:cNvPr id="685" name="正方形/長方形 11"/>
          <p:cNvSpPr/>
          <p:nvPr/>
        </p:nvSpPr>
        <p:spPr>
          <a:xfrm>
            <a:off x="1106488" y="3140011"/>
            <a:ext cx="8531226" cy="823914"/>
          </a:xfrm>
          <a:prstGeom prst="rect">
            <a:avLst/>
          </a:prstGeom>
          <a:solidFill>
            <a:srgbClr val="FFFFFF"/>
          </a:solidFill>
          <a:ln w="12700">
            <a:solidFill>
              <a:srgbClr val="000000"/>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lstStyle/>
          <a:p>
            <a:pPr>
              <a:defRPr sz="1100"/>
            </a:pPr>
            <a:r>
              <a:rPr dirty="0" err="1"/>
              <a:t>社内、WP案件における技術検証結果を将来の営業活動に活かせるように働きかける</a:t>
            </a:r>
            <a:r>
              <a:rPr lang="ja-JP" altLang="en-US" dirty="0"/>
              <a:t>（セキュリティ周辺技術、</a:t>
            </a:r>
            <a:r>
              <a:rPr lang="en-US" altLang="ja-JP" dirty="0" err="1"/>
              <a:t>Stremlit</a:t>
            </a:r>
            <a:r>
              <a:rPr lang="ja-JP" altLang="en-US" dirty="0"/>
              <a:t>活用、</a:t>
            </a:r>
            <a:r>
              <a:rPr lang="en-US" altLang="ja-JP" dirty="0" err="1"/>
              <a:t>dbt</a:t>
            </a:r>
            <a:r>
              <a:rPr lang="ja-JP" altLang="en-US" dirty="0"/>
              <a:t>との連携）</a:t>
            </a:r>
            <a:endParaRPr lang="en-US" altLang="ja-JP" dirty="0"/>
          </a:p>
          <a:p>
            <a:pPr>
              <a:defRPr sz="1100"/>
            </a:pPr>
            <a:r>
              <a:rPr lang="ja-JP" altLang="en-US" dirty="0"/>
              <a:t>社内で活用可能なデータを発掘し販売可能な状態にする</a:t>
            </a:r>
            <a:endParaRPr dirty="0"/>
          </a:p>
          <a:p>
            <a:pPr>
              <a:defRPr sz="1100"/>
            </a:pPr>
            <a:r>
              <a:rPr lang="en-US" altLang="ja-JP" dirty="0"/>
              <a:t>Snowflake</a:t>
            </a:r>
            <a:r>
              <a:rPr lang="ja-JP" altLang="en-US" dirty="0"/>
              <a:t>利活用推進</a:t>
            </a:r>
            <a:r>
              <a:rPr dirty="0" err="1"/>
              <a:t>の為の新規プロダクト開発への注力</a:t>
            </a:r>
            <a:endParaRPr dirty="0"/>
          </a:p>
        </p:txBody>
      </p:sp>
      <p:grpSp>
        <p:nvGrpSpPr>
          <p:cNvPr id="688" name="正方形/長方形 13"/>
          <p:cNvGrpSpPr/>
          <p:nvPr/>
        </p:nvGrpSpPr>
        <p:grpSpPr>
          <a:xfrm>
            <a:off x="261938" y="3144539"/>
            <a:ext cx="844551" cy="823915"/>
            <a:chOff x="0" y="7883"/>
            <a:chExt cx="844550" cy="823913"/>
          </a:xfrm>
        </p:grpSpPr>
        <p:sp>
          <p:nvSpPr>
            <p:cNvPr id="686" name="四角形"/>
            <p:cNvSpPr/>
            <p:nvPr/>
          </p:nvSpPr>
          <p:spPr>
            <a:xfrm>
              <a:off x="0" y="7883"/>
              <a:ext cx="844550" cy="823913"/>
            </a:xfrm>
            <a:prstGeom prst="rect">
              <a:avLst/>
            </a:prstGeom>
            <a:solidFill>
              <a:srgbClr val="FFFFFF"/>
            </a:solidFill>
            <a:ln w="12700" cap="flat">
              <a:solidFill>
                <a:srgbClr val="000000"/>
              </a:solidFill>
              <a:prstDash val="solid"/>
              <a:miter lim="800000"/>
            </a:ln>
            <a:effectLst/>
          </p:spPr>
          <p:txBody>
            <a:bodyPr wrap="square" lIns="45719" tIns="45719" rIns="45719" bIns="45719" numCol="1" anchor="ctr">
              <a:noAutofit/>
            </a:bodyPr>
            <a:lstStyle/>
            <a:p>
              <a:pPr algn="ctr">
                <a:defRPr b="1"/>
              </a:pPr>
              <a:endParaRPr/>
            </a:p>
          </p:txBody>
        </p:sp>
        <p:sp>
          <p:nvSpPr>
            <p:cNvPr id="687" name="製品…"/>
            <p:cNvSpPr txBox="1"/>
            <p:nvPr/>
          </p:nvSpPr>
          <p:spPr>
            <a:xfrm>
              <a:off x="52069" y="77311"/>
              <a:ext cx="740411" cy="6692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p>
              <a:pPr algn="ctr">
                <a:defRPr sz="1100" b="1"/>
              </a:pPr>
              <a:r>
                <a:rPr dirty="0" err="1"/>
                <a:t>製品</a:t>
              </a:r>
              <a:endParaRPr dirty="0"/>
            </a:p>
            <a:p>
              <a:pPr algn="ctr">
                <a:defRPr sz="1100" b="1"/>
              </a:pPr>
              <a:r>
                <a:rPr dirty="0" err="1"/>
                <a:t>サービス</a:t>
              </a:r>
              <a:endParaRPr dirty="0"/>
            </a:p>
            <a:p>
              <a:pPr algn="ctr">
                <a:defRPr sz="1100" b="1"/>
              </a:pPr>
              <a:r>
                <a:rPr dirty="0" err="1"/>
                <a:t>方針</a:t>
              </a:r>
              <a:endParaRPr dirty="0"/>
            </a:p>
          </p:txBody>
        </p:sp>
      </p:grpSp>
      <p:grpSp>
        <p:nvGrpSpPr>
          <p:cNvPr id="691" name="正方形/長方形 1"/>
          <p:cNvGrpSpPr/>
          <p:nvPr/>
        </p:nvGrpSpPr>
        <p:grpSpPr>
          <a:xfrm>
            <a:off x="261935" y="1079234"/>
            <a:ext cx="2978568" cy="294641"/>
            <a:chOff x="0" y="0"/>
            <a:chExt cx="2978566" cy="294640"/>
          </a:xfrm>
        </p:grpSpPr>
        <p:sp>
          <p:nvSpPr>
            <p:cNvPr id="689" name="四角形"/>
            <p:cNvSpPr/>
            <p:nvPr/>
          </p:nvSpPr>
          <p:spPr>
            <a:xfrm>
              <a:off x="0" y="1356"/>
              <a:ext cx="2978567" cy="291928"/>
            </a:xfrm>
            <a:prstGeom prst="rect">
              <a:avLst/>
            </a:prstGeom>
            <a:solidFill>
              <a:srgbClr val="5894F2"/>
            </a:solidFill>
            <a:ln w="12700" cap="flat">
              <a:solidFill>
                <a:srgbClr val="000000"/>
              </a:solidFill>
              <a:prstDash val="solid"/>
              <a:miter lim="800000"/>
            </a:ln>
            <a:effectLst/>
          </p:spPr>
          <p:txBody>
            <a:bodyPr wrap="square" lIns="45719" tIns="45719" rIns="45719" bIns="45719" numCol="1" anchor="ctr">
              <a:noAutofit/>
            </a:bodyPr>
            <a:lstStyle/>
            <a:p>
              <a:pPr algn="ctr">
                <a:defRPr sz="1300"/>
              </a:pPr>
              <a:endParaRPr/>
            </a:p>
          </p:txBody>
        </p:sp>
        <p:sp>
          <p:nvSpPr>
            <p:cNvPr id="690" name="2025年度 KGI"/>
            <p:cNvSpPr txBox="1"/>
            <p:nvPr/>
          </p:nvSpPr>
          <p:spPr>
            <a:xfrm>
              <a:off x="52069" y="-1"/>
              <a:ext cx="2874428" cy="2946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p>
              <a:pPr algn="ctr">
                <a:defRPr sz="1300"/>
              </a:pPr>
              <a:r>
                <a:t>2025年度 KGI</a:t>
              </a:r>
            </a:p>
          </p:txBody>
        </p:sp>
      </p:gr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 name="正方形/長方形 9"/>
          <p:cNvSpPr txBox="1">
            <a:spLocks noGrp="1"/>
          </p:cNvSpPr>
          <p:nvPr>
            <p:ph type="sldNum" sz="quarter" idx="2"/>
          </p:nvPr>
        </p:nvSpPr>
        <p:spPr>
          <a:xfrm>
            <a:off x="9779000" y="6620921"/>
            <a:ext cx="127001" cy="17780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a:t>
            </a:fld>
            <a:endParaRPr/>
          </a:p>
        </p:txBody>
      </p:sp>
      <p:sp>
        <p:nvSpPr>
          <p:cNvPr id="694" name="タイトル 2"/>
          <p:cNvSpPr txBox="1">
            <a:spLocks noGrp="1"/>
          </p:cNvSpPr>
          <p:nvPr>
            <p:ph type="title"/>
          </p:nvPr>
        </p:nvSpPr>
        <p:spPr>
          <a:xfrm>
            <a:off x="196053" y="202420"/>
            <a:ext cx="9504002" cy="380481"/>
          </a:xfrm>
          <a:prstGeom prst="rect">
            <a:avLst/>
          </a:prstGeom>
        </p:spPr>
        <p:txBody>
          <a:bodyPr/>
          <a:lstStyle/>
          <a:p>
            <a:r>
              <a:rPr lang="ja-JP" altLang="en-US" dirty="0"/>
              <a:t>　</a:t>
            </a:r>
            <a:r>
              <a:rPr dirty="0" err="1"/>
              <a:t>Snowflakeの役割分担と体制</a:t>
            </a:r>
            <a:r>
              <a:rPr dirty="0"/>
              <a:t>　</a:t>
            </a:r>
            <a:r>
              <a:rPr dirty="0" err="1"/>
              <a:t>体制図</a:t>
            </a:r>
            <a:endParaRPr dirty="0"/>
          </a:p>
        </p:txBody>
      </p:sp>
      <p:grpSp>
        <p:nvGrpSpPr>
          <p:cNvPr id="701" name="グループ化 9"/>
          <p:cNvGrpSpPr/>
          <p:nvPr/>
        </p:nvGrpSpPr>
        <p:grpSpPr>
          <a:xfrm>
            <a:off x="4112985" y="1800749"/>
            <a:ext cx="1548003" cy="713851"/>
            <a:chOff x="0" y="0"/>
            <a:chExt cx="1548001" cy="713850"/>
          </a:xfrm>
        </p:grpSpPr>
        <p:grpSp>
          <p:nvGrpSpPr>
            <p:cNvPr id="697" name="正方形/長方形 41"/>
            <p:cNvGrpSpPr/>
            <p:nvPr/>
          </p:nvGrpSpPr>
          <p:grpSpPr>
            <a:xfrm>
              <a:off x="0" y="0"/>
              <a:ext cx="1548001" cy="291324"/>
              <a:chOff x="0" y="0"/>
              <a:chExt cx="1548000" cy="291322"/>
            </a:xfrm>
          </p:grpSpPr>
          <p:sp>
            <p:nvSpPr>
              <p:cNvPr id="695" name="四角形"/>
              <p:cNvSpPr/>
              <p:nvPr/>
            </p:nvSpPr>
            <p:spPr>
              <a:xfrm>
                <a:off x="0" y="0"/>
                <a:ext cx="1548000" cy="291322"/>
              </a:xfrm>
              <a:prstGeom prst="rect">
                <a:avLst/>
              </a:prstGeom>
              <a:solidFill>
                <a:schemeClr val="accent2"/>
              </a:solidFill>
              <a:ln w="6350" cap="flat">
                <a:solidFill>
                  <a:srgbClr val="000000"/>
                </a:solidFill>
                <a:prstDash val="solid"/>
                <a:miter lim="800000"/>
              </a:ln>
              <a:effectLst/>
            </p:spPr>
            <p:txBody>
              <a:bodyPr wrap="square" lIns="45719" tIns="45719" rIns="45719" bIns="45719" numCol="1" anchor="ctr">
                <a:noAutofit/>
              </a:bodyPr>
              <a:lstStyle/>
              <a:p>
                <a:pPr algn="ctr">
                  <a:defRPr sz="1200">
                    <a:solidFill>
                      <a:srgbClr val="FFFFFF"/>
                    </a:solidFill>
                  </a:defRPr>
                </a:pPr>
                <a:endParaRPr/>
              </a:p>
            </p:txBody>
          </p:sp>
          <p:sp>
            <p:nvSpPr>
              <p:cNvPr id="696" name="aslead部"/>
              <p:cNvSpPr txBox="1"/>
              <p:nvPr/>
            </p:nvSpPr>
            <p:spPr>
              <a:xfrm>
                <a:off x="48895" y="7163"/>
                <a:ext cx="1450211" cy="27699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p>
                <a:pPr algn="ctr">
                  <a:defRPr sz="1200">
                    <a:solidFill>
                      <a:srgbClr val="FFFFFF"/>
                    </a:solidFill>
                  </a:defRPr>
                </a:pPr>
                <a:r>
                  <a:rPr lang="ja-JP" altLang="en-US" dirty="0"/>
                  <a:t>統括責任者</a:t>
                </a:r>
                <a:endParaRPr dirty="0"/>
              </a:p>
            </p:txBody>
          </p:sp>
        </p:grpSp>
        <p:grpSp>
          <p:nvGrpSpPr>
            <p:cNvPr id="700" name="正方形/長方形 42"/>
            <p:cNvGrpSpPr/>
            <p:nvPr/>
          </p:nvGrpSpPr>
          <p:grpSpPr>
            <a:xfrm>
              <a:off x="0" y="295017"/>
              <a:ext cx="1548000" cy="418833"/>
              <a:chOff x="0" y="0"/>
              <a:chExt cx="1547999" cy="418831"/>
            </a:xfrm>
          </p:grpSpPr>
          <p:sp>
            <p:nvSpPr>
              <p:cNvPr id="698" name="四角形"/>
              <p:cNvSpPr/>
              <p:nvPr/>
            </p:nvSpPr>
            <p:spPr>
              <a:xfrm>
                <a:off x="0" y="0"/>
                <a:ext cx="1548000" cy="418832"/>
              </a:xfrm>
              <a:prstGeom prst="rect">
                <a:avLst/>
              </a:prstGeom>
              <a:noFill/>
              <a:ln w="6350" cap="flat">
                <a:solidFill>
                  <a:srgbClr val="000000"/>
                </a:solidFill>
                <a:prstDash val="solid"/>
                <a:miter lim="800000"/>
              </a:ln>
              <a:effectLst/>
            </p:spPr>
            <p:txBody>
              <a:bodyPr wrap="square" lIns="45719" tIns="45719" rIns="45719" bIns="45719" numCol="1" anchor="ctr">
                <a:noAutofit/>
              </a:bodyPr>
              <a:lstStyle/>
              <a:p>
                <a:pPr algn="ctr">
                  <a:defRPr sz="1200"/>
                </a:pPr>
                <a:endParaRPr/>
              </a:p>
            </p:txBody>
          </p:sp>
          <p:sp>
            <p:nvSpPr>
              <p:cNvPr id="699" name="坂田部長"/>
              <p:cNvSpPr txBox="1"/>
              <p:nvPr/>
            </p:nvSpPr>
            <p:spPr>
              <a:xfrm>
                <a:off x="48895" y="87495"/>
                <a:ext cx="1450211" cy="2438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lgn="ctr">
                  <a:defRPr sz="1200"/>
                </a:lvl1pPr>
              </a:lstStyle>
              <a:p>
                <a:r>
                  <a:t>坂田部長</a:t>
                </a:r>
              </a:p>
            </p:txBody>
          </p:sp>
        </p:grpSp>
      </p:grpSp>
      <p:sp>
        <p:nvSpPr>
          <p:cNvPr id="706" name="直線コネクタ 70"/>
          <p:cNvSpPr/>
          <p:nvPr/>
        </p:nvSpPr>
        <p:spPr>
          <a:xfrm flipV="1">
            <a:off x="4890314" y="2514599"/>
            <a:ext cx="0" cy="478122"/>
          </a:xfrm>
          <a:prstGeom prst="line">
            <a:avLst/>
          </a:prstGeom>
          <a:ln w="19050"/>
        </p:spPr>
        <p:style>
          <a:lnRef idx="1">
            <a:schemeClr val="accent1"/>
          </a:lnRef>
          <a:fillRef idx="0">
            <a:schemeClr val="accent1"/>
          </a:fillRef>
          <a:effectRef idx="0">
            <a:schemeClr val="accent1"/>
          </a:effectRef>
          <a:fontRef idx="minor">
            <a:schemeClr val="tx1"/>
          </a:fontRef>
        </p:style>
        <p:txBody>
          <a:bodyPr lIns="45719" rIns="45719"/>
          <a:lstStyle/>
          <a:p>
            <a:endParaRPr/>
          </a:p>
        </p:txBody>
      </p:sp>
      <p:grpSp>
        <p:nvGrpSpPr>
          <p:cNvPr id="734" name="正方形/長方形 4"/>
          <p:cNvGrpSpPr/>
          <p:nvPr/>
        </p:nvGrpSpPr>
        <p:grpSpPr>
          <a:xfrm>
            <a:off x="4095602" y="2985557"/>
            <a:ext cx="1548002" cy="291325"/>
            <a:chOff x="0" y="0"/>
            <a:chExt cx="1548000" cy="291323"/>
          </a:xfrm>
        </p:grpSpPr>
        <p:sp>
          <p:nvSpPr>
            <p:cNvPr id="732" name="四角形"/>
            <p:cNvSpPr/>
            <p:nvPr/>
          </p:nvSpPr>
          <p:spPr>
            <a:xfrm>
              <a:off x="0" y="0"/>
              <a:ext cx="1548000" cy="291323"/>
            </a:xfrm>
            <a:prstGeom prst="rect">
              <a:avLst/>
            </a:prstGeom>
            <a:solidFill>
              <a:schemeClr val="accent2"/>
            </a:solidFill>
            <a:ln w="6350" cap="flat">
              <a:solidFill>
                <a:srgbClr val="000000"/>
              </a:solidFill>
              <a:prstDash val="solid"/>
              <a:miter lim="800000"/>
            </a:ln>
            <a:effectLst/>
          </p:spPr>
          <p:txBody>
            <a:bodyPr wrap="square" lIns="45719" tIns="45719" rIns="45719" bIns="45719" numCol="1" anchor="ctr">
              <a:noAutofit/>
            </a:bodyPr>
            <a:lstStyle/>
            <a:p>
              <a:pPr algn="ctr">
                <a:defRPr sz="1200">
                  <a:solidFill>
                    <a:srgbClr val="FFFFFF"/>
                  </a:solidFill>
                </a:defRPr>
              </a:pPr>
              <a:endParaRPr/>
            </a:p>
          </p:txBody>
        </p:sp>
        <p:sp>
          <p:nvSpPr>
            <p:cNvPr id="733" name="aslead部"/>
            <p:cNvSpPr txBox="1"/>
            <p:nvPr/>
          </p:nvSpPr>
          <p:spPr>
            <a:xfrm>
              <a:off x="48895" y="7164"/>
              <a:ext cx="1450211" cy="27699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p>
              <a:pPr algn="ctr">
                <a:defRPr sz="1200">
                  <a:solidFill>
                    <a:srgbClr val="FFFFFF"/>
                  </a:solidFill>
                </a:defRPr>
              </a:pPr>
              <a:r>
                <a:rPr lang="ja-JP" altLang="en-US" dirty="0"/>
                <a:t>プロダクトオーナー</a:t>
              </a:r>
              <a:endParaRPr dirty="0"/>
            </a:p>
          </p:txBody>
        </p:sp>
      </p:grpSp>
      <p:grpSp>
        <p:nvGrpSpPr>
          <p:cNvPr id="737" name="正方形/長方形 7"/>
          <p:cNvGrpSpPr/>
          <p:nvPr/>
        </p:nvGrpSpPr>
        <p:grpSpPr>
          <a:xfrm>
            <a:off x="4095602" y="3280573"/>
            <a:ext cx="1548002" cy="599785"/>
            <a:chOff x="0" y="88728"/>
            <a:chExt cx="1548000" cy="599784"/>
          </a:xfrm>
        </p:grpSpPr>
        <p:sp>
          <p:nvSpPr>
            <p:cNvPr id="735" name="四角形"/>
            <p:cNvSpPr/>
            <p:nvPr/>
          </p:nvSpPr>
          <p:spPr>
            <a:xfrm>
              <a:off x="0" y="88728"/>
              <a:ext cx="1548000" cy="599784"/>
            </a:xfrm>
            <a:prstGeom prst="rect">
              <a:avLst/>
            </a:prstGeom>
            <a:noFill/>
            <a:ln w="6350" cap="flat">
              <a:solidFill>
                <a:srgbClr val="000000"/>
              </a:solidFill>
              <a:prstDash val="solid"/>
              <a:miter lim="800000"/>
            </a:ln>
            <a:effectLst/>
          </p:spPr>
          <p:txBody>
            <a:bodyPr wrap="square" lIns="45719" tIns="45719" rIns="45719" bIns="45719" numCol="1" anchor="ctr">
              <a:noAutofit/>
            </a:bodyPr>
            <a:lstStyle/>
            <a:p>
              <a:pPr algn="ctr"/>
              <a:endParaRPr/>
            </a:p>
          </p:txBody>
        </p:sp>
        <p:sp>
          <p:nvSpPr>
            <p:cNvPr id="736" name="近藤GM…"/>
            <p:cNvSpPr txBox="1"/>
            <p:nvPr/>
          </p:nvSpPr>
          <p:spPr>
            <a:xfrm>
              <a:off x="48894" y="250121"/>
              <a:ext cx="1450212" cy="27699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p>
              <a:pPr algn="ctr">
                <a:defRPr sz="1200"/>
              </a:pPr>
              <a:r>
                <a:rPr dirty="0" err="1"/>
                <a:t>松浦A</a:t>
              </a:r>
              <a:endParaRPr dirty="0"/>
            </a:p>
          </p:txBody>
        </p:sp>
      </p:grpSp>
      <p:grpSp>
        <p:nvGrpSpPr>
          <p:cNvPr id="5" name="正方形/長方形 4">
            <a:extLst>
              <a:ext uri="{FF2B5EF4-FFF2-40B4-BE49-F238E27FC236}">
                <a16:creationId xmlns:a16="http://schemas.microsoft.com/office/drawing/2014/main" id="{CAE4AEE5-FE9E-271F-1CCA-6A1F1E4B3B87}"/>
              </a:ext>
            </a:extLst>
          </p:cNvPr>
          <p:cNvGrpSpPr/>
          <p:nvPr/>
        </p:nvGrpSpPr>
        <p:grpSpPr>
          <a:xfrm>
            <a:off x="3291665" y="4656138"/>
            <a:ext cx="1548002" cy="291325"/>
            <a:chOff x="0" y="0"/>
            <a:chExt cx="1548000" cy="291323"/>
          </a:xfrm>
        </p:grpSpPr>
        <p:sp>
          <p:nvSpPr>
            <p:cNvPr id="6" name="四角形">
              <a:extLst>
                <a:ext uri="{FF2B5EF4-FFF2-40B4-BE49-F238E27FC236}">
                  <a16:creationId xmlns:a16="http://schemas.microsoft.com/office/drawing/2014/main" id="{92A8AE3A-9626-B842-093C-1A3CBEB42032}"/>
                </a:ext>
              </a:extLst>
            </p:cNvPr>
            <p:cNvSpPr/>
            <p:nvPr/>
          </p:nvSpPr>
          <p:spPr>
            <a:xfrm>
              <a:off x="0" y="0"/>
              <a:ext cx="1548000" cy="291323"/>
            </a:xfrm>
            <a:prstGeom prst="rect">
              <a:avLst/>
            </a:prstGeom>
            <a:solidFill>
              <a:schemeClr val="accent2"/>
            </a:solidFill>
            <a:ln w="6350" cap="flat">
              <a:solidFill>
                <a:srgbClr val="000000"/>
              </a:solidFill>
              <a:prstDash val="solid"/>
              <a:miter lim="800000"/>
            </a:ln>
            <a:effectLst/>
          </p:spPr>
          <p:txBody>
            <a:bodyPr wrap="square" lIns="45719" tIns="45719" rIns="45719" bIns="45719" numCol="1" anchor="ctr">
              <a:noAutofit/>
            </a:bodyPr>
            <a:lstStyle/>
            <a:p>
              <a:pPr algn="ctr">
                <a:defRPr sz="1200">
                  <a:solidFill>
                    <a:srgbClr val="FFFFFF"/>
                  </a:solidFill>
                </a:defRPr>
              </a:pPr>
              <a:endParaRPr/>
            </a:p>
          </p:txBody>
        </p:sp>
        <p:sp>
          <p:nvSpPr>
            <p:cNvPr id="7" name="aslead部">
              <a:extLst>
                <a:ext uri="{FF2B5EF4-FFF2-40B4-BE49-F238E27FC236}">
                  <a16:creationId xmlns:a16="http://schemas.microsoft.com/office/drawing/2014/main" id="{07E94C9B-3C0D-EA52-CA93-104D97026EF0}"/>
                </a:ext>
              </a:extLst>
            </p:cNvPr>
            <p:cNvSpPr txBox="1"/>
            <p:nvPr/>
          </p:nvSpPr>
          <p:spPr>
            <a:xfrm>
              <a:off x="48895" y="7164"/>
              <a:ext cx="1450211" cy="27699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p>
              <a:pPr algn="ctr">
                <a:defRPr sz="1200">
                  <a:solidFill>
                    <a:srgbClr val="FFFFFF"/>
                  </a:solidFill>
                </a:defRPr>
              </a:pPr>
              <a:r>
                <a:rPr lang="ja-JP" altLang="en-US" dirty="0"/>
                <a:t>プロダクトチーム</a:t>
              </a:r>
              <a:endParaRPr dirty="0"/>
            </a:p>
          </p:txBody>
        </p:sp>
      </p:grpSp>
      <p:grpSp>
        <p:nvGrpSpPr>
          <p:cNvPr id="8" name="正方形/長方形 7">
            <a:extLst>
              <a:ext uri="{FF2B5EF4-FFF2-40B4-BE49-F238E27FC236}">
                <a16:creationId xmlns:a16="http://schemas.microsoft.com/office/drawing/2014/main" id="{9BD1CC92-9F59-7387-45F0-43EB1317D6A4}"/>
              </a:ext>
            </a:extLst>
          </p:cNvPr>
          <p:cNvGrpSpPr/>
          <p:nvPr/>
        </p:nvGrpSpPr>
        <p:grpSpPr>
          <a:xfrm>
            <a:off x="3291665" y="4951154"/>
            <a:ext cx="1548002" cy="599785"/>
            <a:chOff x="0" y="88728"/>
            <a:chExt cx="1548000" cy="599784"/>
          </a:xfrm>
        </p:grpSpPr>
        <p:sp>
          <p:nvSpPr>
            <p:cNvPr id="9" name="四角形">
              <a:extLst>
                <a:ext uri="{FF2B5EF4-FFF2-40B4-BE49-F238E27FC236}">
                  <a16:creationId xmlns:a16="http://schemas.microsoft.com/office/drawing/2014/main" id="{4A24F6BC-EC7C-2A56-9C01-B3DE376677B0}"/>
                </a:ext>
              </a:extLst>
            </p:cNvPr>
            <p:cNvSpPr/>
            <p:nvPr/>
          </p:nvSpPr>
          <p:spPr>
            <a:xfrm>
              <a:off x="0" y="88728"/>
              <a:ext cx="1548000" cy="599784"/>
            </a:xfrm>
            <a:prstGeom prst="rect">
              <a:avLst/>
            </a:prstGeom>
            <a:noFill/>
            <a:ln w="6350" cap="flat">
              <a:solidFill>
                <a:srgbClr val="000000"/>
              </a:solidFill>
              <a:prstDash val="solid"/>
              <a:miter lim="800000"/>
            </a:ln>
            <a:effectLst/>
          </p:spPr>
          <p:txBody>
            <a:bodyPr wrap="square" lIns="45719" tIns="45719" rIns="45719" bIns="45719" numCol="1" anchor="ctr">
              <a:noAutofit/>
            </a:bodyPr>
            <a:lstStyle/>
            <a:p>
              <a:pPr algn="ctr"/>
              <a:endParaRPr/>
            </a:p>
          </p:txBody>
        </p:sp>
        <p:sp>
          <p:nvSpPr>
            <p:cNvPr id="10" name="近藤GM…">
              <a:extLst>
                <a:ext uri="{FF2B5EF4-FFF2-40B4-BE49-F238E27FC236}">
                  <a16:creationId xmlns:a16="http://schemas.microsoft.com/office/drawing/2014/main" id="{7BC12F4A-765C-B5E6-81B9-5AA954E3516C}"/>
                </a:ext>
              </a:extLst>
            </p:cNvPr>
            <p:cNvSpPr txBox="1"/>
            <p:nvPr/>
          </p:nvSpPr>
          <p:spPr>
            <a:xfrm>
              <a:off x="48894" y="250121"/>
              <a:ext cx="1450212" cy="27699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p>
              <a:pPr algn="ctr">
                <a:defRPr sz="1200"/>
              </a:pPr>
              <a:r>
                <a:rPr lang="ja-JP" altLang="en-US" dirty="0"/>
                <a:t>雫</a:t>
              </a:r>
              <a:endParaRPr dirty="0"/>
            </a:p>
          </p:txBody>
        </p:sp>
      </p:grpSp>
      <p:grpSp>
        <p:nvGrpSpPr>
          <p:cNvPr id="12" name="正方形/長方形 4">
            <a:extLst>
              <a:ext uri="{FF2B5EF4-FFF2-40B4-BE49-F238E27FC236}">
                <a16:creationId xmlns:a16="http://schemas.microsoft.com/office/drawing/2014/main" id="{2EFC052D-BBDB-4894-DD32-1BF26BE6CD3A}"/>
              </a:ext>
            </a:extLst>
          </p:cNvPr>
          <p:cNvGrpSpPr/>
          <p:nvPr/>
        </p:nvGrpSpPr>
        <p:grpSpPr>
          <a:xfrm>
            <a:off x="4948054" y="4656138"/>
            <a:ext cx="1548002" cy="291325"/>
            <a:chOff x="0" y="0"/>
            <a:chExt cx="1548000" cy="291323"/>
          </a:xfrm>
        </p:grpSpPr>
        <p:sp>
          <p:nvSpPr>
            <p:cNvPr id="13" name="四角形">
              <a:extLst>
                <a:ext uri="{FF2B5EF4-FFF2-40B4-BE49-F238E27FC236}">
                  <a16:creationId xmlns:a16="http://schemas.microsoft.com/office/drawing/2014/main" id="{DFA2168C-FD7D-7489-6B18-09F4DF4A1E80}"/>
                </a:ext>
              </a:extLst>
            </p:cNvPr>
            <p:cNvSpPr/>
            <p:nvPr/>
          </p:nvSpPr>
          <p:spPr>
            <a:xfrm>
              <a:off x="0" y="0"/>
              <a:ext cx="1548000" cy="291323"/>
            </a:xfrm>
            <a:prstGeom prst="rect">
              <a:avLst/>
            </a:prstGeom>
            <a:solidFill>
              <a:schemeClr val="accent2"/>
            </a:solidFill>
            <a:ln w="6350" cap="flat">
              <a:solidFill>
                <a:srgbClr val="000000"/>
              </a:solidFill>
              <a:prstDash val="solid"/>
              <a:miter lim="800000"/>
            </a:ln>
            <a:effectLst/>
          </p:spPr>
          <p:txBody>
            <a:bodyPr wrap="square" lIns="45719" tIns="45719" rIns="45719" bIns="45719" numCol="1" anchor="ctr">
              <a:noAutofit/>
            </a:bodyPr>
            <a:lstStyle/>
            <a:p>
              <a:pPr algn="ctr">
                <a:defRPr sz="1200">
                  <a:solidFill>
                    <a:srgbClr val="FFFFFF"/>
                  </a:solidFill>
                </a:defRPr>
              </a:pPr>
              <a:endParaRPr/>
            </a:p>
          </p:txBody>
        </p:sp>
        <p:sp>
          <p:nvSpPr>
            <p:cNvPr id="14" name="aslead部">
              <a:extLst>
                <a:ext uri="{FF2B5EF4-FFF2-40B4-BE49-F238E27FC236}">
                  <a16:creationId xmlns:a16="http://schemas.microsoft.com/office/drawing/2014/main" id="{0BFCCEB0-D99B-7305-2709-42AB81B17103}"/>
                </a:ext>
              </a:extLst>
            </p:cNvPr>
            <p:cNvSpPr txBox="1"/>
            <p:nvPr/>
          </p:nvSpPr>
          <p:spPr>
            <a:xfrm>
              <a:off x="48895" y="7164"/>
              <a:ext cx="1450211" cy="27699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p>
              <a:pPr algn="ctr">
                <a:defRPr sz="1200">
                  <a:solidFill>
                    <a:srgbClr val="FFFFFF"/>
                  </a:solidFill>
                </a:defRPr>
              </a:pPr>
              <a:r>
                <a:rPr lang="ja-JP" altLang="en-US" dirty="0"/>
                <a:t>営業</a:t>
              </a:r>
              <a:endParaRPr dirty="0"/>
            </a:p>
          </p:txBody>
        </p:sp>
      </p:grpSp>
      <p:grpSp>
        <p:nvGrpSpPr>
          <p:cNvPr id="15" name="正方形/長方形 7">
            <a:extLst>
              <a:ext uri="{FF2B5EF4-FFF2-40B4-BE49-F238E27FC236}">
                <a16:creationId xmlns:a16="http://schemas.microsoft.com/office/drawing/2014/main" id="{A8D790A4-B33C-F47F-AE05-708F9918111B}"/>
              </a:ext>
            </a:extLst>
          </p:cNvPr>
          <p:cNvGrpSpPr/>
          <p:nvPr/>
        </p:nvGrpSpPr>
        <p:grpSpPr>
          <a:xfrm>
            <a:off x="4948054" y="4951154"/>
            <a:ext cx="1548002" cy="599785"/>
            <a:chOff x="0" y="88728"/>
            <a:chExt cx="1548000" cy="599784"/>
          </a:xfrm>
        </p:grpSpPr>
        <p:sp>
          <p:nvSpPr>
            <p:cNvPr id="16" name="四角形">
              <a:extLst>
                <a:ext uri="{FF2B5EF4-FFF2-40B4-BE49-F238E27FC236}">
                  <a16:creationId xmlns:a16="http://schemas.microsoft.com/office/drawing/2014/main" id="{EB212911-4E3B-7DE9-D9C0-9F7FBC1385F3}"/>
                </a:ext>
              </a:extLst>
            </p:cNvPr>
            <p:cNvSpPr/>
            <p:nvPr/>
          </p:nvSpPr>
          <p:spPr>
            <a:xfrm>
              <a:off x="0" y="88728"/>
              <a:ext cx="1548000" cy="599784"/>
            </a:xfrm>
            <a:prstGeom prst="rect">
              <a:avLst/>
            </a:prstGeom>
            <a:noFill/>
            <a:ln w="6350" cap="flat">
              <a:solidFill>
                <a:srgbClr val="000000"/>
              </a:solidFill>
              <a:prstDash val="solid"/>
              <a:miter lim="800000"/>
            </a:ln>
            <a:effectLst/>
          </p:spPr>
          <p:txBody>
            <a:bodyPr wrap="square" lIns="45719" tIns="45719" rIns="45719" bIns="45719" numCol="1" anchor="ctr">
              <a:noAutofit/>
            </a:bodyPr>
            <a:lstStyle/>
            <a:p>
              <a:pPr algn="ctr"/>
              <a:endParaRPr/>
            </a:p>
          </p:txBody>
        </p:sp>
        <p:sp>
          <p:nvSpPr>
            <p:cNvPr id="17" name="近藤GM…">
              <a:extLst>
                <a:ext uri="{FF2B5EF4-FFF2-40B4-BE49-F238E27FC236}">
                  <a16:creationId xmlns:a16="http://schemas.microsoft.com/office/drawing/2014/main" id="{B1040AFD-C675-9E61-C285-4432CE7D4B3E}"/>
                </a:ext>
              </a:extLst>
            </p:cNvPr>
            <p:cNvSpPr txBox="1"/>
            <p:nvPr/>
          </p:nvSpPr>
          <p:spPr>
            <a:xfrm>
              <a:off x="48894" y="250121"/>
              <a:ext cx="1450212" cy="27699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p>
              <a:pPr algn="ctr">
                <a:defRPr sz="1200"/>
              </a:pPr>
              <a:r>
                <a:rPr lang="ja-JP" altLang="en-US" dirty="0"/>
                <a:t>江口</a:t>
              </a:r>
              <a:endParaRPr dirty="0"/>
            </a:p>
          </p:txBody>
        </p:sp>
      </p:grpSp>
      <p:grpSp>
        <p:nvGrpSpPr>
          <p:cNvPr id="20" name="正方形/長方形 4">
            <a:extLst>
              <a:ext uri="{FF2B5EF4-FFF2-40B4-BE49-F238E27FC236}">
                <a16:creationId xmlns:a16="http://schemas.microsoft.com/office/drawing/2014/main" id="{F1C6B6ED-512E-15DC-3D96-155F72BD0F1B}"/>
              </a:ext>
            </a:extLst>
          </p:cNvPr>
          <p:cNvGrpSpPr/>
          <p:nvPr/>
        </p:nvGrpSpPr>
        <p:grpSpPr>
          <a:xfrm>
            <a:off x="6762463" y="3885410"/>
            <a:ext cx="1548002" cy="291325"/>
            <a:chOff x="0" y="0"/>
            <a:chExt cx="1548000" cy="291323"/>
          </a:xfrm>
        </p:grpSpPr>
        <p:sp>
          <p:nvSpPr>
            <p:cNvPr id="21" name="四角形">
              <a:extLst>
                <a:ext uri="{FF2B5EF4-FFF2-40B4-BE49-F238E27FC236}">
                  <a16:creationId xmlns:a16="http://schemas.microsoft.com/office/drawing/2014/main" id="{19669014-0F94-3E1D-0338-DB4D191223B1}"/>
                </a:ext>
              </a:extLst>
            </p:cNvPr>
            <p:cNvSpPr/>
            <p:nvPr/>
          </p:nvSpPr>
          <p:spPr>
            <a:xfrm>
              <a:off x="0" y="0"/>
              <a:ext cx="1548000" cy="291323"/>
            </a:xfrm>
            <a:prstGeom prst="rect">
              <a:avLst/>
            </a:prstGeom>
            <a:solidFill>
              <a:schemeClr val="accent2"/>
            </a:solidFill>
            <a:ln w="6350" cap="flat">
              <a:solidFill>
                <a:srgbClr val="000000"/>
              </a:solidFill>
              <a:prstDash val="solid"/>
              <a:miter lim="800000"/>
            </a:ln>
            <a:effectLst/>
          </p:spPr>
          <p:txBody>
            <a:bodyPr wrap="square" lIns="45719" tIns="45719" rIns="45719" bIns="45719" numCol="1" anchor="ctr">
              <a:noAutofit/>
            </a:bodyPr>
            <a:lstStyle/>
            <a:p>
              <a:pPr algn="ctr">
                <a:defRPr sz="1200">
                  <a:solidFill>
                    <a:srgbClr val="FFFFFF"/>
                  </a:solidFill>
                </a:defRPr>
              </a:pPr>
              <a:endParaRPr/>
            </a:p>
          </p:txBody>
        </p:sp>
        <p:sp>
          <p:nvSpPr>
            <p:cNvPr id="22" name="aslead部">
              <a:extLst>
                <a:ext uri="{FF2B5EF4-FFF2-40B4-BE49-F238E27FC236}">
                  <a16:creationId xmlns:a16="http://schemas.microsoft.com/office/drawing/2014/main" id="{E8A68FC5-EA88-5501-A776-D6291F81849E}"/>
                </a:ext>
              </a:extLst>
            </p:cNvPr>
            <p:cNvSpPr txBox="1"/>
            <p:nvPr/>
          </p:nvSpPr>
          <p:spPr>
            <a:xfrm>
              <a:off x="48895" y="7164"/>
              <a:ext cx="1450211" cy="27699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p>
              <a:pPr algn="ctr">
                <a:defRPr sz="1200">
                  <a:solidFill>
                    <a:srgbClr val="FFFFFF"/>
                  </a:solidFill>
                </a:defRPr>
              </a:pPr>
              <a:r>
                <a:rPr lang="en-US" dirty="0"/>
                <a:t>PMO</a:t>
              </a:r>
            </a:p>
          </p:txBody>
        </p:sp>
      </p:grpSp>
      <p:grpSp>
        <p:nvGrpSpPr>
          <p:cNvPr id="23" name="正方形/長方形 7">
            <a:extLst>
              <a:ext uri="{FF2B5EF4-FFF2-40B4-BE49-F238E27FC236}">
                <a16:creationId xmlns:a16="http://schemas.microsoft.com/office/drawing/2014/main" id="{A6C92CB4-4B68-7291-B19E-A501EC7B78D7}"/>
              </a:ext>
            </a:extLst>
          </p:cNvPr>
          <p:cNvGrpSpPr/>
          <p:nvPr/>
        </p:nvGrpSpPr>
        <p:grpSpPr>
          <a:xfrm>
            <a:off x="6762463" y="4180426"/>
            <a:ext cx="1548002" cy="599785"/>
            <a:chOff x="0" y="88728"/>
            <a:chExt cx="1548000" cy="599784"/>
          </a:xfrm>
        </p:grpSpPr>
        <p:sp>
          <p:nvSpPr>
            <p:cNvPr id="24" name="四角形">
              <a:extLst>
                <a:ext uri="{FF2B5EF4-FFF2-40B4-BE49-F238E27FC236}">
                  <a16:creationId xmlns:a16="http://schemas.microsoft.com/office/drawing/2014/main" id="{D50FACF9-4870-2E65-F8E7-2B9679D7335B}"/>
                </a:ext>
              </a:extLst>
            </p:cNvPr>
            <p:cNvSpPr/>
            <p:nvPr/>
          </p:nvSpPr>
          <p:spPr>
            <a:xfrm>
              <a:off x="0" y="88728"/>
              <a:ext cx="1548000" cy="599784"/>
            </a:xfrm>
            <a:prstGeom prst="rect">
              <a:avLst/>
            </a:prstGeom>
            <a:noFill/>
            <a:ln w="6350" cap="flat">
              <a:solidFill>
                <a:srgbClr val="000000"/>
              </a:solidFill>
              <a:prstDash val="solid"/>
              <a:miter lim="800000"/>
            </a:ln>
            <a:effectLst/>
          </p:spPr>
          <p:txBody>
            <a:bodyPr wrap="square" lIns="45719" tIns="45719" rIns="45719" bIns="45719" numCol="1" anchor="ctr">
              <a:noAutofit/>
            </a:bodyPr>
            <a:lstStyle/>
            <a:p>
              <a:pPr algn="ctr"/>
              <a:endParaRPr/>
            </a:p>
          </p:txBody>
        </p:sp>
        <p:sp>
          <p:nvSpPr>
            <p:cNvPr id="25" name="近藤GM…">
              <a:extLst>
                <a:ext uri="{FF2B5EF4-FFF2-40B4-BE49-F238E27FC236}">
                  <a16:creationId xmlns:a16="http://schemas.microsoft.com/office/drawing/2014/main" id="{D2155026-A946-3FBD-8A8C-1E6A6FCD10D0}"/>
                </a:ext>
              </a:extLst>
            </p:cNvPr>
            <p:cNvSpPr txBox="1"/>
            <p:nvPr/>
          </p:nvSpPr>
          <p:spPr>
            <a:xfrm>
              <a:off x="48894" y="157788"/>
              <a:ext cx="1450212" cy="46166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p>
              <a:pPr algn="ctr">
                <a:defRPr sz="1200"/>
              </a:pPr>
              <a:r>
                <a:rPr lang="ja-JP" altLang="en-US" dirty="0"/>
                <a:t>大林</a:t>
              </a:r>
              <a:r>
                <a:rPr lang="en-US" altLang="ja-JP" dirty="0"/>
                <a:t>E</a:t>
              </a:r>
            </a:p>
            <a:p>
              <a:pPr algn="ctr">
                <a:defRPr sz="1200"/>
              </a:pPr>
              <a:r>
                <a:rPr lang="ja-JP" altLang="en-US" dirty="0"/>
                <a:t>前田</a:t>
              </a:r>
              <a:endParaRPr dirty="0"/>
            </a:p>
          </p:txBody>
        </p:sp>
      </p:grpSp>
      <p:grpSp>
        <p:nvGrpSpPr>
          <p:cNvPr id="26" name="グループ化 9">
            <a:extLst>
              <a:ext uri="{FF2B5EF4-FFF2-40B4-BE49-F238E27FC236}">
                <a16:creationId xmlns:a16="http://schemas.microsoft.com/office/drawing/2014/main" id="{39CCD77D-C0EE-36D0-B859-341EC0A00134}"/>
              </a:ext>
            </a:extLst>
          </p:cNvPr>
          <p:cNvGrpSpPr/>
          <p:nvPr/>
        </p:nvGrpSpPr>
        <p:grpSpPr>
          <a:xfrm>
            <a:off x="1479796" y="2563858"/>
            <a:ext cx="1548003" cy="713852"/>
            <a:chOff x="0" y="0"/>
            <a:chExt cx="1548001" cy="713851"/>
          </a:xfrm>
        </p:grpSpPr>
        <p:grpSp>
          <p:nvGrpSpPr>
            <p:cNvPr id="27" name="正方形/長方形 41">
              <a:extLst>
                <a:ext uri="{FF2B5EF4-FFF2-40B4-BE49-F238E27FC236}">
                  <a16:creationId xmlns:a16="http://schemas.microsoft.com/office/drawing/2014/main" id="{E7279BE3-FCCF-1E4C-D9C8-9458438CBB1C}"/>
                </a:ext>
              </a:extLst>
            </p:cNvPr>
            <p:cNvGrpSpPr/>
            <p:nvPr/>
          </p:nvGrpSpPr>
          <p:grpSpPr>
            <a:xfrm>
              <a:off x="0" y="0"/>
              <a:ext cx="1548001" cy="291324"/>
              <a:chOff x="0" y="0"/>
              <a:chExt cx="1548000" cy="291322"/>
            </a:xfrm>
          </p:grpSpPr>
          <p:sp>
            <p:nvSpPr>
              <p:cNvPr id="31" name="四角形">
                <a:extLst>
                  <a:ext uri="{FF2B5EF4-FFF2-40B4-BE49-F238E27FC236}">
                    <a16:creationId xmlns:a16="http://schemas.microsoft.com/office/drawing/2014/main" id="{E00D6165-EE56-71C9-289F-30DCFE66E786}"/>
                  </a:ext>
                </a:extLst>
              </p:cNvPr>
              <p:cNvSpPr/>
              <p:nvPr/>
            </p:nvSpPr>
            <p:spPr>
              <a:xfrm>
                <a:off x="0" y="0"/>
                <a:ext cx="1548000" cy="291322"/>
              </a:xfrm>
              <a:prstGeom prst="rect">
                <a:avLst/>
              </a:prstGeom>
              <a:solidFill>
                <a:schemeClr val="accent2"/>
              </a:solidFill>
              <a:ln w="6350" cap="flat">
                <a:solidFill>
                  <a:srgbClr val="000000"/>
                </a:solidFill>
                <a:prstDash val="solid"/>
                <a:miter lim="800000"/>
              </a:ln>
              <a:effectLst/>
            </p:spPr>
            <p:txBody>
              <a:bodyPr wrap="square" lIns="45719" tIns="45719" rIns="45719" bIns="45719" numCol="1" anchor="ctr">
                <a:noAutofit/>
              </a:bodyPr>
              <a:lstStyle/>
              <a:p>
                <a:pPr algn="ctr">
                  <a:defRPr sz="1200">
                    <a:solidFill>
                      <a:srgbClr val="FFFFFF"/>
                    </a:solidFill>
                  </a:defRPr>
                </a:pPr>
                <a:endParaRPr/>
              </a:p>
            </p:txBody>
          </p:sp>
          <p:sp>
            <p:nvSpPr>
              <p:cNvPr id="672" name="aslead部">
                <a:extLst>
                  <a:ext uri="{FF2B5EF4-FFF2-40B4-BE49-F238E27FC236}">
                    <a16:creationId xmlns:a16="http://schemas.microsoft.com/office/drawing/2014/main" id="{FB0ACBAD-2E55-DC94-6824-592BDC3A3070}"/>
                  </a:ext>
                </a:extLst>
              </p:cNvPr>
              <p:cNvSpPr txBox="1"/>
              <p:nvPr/>
            </p:nvSpPr>
            <p:spPr>
              <a:xfrm>
                <a:off x="48895" y="7163"/>
                <a:ext cx="1450211" cy="27699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p>
                <a:pPr algn="ctr">
                  <a:defRPr sz="1200">
                    <a:solidFill>
                      <a:srgbClr val="FFFFFF"/>
                    </a:solidFill>
                  </a:defRPr>
                </a:pPr>
                <a:r>
                  <a:rPr lang="ja-JP" altLang="en-US" dirty="0"/>
                  <a:t>アドバイザー</a:t>
                </a:r>
                <a:endParaRPr dirty="0"/>
              </a:p>
            </p:txBody>
          </p:sp>
        </p:grpSp>
        <p:grpSp>
          <p:nvGrpSpPr>
            <p:cNvPr id="28" name="正方形/長方形 42">
              <a:extLst>
                <a:ext uri="{FF2B5EF4-FFF2-40B4-BE49-F238E27FC236}">
                  <a16:creationId xmlns:a16="http://schemas.microsoft.com/office/drawing/2014/main" id="{4480F9EF-7ADA-D93D-7F1C-C303C19890D7}"/>
                </a:ext>
              </a:extLst>
            </p:cNvPr>
            <p:cNvGrpSpPr/>
            <p:nvPr/>
          </p:nvGrpSpPr>
          <p:grpSpPr>
            <a:xfrm>
              <a:off x="0" y="295017"/>
              <a:ext cx="1548001" cy="418834"/>
              <a:chOff x="0" y="0"/>
              <a:chExt cx="1548000" cy="418832"/>
            </a:xfrm>
          </p:grpSpPr>
          <p:sp>
            <p:nvSpPr>
              <p:cNvPr id="29" name="四角形">
                <a:extLst>
                  <a:ext uri="{FF2B5EF4-FFF2-40B4-BE49-F238E27FC236}">
                    <a16:creationId xmlns:a16="http://schemas.microsoft.com/office/drawing/2014/main" id="{BAE8FAA1-90AF-028B-7AC0-2A47E1355FB9}"/>
                  </a:ext>
                </a:extLst>
              </p:cNvPr>
              <p:cNvSpPr/>
              <p:nvPr/>
            </p:nvSpPr>
            <p:spPr>
              <a:xfrm>
                <a:off x="0" y="0"/>
                <a:ext cx="1548000" cy="418832"/>
              </a:xfrm>
              <a:prstGeom prst="rect">
                <a:avLst/>
              </a:prstGeom>
              <a:noFill/>
              <a:ln w="6350" cap="flat">
                <a:solidFill>
                  <a:srgbClr val="000000"/>
                </a:solidFill>
                <a:prstDash val="solid"/>
                <a:miter lim="800000"/>
              </a:ln>
              <a:effectLst/>
            </p:spPr>
            <p:txBody>
              <a:bodyPr wrap="square" lIns="45719" tIns="45719" rIns="45719" bIns="45719" numCol="1" anchor="ctr">
                <a:noAutofit/>
              </a:bodyPr>
              <a:lstStyle/>
              <a:p>
                <a:pPr algn="ctr">
                  <a:defRPr sz="1200"/>
                </a:pPr>
                <a:endParaRPr/>
              </a:p>
            </p:txBody>
          </p:sp>
          <p:sp>
            <p:nvSpPr>
              <p:cNvPr id="30" name="坂田部長">
                <a:extLst>
                  <a:ext uri="{FF2B5EF4-FFF2-40B4-BE49-F238E27FC236}">
                    <a16:creationId xmlns:a16="http://schemas.microsoft.com/office/drawing/2014/main" id="{D728C678-6523-74B7-5B2A-F8B56B44FA4B}"/>
                  </a:ext>
                </a:extLst>
              </p:cNvPr>
              <p:cNvSpPr txBox="1"/>
              <p:nvPr/>
            </p:nvSpPr>
            <p:spPr>
              <a:xfrm>
                <a:off x="48895" y="70918"/>
                <a:ext cx="1450211" cy="27699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lgn="ctr">
                  <a:defRPr sz="1200"/>
                </a:lvl1pPr>
              </a:lstStyle>
              <a:p>
                <a:r>
                  <a:rPr lang="ja-JP" altLang="en-US" dirty="0"/>
                  <a:t>近藤</a:t>
                </a:r>
                <a:r>
                  <a:rPr lang="en-US" altLang="ja-JP" dirty="0"/>
                  <a:t>GM</a:t>
                </a:r>
                <a:endParaRPr dirty="0"/>
              </a:p>
            </p:txBody>
          </p:sp>
        </p:grpSp>
      </p:grpSp>
      <p:grpSp>
        <p:nvGrpSpPr>
          <p:cNvPr id="673" name="正方形/長方形 4">
            <a:extLst>
              <a:ext uri="{FF2B5EF4-FFF2-40B4-BE49-F238E27FC236}">
                <a16:creationId xmlns:a16="http://schemas.microsoft.com/office/drawing/2014/main" id="{9F293148-AAFD-4F7A-5F2D-A49246907A0E}"/>
              </a:ext>
            </a:extLst>
          </p:cNvPr>
          <p:cNvGrpSpPr/>
          <p:nvPr/>
        </p:nvGrpSpPr>
        <p:grpSpPr>
          <a:xfrm>
            <a:off x="1529110" y="3913547"/>
            <a:ext cx="1548002" cy="291325"/>
            <a:chOff x="0" y="0"/>
            <a:chExt cx="1548000" cy="291323"/>
          </a:xfrm>
        </p:grpSpPr>
        <p:sp>
          <p:nvSpPr>
            <p:cNvPr id="674" name="四角形">
              <a:extLst>
                <a:ext uri="{FF2B5EF4-FFF2-40B4-BE49-F238E27FC236}">
                  <a16:creationId xmlns:a16="http://schemas.microsoft.com/office/drawing/2014/main" id="{6BFBEAB2-9D65-0622-19F4-F30E972BEEBE}"/>
                </a:ext>
              </a:extLst>
            </p:cNvPr>
            <p:cNvSpPr/>
            <p:nvPr/>
          </p:nvSpPr>
          <p:spPr>
            <a:xfrm>
              <a:off x="0" y="0"/>
              <a:ext cx="1548000" cy="291323"/>
            </a:xfrm>
            <a:prstGeom prst="rect">
              <a:avLst/>
            </a:prstGeom>
            <a:solidFill>
              <a:schemeClr val="accent2"/>
            </a:solidFill>
            <a:ln w="6350" cap="flat">
              <a:solidFill>
                <a:srgbClr val="000000"/>
              </a:solidFill>
              <a:prstDash val="solid"/>
              <a:miter lim="800000"/>
            </a:ln>
            <a:effectLst/>
          </p:spPr>
          <p:txBody>
            <a:bodyPr wrap="square" lIns="45719" tIns="45719" rIns="45719" bIns="45719" numCol="1" anchor="ctr">
              <a:noAutofit/>
            </a:bodyPr>
            <a:lstStyle/>
            <a:p>
              <a:pPr algn="ctr">
                <a:defRPr sz="1200">
                  <a:solidFill>
                    <a:srgbClr val="FFFFFF"/>
                  </a:solidFill>
                </a:defRPr>
              </a:pPr>
              <a:endParaRPr/>
            </a:p>
          </p:txBody>
        </p:sp>
        <p:sp>
          <p:nvSpPr>
            <p:cNvPr id="675" name="aslead部">
              <a:extLst>
                <a:ext uri="{FF2B5EF4-FFF2-40B4-BE49-F238E27FC236}">
                  <a16:creationId xmlns:a16="http://schemas.microsoft.com/office/drawing/2014/main" id="{A3913C64-ACF9-25BF-36B1-19E58DFC0B53}"/>
                </a:ext>
              </a:extLst>
            </p:cNvPr>
            <p:cNvSpPr txBox="1"/>
            <p:nvPr/>
          </p:nvSpPr>
          <p:spPr>
            <a:xfrm>
              <a:off x="48895" y="7164"/>
              <a:ext cx="1450211" cy="27699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p>
              <a:pPr algn="ctr">
                <a:defRPr sz="1200">
                  <a:solidFill>
                    <a:srgbClr val="FFFFFF"/>
                  </a:solidFill>
                </a:defRPr>
              </a:pPr>
              <a:r>
                <a:rPr lang="ja-JP" altLang="en-US" dirty="0"/>
                <a:t>マーケティング支援</a:t>
              </a:r>
              <a:endParaRPr lang="en-US" dirty="0"/>
            </a:p>
          </p:txBody>
        </p:sp>
      </p:grpSp>
      <p:grpSp>
        <p:nvGrpSpPr>
          <p:cNvPr id="676" name="正方形/長方形 7">
            <a:extLst>
              <a:ext uri="{FF2B5EF4-FFF2-40B4-BE49-F238E27FC236}">
                <a16:creationId xmlns:a16="http://schemas.microsoft.com/office/drawing/2014/main" id="{A5298BBD-0061-02C1-C447-F017021F990C}"/>
              </a:ext>
            </a:extLst>
          </p:cNvPr>
          <p:cNvGrpSpPr/>
          <p:nvPr/>
        </p:nvGrpSpPr>
        <p:grpSpPr>
          <a:xfrm>
            <a:off x="1529110" y="4208563"/>
            <a:ext cx="1548002" cy="599785"/>
            <a:chOff x="0" y="88728"/>
            <a:chExt cx="1548000" cy="599784"/>
          </a:xfrm>
        </p:grpSpPr>
        <p:sp>
          <p:nvSpPr>
            <p:cNvPr id="677" name="四角形">
              <a:extLst>
                <a:ext uri="{FF2B5EF4-FFF2-40B4-BE49-F238E27FC236}">
                  <a16:creationId xmlns:a16="http://schemas.microsoft.com/office/drawing/2014/main" id="{0B8667F7-DDCA-8C10-ED1B-A911AA155609}"/>
                </a:ext>
              </a:extLst>
            </p:cNvPr>
            <p:cNvSpPr/>
            <p:nvPr/>
          </p:nvSpPr>
          <p:spPr>
            <a:xfrm>
              <a:off x="0" y="88728"/>
              <a:ext cx="1548000" cy="599784"/>
            </a:xfrm>
            <a:prstGeom prst="rect">
              <a:avLst/>
            </a:prstGeom>
            <a:noFill/>
            <a:ln w="6350" cap="flat">
              <a:solidFill>
                <a:srgbClr val="000000"/>
              </a:solidFill>
              <a:prstDash val="solid"/>
              <a:miter lim="800000"/>
            </a:ln>
            <a:effectLst/>
          </p:spPr>
          <p:txBody>
            <a:bodyPr wrap="square" lIns="45719" tIns="45719" rIns="45719" bIns="45719" numCol="1" anchor="ctr">
              <a:noAutofit/>
            </a:bodyPr>
            <a:lstStyle/>
            <a:p>
              <a:pPr algn="ctr"/>
              <a:endParaRPr/>
            </a:p>
          </p:txBody>
        </p:sp>
        <p:sp>
          <p:nvSpPr>
            <p:cNvPr id="678" name="近藤GM…">
              <a:extLst>
                <a:ext uri="{FF2B5EF4-FFF2-40B4-BE49-F238E27FC236}">
                  <a16:creationId xmlns:a16="http://schemas.microsoft.com/office/drawing/2014/main" id="{43F192DA-A623-33D4-1917-F0CB75606830}"/>
                </a:ext>
              </a:extLst>
            </p:cNvPr>
            <p:cNvSpPr txBox="1"/>
            <p:nvPr/>
          </p:nvSpPr>
          <p:spPr>
            <a:xfrm>
              <a:off x="48894" y="250121"/>
              <a:ext cx="1450212" cy="27699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p>
              <a:pPr algn="ctr">
                <a:defRPr sz="1200"/>
              </a:pPr>
              <a:r>
                <a:rPr lang="ja-JP" altLang="en-US" dirty="0"/>
                <a:t>金山</a:t>
              </a:r>
              <a:r>
                <a:rPr lang="en-US" altLang="ja-JP" dirty="0"/>
                <a:t>E</a:t>
              </a:r>
              <a:endParaRPr dirty="0"/>
            </a:p>
          </p:txBody>
        </p:sp>
      </p:grpSp>
      <p:cxnSp>
        <p:nvCxnSpPr>
          <p:cNvPr id="681" name="直線コネクタ 680">
            <a:extLst>
              <a:ext uri="{FF2B5EF4-FFF2-40B4-BE49-F238E27FC236}">
                <a16:creationId xmlns:a16="http://schemas.microsoft.com/office/drawing/2014/main" id="{41DB6EB4-3FEA-6043-B6D6-97E90A74B25C}"/>
              </a:ext>
            </a:extLst>
          </p:cNvPr>
          <p:cNvCxnSpPr>
            <a:stCxn id="735" idx="2"/>
            <a:endCxn id="14" idx="0"/>
          </p:cNvCxnSpPr>
          <p:nvPr/>
        </p:nvCxnSpPr>
        <p:spPr>
          <a:xfrm rot="16200000" flipH="1">
            <a:off x="4904357" y="3845603"/>
            <a:ext cx="782944" cy="852453"/>
          </a:xfrm>
          <a:prstGeom prst="bentConnector3">
            <a:avLst>
              <a:gd name="adj1" fmla="val 50000"/>
            </a:avLst>
          </a:prstGeom>
          <a:no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cxnSp>
      <p:cxnSp>
        <p:nvCxnSpPr>
          <p:cNvPr id="682" name="直線コネクタ 680">
            <a:extLst>
              <a:ext uri="{FF2B5EF4-FFF2-40B4-BE49-F238E27FC236}">
                <a16:creationId xmlns:a16="http://schemas.microsoft.com/office/drawing/2014/main" id="{0219226E-74AB-32DF-94B7-D8D7DCA64255}"/>
              </a:ext>
            </a:extLst>
          </p:cNvPr>
          <p:cNvCxnSpPr>
            <a:cxnSpLocks/>
            <a:stCxn id="735" idx="2"/>
            <a:endCxn id="7" idx="0"/>
          </p:cNvCxnSpPr>
          <p:nvPr/>
        </p:nvCxnSpPr>
        <p:spPr>
          <a:xfrm rot="5400000">
            <a:off x="4076163" y="3869862"/>
            <a:ext cx="782944" cy="803936"/>
          </a:xfrm>
          <a:prstGeom prst="bentConnector3">
            <a:avLst>
              <a:gd name="adj1" fmla="val 50000"/>
            </a:avLst>
          </a:prstGeom>
          <a:no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cxnSp>
      <p:cxnSp>
        <p:nvCxnSpPr>
          <p:cNvPr id="685" name="直線コネクタ 680">
            <a:extLst>
              <a:ext uri="{FF2B5EF4-FFF2-40B4-BE49-F238E27FC236}">
                <a16:creationId xmlns:a16="http://schemas.microsoft.com/office/drawing/2014/main" id="{705073FD-5CBE-B940-5E82-E5138CF81991}"/>
              </a:ext>
            </a:extLst>
          </p:cNvPr>
          <p:cNvCxnSpPr>
            <a:cxnSpLocks/>
            <a:stCxn id="698" idx="2"/>
            <a:endCxn id="31" idx="3"/>
          </p:cNvCxnSpPr>
          <p:nvPr/>
        </p:nvCxnSpPr>
        <p:spPr>
          <a:xfrm rot="5400000">
            <a:off x="3859934" y="1682466"/>
            <a:ext cx="194919" cy="1859188"/>
          </a:xfrm>
          <a:prstGeom prst="bentConnector2">
            <a:avLst/>
          </a:prstGeom>
          <a:no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cxnSp>
      <p:cxnSp>
        <p:nvCxnSpPr>
          <p:cNvPr id="688" name="直線コネクタ 680">
            <a:extLst>
              <a:ext uri="{FF2B5EF4-FFF2-40B4-BE49-F238E27FC236}">
                <a16:creationId xmlns:a16="http://schemas.microsoft.com/office/drawing/2014/main" id="{05C9BD1D-876C-AF84-425D-994041361EF3}"/>
              </a:ext>
            </a:extLst>
          </p:cNvPr>
          <p:cNvCxnSpPr>
            <a:cxnSpLocks/>
          </p:cNvCxnSpPr>
          <p:nvPr/>
        </p:nvCxnSpPr>
        <p:spPr>
          <a:xfrm rot="5400000">
            <a:off x="3891815" y="3073539"/>
            <a:ext cx="178852" cy="1792491"/>
          </a:xfrm>
          <a:prstGeom prst="bentConnector2">
            <a:avLst/>
          </a:prstGeom>
          <a:no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cxnSp>
      <p:cxnSp>
        <p:nvCxnSpPr>
          <p:cNvPr id="691" name="直線コネクタ 680">
            <a:extLst>
              <a:ext uri="{FF2B5EF4-FFF2-40B4-BE49-F238E27FC236}">
                <a16:creationId xmlns:a16="http://schemas.microsoft.com/office/drawing/2014/main" id="{A3649FD9-D061-740C-5BD0-C444FB6D627A}"/>
              </a:ext>
            </a:extLst>
          </p:cNvPr>
          <p:cNvCxnSpPr>
            <a:cxnSpLocks/>
          </p:cNvCxnSpPr>
          <p:nvPr/>
        </p:nvCxnSpPr>
        <p:spPr>
          <a:xfrm rot="16200000" flipH="1">
            <a:off x="5740676" y="3040817"/>
            <a:ext cx="150715" cy="1892860"/>
          </a:xfrm>
          <a:prstGeom prst="bentConnector2">
            <a:avLst/>
          </a:prstGeom>
          <a:no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cxn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3" name="正方形/長方形 9"/>
          <p:cNvSpPr txBox="1">
            <a:spLocks noGrp="1"/>
          </p:cNvSpPr>
          <p:nvPr>
            <p:ph type="sldNum" sz="quarter" idx="2"/>
          </p:nvPr>
        </p:nvSpPr>
        <p:spPr>
          <a:xfrm>
            <a:off x="9779000" y="6620921"/>
            <a:ext cx="127001" cy="17780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a:t>
            </a:fld>
            <a:endParaRPr/>
          </a:p>
        </p:txBody>
      </p:sp>
      <p:sp>
        <p:nvSpPr>
          <p:cNvPr id="744" name="タイトル 2"/>
          <p:cNvSpPr txBox="1">
            <a:spLocks noGrp="1"/>
          </p:cNvSpPr>
          <p:nvPr>
            <p:ph type="body" sz="quarter" idx="1"/>
          </p:nvPr>
        </p:nvSpPr>
        <p:spPr>
          <a:xfrm>
            <a:off x="201974" y="259238"/>
            <a:ext cx="9504002" cy="671294"/>
          </a:xfrm>
          <a:prstGeom prst="rect">
            <a:avLst/>
          </a:prstGeom>
        </p:spPr>
        <p:txBody>
          <a:bodyPr/>
          <a:lstStyle>
            <a:lvl1pPr>
              <a:spcBef>
                <a:spcPts val="600"/>
              </a:spcBef>
            </a:lvl1pPr>
          </a:lstStyle>
          <a:p>
            <a:r>
              <a:t>Miroの役割分担と体制　外販の役割分担</a:t>
            </a:r>
          </a:p>
        </p:txBody>
      </p:sp>
      <p:sp>
        <p:nvSpPr>
          <p:cNvPr id="745" name="Title 2"/>
          <p:cNvSpPr txBox="1">
            <a:spLocks noGrp="1"/>
          </p:cNvSpPr>
          <p:nvPr>
            <p:ph type="title"/>
          </p:nvPr>
        </p:nvSpPr>
        <p:spPr>
          <a:xfrm>
            <a:off x="201975" y="259238"/>
            <a:ext cx="7875224" cy="288374"/>
          </a:xfrm>
          <a:prstGeom prst="rect">
            <a:avLst/>
          </a:prstGeom>
        </p:spPr>
        <p:txBody>
          <a:bodyPr/>
          <a:lstStyle/>
          <a:p>
            <a:endParaRPr/>
          </a:p>
        </p:txBody>
      </p:sp>
      <p:graphicFrame>
        <p:nvGraphicFramePr>
          <p:cNvPr id="746" name="表 4"/>
          <p:cNvGraphicFramePr/>
          <p:nvPr/>
        </p:nvGraphicFramePr>
        <p:xfrm>
          <a:off x="212409" y="1285550"/>
          <a:ext cx="9504001" cy="5531108"/>
        </p:xfrm>
        <a:graphic>
          <a:graphicData uri="http://schemas.openxmlformats.org/drawingml/2006/table">
            <a:tbl>
              <a:tblPr firstRow="1" bandRow="1">
                <a:tableStyleId>{4C3C2611-4C71-4FC5-86AE-919BDF0F9419}</a:tableStyleId>
              </a:tblPr>
              <a:tblGrid>
                <a:gridCol w="528726">
                  <a:extLst>
                    <a:ext uri="{9D8B030D-6E8A-4147-A177-3AD203B41FA5}">
                      <a16:colId xmlns:a16="http://schemas.microsoft.com/office/drawing/2014/main" val="20000"/>
                    </a:ext>
                  </a:extLst>
                </a:gridCol>
                <a:gridCol w="2290603">
                  <a:extLst>
                    <a:ext uri="{9D8B030D-6E8A-4147-A177-3AD203B41FA5}">
                      <a16:colId xmlns:a16="http://schemas.microsoft.com/office/drawing/2014/main" val="20001"/>
                    </a:ext>
                  </a:extLst>
                </a:gridCol>
                <a:gridCol w="956633">
                  <a:extLst>
                    <a:ext uri="{9D8B030D-6E8A-4147-A177-3AD203B41FA5}">
                      <a16:colId xmlns:a16="http://schemas.microsoft.com/office/drawing/2014/main" val="20002"/>
                    </a:ext>
                  </a:extLst>
                </a:gridCol>
                <a:gridCol w="937183">
                  <a:extLst>
                    <a:ext uri="{9D8B030D-6E8A-4147-A177-3AD203B41FA5}">
                      <a16:colId xmlns:a16="http://schemas.microsoft.com/office/drawing/2014/main" val="20003"/>
                    </a:ext>
                  </a:extLst>
                </a:gridCol>
                <a:gridCol w="4790856">
                  <a:extLst>
                    <a:ext uri="{9D8B030D-6E8A-4147-A177-3AD203B41FA5}">
                      <a16:colId xmlns:a16="http://schemas.microsoft.com/office/drawing/2014/main" val="20004"/>
                    </a:ext>
                  </a:extLst>
                </a:gridCol>
              </a:tblGrid>
              <a:tr h="306222">
                <a:tc>
                  <a:txBody>
                    <a:bodyPr/>
                    <a:lstStyle/>
                    <a:p>
                      <a:pPr algn="l">
                        <a:defRPr sz="1800" b="0">
                          <a:solidFill>
                            <a:srgbClr val="000000"/>
                          </a:solidFill>
                        </a:defRPr>
                      </a:pPr>
                      <a:r>
                        <a:rPr sz="1200" b="1">
                          <a:solidFill>
                            <a:srgbClr val="FFFFFF"/>
                          </a:solidFill>
                        </a:rPr>
                        <a:t>No.</a:t>
                      </a:r>
                    </a:p>
                  </a:txBody>
                  <a:tcPr marL="45033" marR="45033" marT="45033" marB="45033" horzOverflow="overflow"/>
                </a:tc>
                <a:tc>
                  <a:txBody>
                    <a:bodyPr/>
                    <a:lstStyle/>
                    <a:p>
                      <a:pPr algn="l">
                        <a:defRPr sz="1800" b="0">
                          <a:solidFill>
                            <a:srgbClr val="000000"/>
                          </a:solidFill>
                        </a:defRPr>
                      </a:pPr>
                      <a:r>
                        <a:rPr sz="1200" b="1">
                          <a:solidFill>
                            <a:srgbClr val="FFFFFF"/>
                          </a:solidFill>
                        </a:rPr>
                        <a:t>タスク</a:t>
                      </a:r>
                    </a:p>
                  </a:txBody>
                  <a:tcPr marL="45033" marR="45033" marT="45033" marB="45033" horzOverflow="overflow"/>
                </a:tc>
                <a:tc>
                  <a:txBody>
                    <a:bodyPr/>
                    <a:lstStyle/>
                    <a:p>
                      <a:pPr algn="l" defTabSz="1125443"/>
                      <a:r>
                        <a:t>AI生革部</a:t>
                      </a:r>
                    </a:p>
                  </a:txBody>
                  <a:tcPr marL="45033" marR="45033" marT="45033" marB="45033" horzOverflow="overflow"/>
                </a:tc>
                <a:tc>
                  <a:txBody>
                    <a:bodyPr/>
                    <a:lstStyle/>
                    <a:p>
                      <a:pPr algn="l"/>
                      <a:r>
                        <a:t>aslead部</a:t>
                      </a:r>
                    </a:p>
                  </a:txBody>
                  <a:tcPr marL="45033" marR="45033" marT="45033" marB="45033" horzOverflow="overflow"/>
                </a:tc>
                <a:tc>
                  <a:txBody>
                    <a:bodyPr/>
                    <a:lstStyle/>
                    <a:p>
                      <a:pPr algn="l">
                        <a:defRPr sz="1800" b="0">
                          <a:solidFill>
                            <a:srgbClr val="000000"/>
                          </a:solidFill>
                        </a:defRPr>
                      </a:pPr>
                      <a:r>
                        <a:rPr sz="1200" b="1">
                          <a:solidFill>
                            <a:srgbClr val="FFFFFF"/>
                          </a:solidFill>
                        </a:rPr>
                        <a:t>備考</a:t>
                      </a:r>
                    </a:p>
                  </a:txBody>
                  <a:tcPr marL="45033" marR="45033" marT="45033" marB="45033" horzOverflow="overflow"/>
                </a:tc>
                <a:extLst>
                  <a:ext uri="{0D108BD9-81ED-4DB2-BD59-A6C34878D82A}">
                    <a16:rowId xmlns:a16="http://schemas.microsoft.com/office/drawing/2014/main" val="10000"/>
                  </a:ext>
                </a:extLst>
              </a:tr>
              <a:tr h="486353">
                <a:tc>
                  <a:txBody>
                    <a:bodyPr/>
                    <a:lstStyle/>
                    <a:p>
                      <a:pPr algn="l">
                        <a:defRPr sz="1800"/>
                      </a:pPr>
                      <a:r>
                        <a:rPr sz="1200"/>
                        <a:t>1</a:t>
                      </a:r>
                    </a:p>
                  </a:txBody>
                  <a:tcPr marL="45033" marR="45033" marT="45033" marB="45033" horzOverflow="overflow"/>
                </a:tc>
                <a:tc>
                  <a:txBody>
                    <a:bodyPr/>
                    <a:lstStyle/>
                    <a:p>
                      <a:pPr algn="l">
                        <a:defRPr sz="1800"/>
                      </a:pPr>
                      <a:r>
                        <a:rPr sz="1200"/>
                        <a:t>問い合わせ管理 （ヘルプデスク等）</a:t>
                      </a: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a:defRPr sz="1800"/>
                      </a:pPr>
                      <a:r>
                        <a:rPr sz="1200"/>
                        <a:t>◯</a:t>
                      </a:r>
                    </a:p>
                  </a:txBody>
                  <a:tcPr marL="45033" marR="45033" marT="45033" marB="45033" horzOverflow="overflow"/>
                </a:tc>
                <a:tc>
                  <a:txBody>
                    <a:bodyPr/>
                    <a:lstStyle/>
                    <a:p>
                      <a:pPr algn="l">
                        <a:defRPr sz="1800"/>
                      </a:pPr>
                      <a:endParaRPr/>
                    </a:p>
                  </a:txBody>
                  <a:tcPr marL="45033" marR="45033" marT="45033" marB="45033" horzOverflow="overflow"/>
                </a:tc>
                <a:extLst>
                  <a:ext uri="{0D108BD9-81ED-4DB2-BD59-A6C34878D82A}">
                    <a16:rowId xmlns:a16="http://schemas.microsoft.com/office/drawing/2014/main" val="10001"/>
                  </a:ext>
                </a:extLst>
              </a:tr>
              <a:tr h="306222">
                <a:tc>
                  <a:txBody>
                    <a:bodyPr/>
                    <a:lstStyle/>
                    <a:p>
                      <a:pPr algn="l">
                        <a:defRPr sz="1800"/>
                      </a:pPr>
                      <a:r>
                        <a:rPr sz="1200"/>
                        <a:t> 2</a:t>
                      </a:r>
                    </a:p>
                  </a:txBody>
                  <a:tcPr marL="45033" marR="45033" marT="45033" marB="45033" horzOverflow="overflow"/>
                </a:tc>
                <a:tc>
                  <a:txBody>
                    <a:bodyPr/>
                    <a:lstStyle/>
                    <a:p>
                      <a:pPr algn="l">
                        <a:defRPr sz="1800"/>
                      </a:pPr>
                      <a:r>
                        <a:rPr sz="1200"/>
                        <a:t>営業管理／戦略</a:t>
                      </a: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a:defRPr sz="1800"/>
                      </a:pPr>
                      <a:r>
                        <a:rPr sz="1200"/>
                        <a:t>◯</a:t>
                      </a:r>
                    </a:p>
                  </a:txBody>
                  <a:tcPr marL="45033" marR="45033" marT="45033" marB="45033" horzOverflow="overflow"/>
                </a:tc>
                <a:tc>
                  <a:txBody>
                    <a:bodyPr/>
                    <a:lstStyle/>
                    <a:p>
                      <a:pPr algn="l">
                        <a:defRPr sz="1800"/>
                      </a:pPr>
                      <a:endParaRPr/>
                    </a:p>
                  </a:txBody>
                  <a:tcPr marL="45033" marR="45033" marT="45033" marB="45033" horzOverflow="overflow"/>
                </a:tc>
                <a:extLst>
                  <a:ext uri="{0D108BD9-81ED-4DB2-BD59-A6C34878D82A}">
                    <a16:rowId xmlns:a16="http://schemas.microsoft.com/office/drawing/2014/main" val="10002"/>
                  </a:ext>
                </a:extLst>
              </a:tr>
              <a:tr h="306222">
                <a:tc>
                  <a:txBody>
                    <a:bodyPr/>
                    <a:lstStyle/>
                    <a:p>
                      <a:pPr algn="l">
                        <a:defRPr sz="1800"/>
                      </a:pPr>
                      <a:r>
                        <a:rPr sz="1200"/>
                        <a:t>3</a:t>
                      </a:r>
                    </a:p>
                  </a:txBody>
                  <a:tcPr marL="45033" marR="45033" marT="45033" marB="45033" horzOverflow="overflow"/>
                </a:tc>
                <a:tc>
                  <a:txBody>
                    <a:bodyPr/>
                    <a:lstStyle/>
                    <a:p>
                      <a:pPr algn="l">
                        <a:defRPr sz="1800"/>
                      </a:pPr>
                      <a:r>
                        <a:rPr sz="1200"/>
                        <a:t>営業</a:t>
                      </a: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a:defRPr sz="1800"/>
                      </a:pPr>
                      <a:r>
                        <a:rPr sz="1200"/>
                        <a:t>◯</a:t>
                      </a:r>
                    </a:p>
                  </a:txBody>
                  <a:tcPr marL="45033" marR="45033" marT="45033" marB="45033" horzOverflow="overflow"/>
                </a:tc>
                <a:tc>
                  <a:txBody>
                    <a:bodyPr/>
                    <a:lstStyle/>
                    <a:p>
                      <a:pPr algn="l">
                        <a:defRPr sz="1800"/>
                      </a:pPr>
                      <a:endParaRPr/>
                    </a:p>
                  </a:txBody>
                  <a:tcPr marL="45033" marR="45033" marT="45033" marB="45033" horzOverflow="overflow"/>
                </a:tc>
                <a:extLst>
                  <a:ext uri="{0D108BD9-81ED-4DB2-BD59-A6C34878D82A}">
                    <a16:rowId xmlns:a16="http://schemas.microsoft.com/office/drawing/2014/main" val="10003"/>
                  </a:ext>
                </a:extLst>
              </a:tr>
              <a:tr h="306222">
                <a:tc>
                  <a:txBody>
                    <a:bodyPr/>
                    <a:lstStyle/>
                    <a:p>
                      <a:pPr algn="l">
                        <a:defRPr sz="1800"/>
                      </a:pPr>
                      <a:r>
                        <a:rPr sz="1200"/>
                        <a:t>4</a:t>
                      </a:r>
                    </a:p>
                  </a:txBody>
                  <a:tcPr marL="45033" marR="45033" marT="45033" marB="45033" horzOverflow="overflow"/>
                </a:tc>
                <a:tc>
                  <a:txBody>
                    <a:bodyPr/>
                    <a:lstStyle/>
                    <a:p>
                      <a:pPr algn="l" defTabSz="1125443"/>
                      <a:r>
                        <a:t>見積/提案</a:t>
                      </a: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defTabSz="1125443">
                        <a:defRPr sz="1800"/>
                      </a:pPr>
                      <a:r>
                        <a:rPr sz="1200"/>
                        <a:t>◯</a:t>
                      </a:r>
                    </a:p>
                  </a:txBody>
                  <a:tcPr marL="45033" marR="45033" marT="45033" marB="45033" horzOverflow="overflow"/>
                </a:tc>
                <a:tc>
                  <a:txBody>
                    <a:bodyPr/>
                    <a:lstStyle/>
                    <a:p>
                      <a:pPr algn="l">
                        <a:defRPr sz="1800"/>
                      </a:pPr>
                      <a:endParaRPr/>
                    </a:p>
                  </a:txBody>
                  <a:tcPr marL="45033" marR="45033" marT="45033" marB="45033" horzOverflow="overflow"/>
                </a:tc>
                <a:extLst>
                  <a:ext uri="{0D108BD9-81ED-4DB2-BD59-A6C34878D82A}">
                    <a16:rowId xmlns:a16="http://schemas.microsoft.com/office/drawing/2014/main" val="10004"/>
                  </a:ext>
                </a:extLst>
              </a:tr>
              <a:tr h="306222">
                <a:tc>
                  <a:txBody>
                    <a:bodyPr/>
                    <a:lstStyle/>
                    <a:p>
                      <a:pPr algn="l">
                        <a:defRPr sz="1800"/>
                      </a:pPr>
                      <a:r>
                        <a:rPr sz="1200"/>
                        <a:t>5</a:t>
                      </a:r>
                    </a:p>
                  </a:txBody>
                  <a:tcPr marL="45033" marR="45033" marT="45033" marB="45033" horzOverflow="overflow"/>
                </a:tc>
                <a:tc>
                  <a:txBody>
                    <a:bodyPr/>
                    <a:lstStyle/>
                    <a:p>
                      <a:pPr algn="l"/>
                      <a:r>
                        <a:t>PoC（技術支援）</a:t>
                      </a: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a:defRPr sz="1800"/>
                      </a:pPr>
                      <a:r>
                        <a:rPr sz="1200"/>
                        <a:t>◯</a:t>
                      </a:r>
                    </a:p>
                  </a:txBody>
                  <a:tcPr marL="45033" marR="45033" marT="45033" marB="45033" horzOverflow="overflow"/>
                </a:tc>
                <a:tc>
                  <a:txBody>
                    <a:bodyPr/>
                    <a:lstStyle/>
                    <a:p>
                      <a:pPr algn="l">
                        <a:defRPr sz="1800"/>
                      </a:pPr>
                      <a:endParaRPr/>
                    </a:p>
                  </a:txBody>
                  <a:tcPr marL="45033" marR="45033" marT="45033" marB="45033" horzOverflow="overflow"/>
                </a:tc>
                <a:extLst>
                  <a:ext uri="{0D108BD9-81ED-4DB2-BD59-A6C34878D82A}">
                    <a16:rowId xmlns:a16="http://schemas.microsoft.com/office/drawing/2014/main" val="10005"/>
                  </a:ext>
                </a:extLst>
              </a:tr>
              <a:tr h="486353">
                <a:tc>
                  <a:txBody>
                    <a:bodyPr/>
                    <a:lstStyle/>
                    <a:p>
                      <a:pPr algn="l">
                        <a:defRPr sz="1800"/>
                      </a:pPr>
                      <a:r>
                        <a:rPr sz="1200"/>
                        <a:t>6</a:t>
                      </a:r>
                    </a:p>
                  </a:txBody>
                  <a:tcPr marL="45033" marR="45033" marT="45033" marB="45033" horzOverflow="overflow"/>
                </a:tc>
                <a:tc>
                  <a:txBody>
                    <a:bodyPr/>
                    <a:lstStyle/>
                    <a:p>
                      <a:pPr algn="l">
                        <a:defRPr sz="1800"/>
                      </a:pPr>
                      <a:r>
                        <a:rPr sz="1200"/>
                        <a:t>契約手続き</a:t>
                      </a: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a:defRPr sz="1800"/>
                      </a:pPr>
                      <a:r>
                        <a:rPr sz="1200"/>
                        <a:t>◯</a:t>
                      </a:r>
                    </a:p>
                  </a:txBody>
                  <a:tcPr marL="45033" marR="45033" marT="45033" marB="45033" horzOverflow="overflow"/>
                </a:tc>
                <a:tc>
                  <a:txBody>
                    <a:bodyPr/>
                    <a:lstStyle/>
                    <a:p>
                      <a:pPr algn="l">
                        <a:defRPr sz="1800"/>
                      </a:pPr>
                      <a:endParaRPr/>
                    </a:p>
                  </a:txBody>
                  <a:tcPr marL="45033" marR="45033" marT="45033" marB="45033" horzOverflow="overflow"/>
                </a:tc>
                <a:extLst>
                  <a:ext uri="{0D108BD9-81ED-4DB2-BD59-A6C34878D82A}">
                    <a16:rowId xmlns:a16="http://schemas.microsoft.com/office/drawing/2014/main" val="10006"/>
                  </a:ext>
                </a:extLst>
              </a:tr>
              <a:tr h="306222">
                <a:tc>
                  <a:txBody>
                    <a:bodyPr/>
                    <a:lstStyle/>
                    <a:p>
                      <a:pPr algn="l">
                        <a:defRPr sz="1800"/>
                      </a:pPr>
                      <a:r>
                        <a:rPr sz="1200"/>
                        <a:t>7</a:t>
                      </a:r>
                    </a:p>
                  </a:txBody>
                  <a:tcPr marL="45033" marR="45033" marT="45033" marB="45033" horzOverflow="overflow"/>
                </a:tc>
                <a:tc>
                  <a:txBody>
                    <a:bodyPr/>
                    <a:lstStyle/>
                    <a:p>
                      <a:pPr algn="l" defTabSz="1125443">
                        <a:defRPr sz="1800"/>
                      </a:pPr>
                      <a:r>
                        <a:rPr sz="1200"/>
                        <a:t>契約手続き（ベンダー）</a:t>
                      </a: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a:defRPr sz="1800"/>
                      </a:pPr>
                      <a:r>
                        <a:rPr sz="1200"/>
                        <a:t>◯</a:t>
                      </a:r>
                    </a:p>
                  </a:txBody>
                  <a:tcPr marL="45033" marR="45033" marT="45033" marB="45033" horzOverflow="overflow"/>
                </a:tc>
                <a:tc>
                  <a:txBody>
                    <a:bodyPr/>
                    <a:lstStyle/>
                    <a:p>
                      <a:pPr algn="l">
                        <a:defRPr sz="1800"/>
                      </a:pPr>
                      <a:endParaRPr/>
                    </a:p>
                  </a:txBody>
                  <a:tcPr marL="45033" marR="45033" marT="45033" marB="45033" horzOverflow="overflow"/>
                </a:tc>
                <a:extLst>
                  <a:ext uri="{0D108BD9-81ED-4DB2-BD59-A6C34878D82A}">
                    <a16:rowId xmlns:a16="http://schemas.microsoft.com/office/drawing/2014/main" val="10007"/>
                  </a:ext>
                </a:extLst>
              </a:tr>
              <a:tr h="306222">
                <a:tc>
                  <a:txBody>
                    <a:bodyPr/>
                    <a:lstStyle/>
                    <a:p>
                      <a:pPr algn="l">
                        <a:defRPr sz="1800"/>
                      </a:pPr>
                      <a:r>
                        <a:rPr sz="1200"/>
                        <a:t>8</a:t>
                      </a:r>
                    </a:p>
                  </a:txBody>
                  <a:tcPr marL="45033" marR="45033" marT="45033" marB="45033" horzOverflow="overflow"/>
                </a:tc>
                <a:tc>
                  <a:txBody>
                    <a:bodyPr/>
                    <a:lstStyle/>
                    <a:p>
                      <a:pPr algn="l" defTabSz="1125443">
                        <a:defRPr sz="1800"/>
                      </a:pPr>
                      <a:r>
                        <a:rPr sz="1200"/>
                        <a:t>基盤提供、運用</a:t>
                      </a: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defTabSz="1125443">
                        <a:defRPr sz="1800"/>
                      </a:pPr>
                      <a:r>
                        <a:rPr sz="1200"/>
                        <a:t>◯</a:t>
                      </a:r>
                    </a:p>
                  </a:txBody>
                  <a:tcPr marL="45033" marR="45033" marT="45033" marB="45033" horzOverflow="overflow"/>
                </a:tc>
                <a:tc>
                  <a:txBody>
                    <a:bodyPr/>
                    <a:lstStyle/>
                    <a:p>
                      <a:pPr algn="l">
                        <a:defRPr sz="1800"/>
                      </a:pPr>
                      <a:endParaRPr/>
                    </a:p>
                  </a:txBody>
                  <a:tcPr marL="45033" marR="45033" marT="45033" marB="45033" horzOverflow="overflow"/>
                </a:tc>
                <a:extLst>
                  <a:ext uri="{0D108BD9-81ED-4DB2-BD59-A6C34878D82A}">
                    <a16:rowId xmlns:a16="http://schemas.microsoft.com/office/drawing/2014/main" val="10008"/>
                  </a:ext>
                </a:extLst>
              </a:tr>
              <a:tr h="306222">
                <a:tc>
                  <a:txBody>
                    <a:bodyPr/>
                    <a:lstStyle/>
                    <a:p>
                      <a:pPr algn="l">
                        <a:defRPr sz="1800"/>
                      </a:pPr>
                      <a:r>
                        <a:rPr sz="1200"/>
                        <a:t>9</a:t>
                      </a:r>
                    </a:p>
                  </a:txBody>
                  <a:tcPr marL="45033" marR="45033" marT="45033" marB="45033" horzOverflow="overflow"/>
                </a:tc>
                <a:tc>
                  <a:txBody>
                    <a:bodyPr/>
                    <a:lstStyle/>
                    <a:p>
                      <a:pPr algn="l" defTabSz="1125443">
                        <a:defRPr sz="1800"/>
                      </a:pPr>
                      <a:r>
                        <a:rPr sz="1200"/>
                        <a:t>契約後の技術支援</a:t>
                      </a: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a:defRPr sz="1800"/>
                      </a:pPr>
                      <a:r>
                        <a:rPr sz="1200"/>
                        <a:t>◯</a:t>
                      </a:r>
                    </a:p>
                  </a:txBody>
                  <a:tcPr marL="45033" marR="45033" marT="45033" marB="45033" horzOverflow="overflow"/>
                </a:tc>
                <a:tc>
                  <a:txBody>
                    <a:bodyPr/>
                    <a:lstStyle/>
                    <a:p>
                      <a:pPr algn="l">
                        <a:defRPr sz="1800"/>
                      </a:pPr>
                      <a:endParaRPr/>
                    </a:p>
                  </a:txBody>
                  <a:tcPr marL="45033" marR="45033" marT="45033" marB="45033" horzOverflow="overflow"/>
                </a:tc>
                <a:extLst>
                  <a:ext uri="{0D108BD9-81ED-4DB2-BD59-A6C34878D82A}">
                    <a16:rowId xmlns:a16="http://schemas.microsoft.com/office/drawing/2014/main" val="10009"/>
                  </a:ext>
                </a:extLst>
              </a:tr>
              <a:tr h="486353">
                <a:tc>
                  <a:txBody>
                    <a:bodyPr/>
                    <a:lstStyle/>
                    <a:p>
                      <a:pPr algn="l">
                        <a:defRPr sz="1800"/>
                      </a:pPr>
                      <a:r>
                        <a:rPr sz="1200"/>
                        <a:t>10</a:t>
                      </a:r>
                    </a:p>
                  </a:txBody>
                  <a:tcPr marL="45033" marR="45033" marT="45033" marB="45033" horzOverflow="overflow"/>
                </a:tc>
                <a:tc>
                  <a:txBody>
                    <a:bodyPr/>
                    <a:lstStyle/>
                    <a:p>
                      <a:pPr algn="l" defTabSz="1125443"/>
                      <a:r>
                        <a:t>契約後の問い合わせ管理</a:t>
                      </a:r>
                    </a:p>
                    <a:p>
                      <a:pPr algn="l" defTabSz="1125443"/>
                      <a:r>
                        <a:t>（ヘルプデスクサポート）</a:t>
                      </a: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defTabSz="1125443">
                        <a:defRPr sz="1800"/>
                      </a:pPr>
                      <a:r>
                        <a:rPr sz="1200"/>
                        <a:t>◯</a:t>
                      </a:r>
                    </a:p>
                  </a:txBody>
                  <a:tcPr marL="45033" marR="45033" marT="45033" marB="45033" horzOverflow="overflow"/>
                </a:tc>
                <a:tc>
                  <a:txBody>
                    <a:bodyPr/>
                    <a:lstStyle/>
                    <a:p>
                      <a:pPr algn="l">
                        <a:defRPr sz="1800"/>
                      </a:pPr>
                      <a:endParaRPr/>
                    </a:p>
                  </a:txBody>
                  <a:tcPr marL="45033" marR="45033" marT="45033" marB="45033" horzOverflow="overflow"/>
                </a:tc>
                <a:extLst>
                  <a:ext uri="{0D108BD9-81ED-4DB2-BD59-A6C34878D82A}">
                    <a16:rowId xmlns:a16="http://schemas.microsoft.com/office/drawing/2014/main" val="10010"/>
                  </a:ext>
                </a:extLst>
              </a:tr>
              <a:tr h="306222">
                <a:tc>
                  <a:txBody>
                    <a:bodyPr/>
                    <a:lstStyle/>
                    <a:p>
                      <a:pPr algn="l">
                        <a:defRPr sz="1800"/>
                      </a:pPr>
                      <a:r>
                        <a:rPr sz="1200"/>
                        <a:t>11</a:t>
                      </a:r>
                    </a:p>
                  </a:txBody>
                  <a:tcPr marL="45033" marR="45033" marT="45033" marB="45033" horzOverflow="overflow"/>
                </a:tc>
                <a:tc>
                  <a:txBody>
                    <a:bodyPr/>
                    <a:lstStyle/>
                    <a:p>
                      <a:pPr algn="l">
                        <a:defRPr sz="1800"/>
                      </a:pPr>
                      <a:r>
                        <a:rPr sz="1200"/>
                        <a:t>研修</a:t>
                      </a: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a:defRPr sz="1800"/>
                      </a:pPr>
                      <a:r>
                        <a:rPr sz="1200"/>
                        <a:t>◯</a:t>
                      </a:r>
                    </a:p>
                  </a:txBody>
                  <a:tcPr marL="45033" marR="45033" marT="45033" marB="45033" horzOverflow="overflow"/>
                </a:tc>
                <a:tc>
                  <a:txBody>
                    <a:bodyPr/>
                    <a:lstStyle/>
                    <a:p>
                      <a:pPr algn="l">
                        <a:defRPr sz="1800"/>
                      </a:pPr>
                      <a:endParaRPr/>
                    </a:p>
                  </a:txBody>
                  <a:tcPr marL="45033" marR="45033" marT="45033" marB="45033" horzOverflow="overflow"/>
                </a:tc>
                <a:extLst>
                  <a:ext uri="{0D108BD9-81ED-4DB2-BD59-A6C34878D82A}">
                    <a16:rowId xmlns:a16="http://schemas.microsoft.com/office/drawing/2014/main" val="10011"/>
                  </a:ext>
                </a:extLst>
              </a:tr>
              <a:tr h="306222">
                <a:tc>
                  <a:txBody>
                    <a:bodyPr/>
                    <a:lstStyle/>
                    <a:p>
                      <a:pPr algn="l">
                        <a:defRPr sz="1800"/>
                      </a:pPr>
                      <a:r>
                        <a:rPr sz="1200"/>
                        <a:t>12</a:t>
                      </a:r>
                    </a:p>
                  </a:txBody>
                  <a:tcPr marL="45033" marR="45033" marT="45033" marB="45033" horzOverflow="overflow"/>
                </a:tc>
                <a:tc>
                  <a:txBody>
                    <a:bodyPr/>
                    <a:lstStyle/>
                    <a:p>
                      <a:pPr algn="l">
                        <a:defRPr sz="1800"/>
                      </a:pPr>
                      <a:r>
                        <a:rPr sz="1200"/>
                        <a:t>プロモーション</a:t>
                      </a: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a:defRPr sz="1800"/>
                      </a:pPr>
                      <a:r>
                        <a:rPr sz="1200"/>
                        <a:t>◯</a:t>
                      </a:r>
                    </a:p>
                  </a:txBody>
                  <a:tcPr marL="45033" marR="45033" marT="45033" marB="45033" horzOverflow="overflow"/>
                </a:tc>
                <a:tc>
                  <a:txBody>
                    <a:bodyPr/>
                    <a:lstStyle/>
                    <a:p>
                      <a:pPr algn="l">
                        <a:defRPr sz="1800"/>
                      </a:pPr>
                      <a:endParaRPr/>
                    </a:p>
                  </a:txBody>
                  <a:tcPr marL="45033" marR="45033" marT="45033" marB="45033" horzOverflow="overflow"/>
                </a:tc>
                <a:extLst>
                  <a:ext uri="{0D108BD9-81ED-4DB2-BD59-A6C34878D82A}">
                    <a16:rowId xmlns:a16="http://schemas.microsoft.com/office/drawing/2014/main" val="10012"/>
                  </a:ext>
                </a:extLst>
              </a:tr>
              <a:tr h="486353">
                <a:tc>
                  <a:txBody>
                    <a:bodyPr/>
                    <a:lstStyle/>
                    <a:p>
                      <a:pPr algn="l">
                        <a:defRPr sz="1800"/>
                      </a:pPr>
                      <a:r>
                        <a:rPr sz="1200"/>
                        <a:t>13</a:t>
                      </a:r>
                    </a:p>
                  </a:txBody>
                  <a:tcPr marL="45033" marR="45033" marT="45033" marB="45033" horzOverflow="overflow"/>
                </a:tc>
                <a:tc>
                  <a:txBody>
                    <a:bodyPr/>
                    <a:lstStyle/>
                    <a:p>
                      <a:pPr algn="l">
                        <a:defRPr sz="1800"/>
                      </a:pPr>
                      <a:r>
                        <a:rPr sz="1200"/>
                        <a:t>カスタマーサポート（アンケート等）</a:t>
                      </a: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a:defRPr sz="1800"/>
                      </a:pPr>
                      <a:r>
                        <a:rPr sz="1200"/>
                        <a:t>◯</a:t>
                      </a:r>
                    </a:p>
                  </a:txBody>
                  <a:tcPr marL="45033" marR="45033" marT="45033" marB="45033" horzOverflow="overflow"/>
                </a:tc>
                <a:tc>
                  <a:txBody>
                    <a:bodyPr/>
                    <a:lstStyle/>
                    <a:p>
                      <a:pPr algn="l">
                        <a:defRPr sz="1800"/>
                      </a:pPr>
                      <a:endParaRPr/>
                    </a:p>
                  </a:txBody>
                  <a:tcPr marL="45033" marR="45033" marT="45033" marB="45033" horzOverflow="overflow"/>
                </a:tc>
                <a:extLst>
                  <a:ext uri="{0D108BD9-81ED-4DB2-BD59-A6C34878D82A}">
                    <a16:rowId xmlns:a16="http://schemas.microsoft.com/office/drawing/2014/main" val="10013"/>
                  </a:ext>
                </a:extLst>
              </a:tr>
            </a:tbl>
          </a:graphicData>
        </a:graphic>
      </p:graphicFrame>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8" name="正方形/長方形 9"/>
          <p:cNvSpPr txBox="1">
            <a:spLocks noGrp="1"/>
          </p:cNvSpPr>
          <p:nvPr>
            <p:ph type="sldNum" sz="quarter" idx="2"/>
          </p:nvPr>
        </p:nvSpPr>
        <p:spPr>
          <a:xfrm>
            <a:off x="9779000" y="6620921"/>
            <a:ext cx="127001" cy="17780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5</a:t>
            </a:fld>
            <a:endParaRPr/>
          </a:p>
        </p:txBody>
      </p:sp>
      <p:sp>
        <p:nvSpPr>
          <p:cNvPr id="749" name="タイトル 1"/>
          <p:cNvSpPr txBox="1">
            <a:spLocks noGrp="1"/>
          </p:cNvSpPr>
          <p:nvPr>
            <p:ph type="title"/>
          </p:nvPr>
        </p:nvSpPr>
        <p:spPr>
          <a:xfrm>
            <a:off x="200999" y="259199"/>
            <a:ext cx="9504002" cy="380481"/>
          </a:xfrm>
          <a:prstGeom prst="rect">
            <a:avLst/>
          </a:prstGeom>
        </p:spPr>
        <p:txBody>
          <a:bodyPr/>
          <a:lstStyle/>
          <a:p>
            <a:r>
              <a:t>マーケチームへのリクエスト</a:t>
            </a:r>
          </a:p>
        </p:txBody>
      </p:sp>
      <p:graphicFrame>
        <p:nvGraphicFramePr>
          <p:cNvPr id="750" name="表 4"/>
          <p:cNvGraphicFramePr/>
          <p:nvPr/>
        </p:nvGraphicFramePr>
        <p:xfrm>
          <a:off x="212409" y="823731"/>
          <a:ext cx="9492590" cy="5866341"/>
        </p:xfrm>
        <a:graphic>
          <a:graphicData uri="http://schemas.openxmlformats.org/drawingml/2006/table">
            <a:tbl>
              <a:tblPr firstRow="1" bandRow="1">
                <a:tableStyleId>{4C3C2611-4C71-4FC5-86AE-919BDF0F9419}</a:tableStyleId>
              </a:tblPr>
              <a:tblGrid>
                <a:gridCol w="585863">
                  <a:extLst>
                    <a:ext uri="{9D8B030D-6E8A-4147-A177-3AD203B41FA5}">
                      <a16:colId xmlns:a16="http://schemas.microsoft.com/office/drawing/2014/main" val="20000"/>
                    </a:ext>
                  </a:extLst>
                </a:gridCol>
                <a:gridCol w="2538136">
                  <a:extLst>
                    <a:ext uri="{9D8B030D-6E8A-4147-A177-3AD203B41FA5}">
                      <a16:colId xmlns:a16="http://schemas.microsoft.com/office/drawing/2014/main" val="20001"/>
                    </a:ext>
                  </a:extLst>
                </a:gridCol>
                <a:gridCol w="1337191">
                  <a:extLst>
                    <a:ext uri="{9D8B030D-6E8A-4147-A177-3AD203B41FA5}">
                      <a16:colId xmlns:a16="http://schemas.microsoft.com/office/drawing/2014/main" val="20002"/>
                    </a:ext>
                  </a:extLst>
                </a:gridCol>
                <a:gridCol w="5031400">
                  <a:extLst>
                    <a:ext uri="{9D8B030D-6E8A-4147-A177-3AD203B41FA5}">
                      <a16:colId xmlns:a16="http://schemas.microsoft.com/office/drawing/2014/main" val="20003"/>
                    </a:ext>
                  </a:extLst>
                </a:gridCol>
              </a:tblGrid>
              <a:tr h="306222">
                <a:tc>
                  <a:txBody>
                    <a:bodyPr/>
                    <a:lstStyle/>
                    <a:p>
                      <a:pPr algn="l">
                        <a:defRPr sz="1800" b="0">
                          <a:solidFill>
                            <a:srgbClr val="000000"/>
                          </a:solidFill>
                        </a:defRPr>
                      </a:pPr>
                      <a:r>
                        <a:rPr sz="1200" b="1">
                          <a:solidFill>
                            <a:srgbClr val="FFFFFF"/>
                          </a:solidFill>
                        </a:rPr>
                        <a:t>No.</a:t>
                      </a:r>
                    </a:p>
                  </a:txBody>
                  <a:tcPr marL="45033" marR="45033" marT="45033" marB="45033" horzOverflow="overflow"/>
                </a:tc>
                <a:tc>
                  <a:txBody>
                    <a:bodyPr/>
                    <a:lstStyle/>
                    <a:p>
                      <a:pPr algn="l">
                        <a:defRPr sz="1800" b="0">
                          <a:solidFill>
                            <a:srgbClr val="000000"/>
                          </a:solidFill>
                        </a:defRPr>
                      </a:pPr>
                      <a:r>
                        <a:rPr sz="1200" b="1">
                          <a:solidFill>
                            <a:srgbClr val="FFFFFF"/>
                          </a:solidFill>
                        </a:rPr>
                        <a:t>タスク名</a:t>
                      </a:r>
                    </a:p>
                  </a:txBody>
                  <a:tcPr marL="45033" marR="45033" marT="45033" marB="45033" horzOverflow="overflow"/>
                </a:tc>
                <a:tc>
                  <a:txBody>
                    <a:bodyPr/>
                    <a:lstStyle/>
                    <a:p>
                      <a:pPr algn="l" defTabSz="1125443">
                        <a:defRPr sz="1800" b="0">
                          <a:solidFill>
                            <a:srgbClr val="000000"/>
                          </a:solidFill>
                        </a:defRPr>
                      </a:pPr>
                      <a:r>
                        <a:rPr sz="1200" b="1">
                          <a:solidFill>
                            <a:srgbClr val="FFFFFF"/>
                          </a:solidFill>
                        </a:rPr>
                        <a:t>時期感</a:t>
                      </a:r>
                    </a:p>
                  </a:txBody>
                  <a:tcPr marL="45033" marR="45033" marT="45033" marB="45033" horzOverflow="overflow"/>
                </a:tc>
                <a:tc>
                  <a:txBody>
                    <a:bodyPr/>
                    <a:lstStyle/>
                    <a:p>
                      <a:pPr algn="l">
                        <a:defRPr sz="1800" b="0">
                          <a:solidFill>
                            <a:srgbClr val="000000"/>
                          </a:solidFill>
                        </a:defRPr>
                      </a:pPr>
                      <a:r>
                        <a:rPr sz="1200" b="1">
                          <a:solidFill>
                            <a:srgbClr val="FFFFFF"/>
                          </a:solidFill>
                        </a:rPr>
                        <a:t>概要</a:t>
                      </a:r>
                    </a:p>
                  </a:txBody>
                  <a:tcPr marL="45033" marR="45033" marT="45033" marB="45033" horzOverflow="overflow"/>
                </a:tc>
                <a:extLst>
                  <a:ext uri="{0D108BD9-81ED-4DB2-BD59-A6C34878D82A}">
                    <a16:rowId xmlns:a16="http://schemas.microsoft.com/office/drawing/2014/main" val="10000"/>
                  </a:ext>
                </a:extLst>
              </a:tr>
              <a:tr h="486353">
                <a:tc>
                  <a:txBody>
                    <a:bodyPr/>
                    <a:lstStyle/>
                    <a:p>
                      <a:pPr algn="l">
                        <a:defRPr sz="1800"/>
                      </a:pPr>
                      <a:r>
                        <a:rPr sz="1200"/>
                        <a:t>1</a:t>
                      </a:r>
                    </a:p>
                  </a:txBody>
                  <a:tcPr marL="45033" marR="45033" marT="45033" marB="45033" horzOverflow="overflow"/>
                </a:tc>
                <a:tc>
                  <a:txBody>
                    <a:bodyPr/>
                    <a:lstStyle/>
                    <a:p>
                      <a:pPr algn="l"/>
                      <a:r>
                        <a:t>HP作成</a:t>
                      </a:r>
                    </a:p>
                    <a:p>
                      <a:pPr algn="l"/>
                      <a:r>
                        <a:t>セミナー</a:t>
                      </a:r>
                    </a:p>
                    <a:p>
                      <a:pPr algn="l"/>
                      <a:r>
                        <a:t>SEO対策</a:t>
                      </a:r>
                    </a:p>
                    <a:p>
                      <a:pPr algn="l"/>
                      <a:r>
                        <a:t>展示会　などなど</a:t>
                      </a:r>
                    </a:p>
                  </a:txBody>
                  <a:tcPr marL="45033" marR="45033" marT="45033" marB="45033" horzOverflow="overflow"/>
                </a:tc>
                <a:tc>
                  <a:txBody>
                    <a:bodyPr/>
                    <a:lstStyle/>
                    <a:p>
                      <a:pPr algn="l"/>
                      <a:r>
                        <a:t>上期</a:t>
                      </a:r>
                    </a:p>
                    <a:p>
                      <a:pPr algn="l"/>
                      <a:r>
                        <a:t>下期</a:t>
                      </a:r>
                    </a:p>
                    <a:p>
                      <a:pPr algn="l"/>
                      <a:r>
                        <a:t>通年（毎月 など）</a:t>
                      </a:r>
                    </a:p>
                  </a:txBody>
                  <a:tcPr marL="45033" marR="45033" marT="45033" marB="45033" horzOverflow="overflow"/>
                </a:tc>
                <a:tc>
                  <a:txBody>
                    <a:bodyPr/>
                    <a:lstStyle/>
                    <a:p>
                      <a:pPr algn="l"/>
                      <a:r>
                        <a:t>※マーケチームに協力をしてほしいことを記載してください</a:t>
                      </a:r>
                    </a:p>
                  </a:txBody>
                  <a:tcPr marL="45033" marR="45033" marT="45033" marB="45033" horzOverflow="overflow"/>
                </a:tc>
                <a:extLst>
                  <a:ext uri="{0D108BD9-81ED-4DB2-BD59-A6C34878D82A}">
                    <a16:rowId xmlns:a16="http://schemas.microsoft.com/office/drawing/2014/main" val="10001"/>
                  </a:ext>
                </a:extLst>
              </a:tr>
              <a:tr h="306222">
                <a:tc>
                  <a:txBody>
                    <a:bodyPr/>
                    <a:lstStyle/>
                    <a:p>
                      <a:pPr algn="l">
                        <a:defRPr sz="1800"/>
                      </a:pPr>
                      <a:r>
                        <a:rPr sz="1200"/>
                        <a:t> 2</a:t>
                      </a: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a:defRPr sz="1800"/>
                      </a:pPr>
                      <a:endParaRPr/>
                    </a:p>
                  </a:txBody>
                  <a:tcPr marL="45033" marR="45033" marT="45033" marB="45033" horzOverflow="overflow"/>
                </a:tc>
                <a:extLst>
                  <a:ext uri="{0D108BD9-81ED-4DB2-BD59-A6C34878D82A}">
                    <a16:rowId xmlns:a16="http://schemas.microsoft.com/office/drawing/2014/main" val="10002"/>
                  </a:ext>
                </a:extLst>
              </a:tr>
              <a:tr h="306222">
                <a:tc>
                  <a:txBody>
                    <a:bodyPr/>
                    <a:lstStyle/>
                    <a:p>
                      <a:pPr algn="l">
                        <a:defRPr sz="1800"/>
                      </a:pPr>
                      <a:r>
                        <a:rPr sz="1200"/>
                        <a:t>3</a:t>
                      </a: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a:defRPr sz="1800"/>
                      </a:pPr>
                      <a:endParaRPr/>
                    </a:p>
                  </a:txBody>
                  <a:tcPr marL="45033" marR="45033" marT="45033" marB="45033" horzOverflow="overflow"/>
                </a:tc>
                <a:extLst>
                  <a:ext uri="{0D108BD9-81ED-4DB2-BD59-A6C34878D82A}">
                    <a16:rowId xmlns:a16="http://schemas.microsoft.com/office/drawing/2014/main" val="10003"/>
                  </a:ext>
                </a:extLst>
              </a:tr>
              <a:tr h="306222">
                <a:tc>
                  <a:txBody>
                    <a:bodyPr/>
                    <a:lstStyle/>
                    <a:p>
                      <a:pPr algn="l">
                        <a:defRPr sz="1800"/>
                      </a:pPr>
                      <a:r>
                        <a:rPr sz="1200"/>
                        <a:t>4</a:t>
                      </a: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a:defRPr sz="1800"/>
                      </a:pPr>
                      <a:endParaRPr/>
                    </a:p>
                  </a:txBody>
                  <a:tcPr marL="45033" marR="45033" marT="45033" marB="45033" horzOverflow="overflow"/>
                </a:tc>
                <a:extLst>
                  <a:ext uri="{0D108BD9-81ED-4DB2-BD59-A6C34878D82A}">
                    <a16:rowId xmlns:a16="http://schemas.microsoft.com/office/drawing/2014/main" val="10004"/>
                  </a:ext>
                </a:extLst>
              </a:tr>
              <a:tr h="306222">
                <a:tc>
                  <a:txBody>
                    <a:bodyPr/>
                    <a:lstStyle/>
                    <a:p>
                      <a:pPr algn="l">
                        <a:defRPr sz="1800"/>
                      </a:pPr>
                      <a:r>
                        <a:rPr sz="1200"/>
                        <a:t>5</a:t>
                      </a: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a:defRPr sz="1800"/>
                      </a:pPr>
                      <a:endParaRPr/>
                    </a:p>
                  </a:txBody>
                  <a:tcPr marL="45033" marR="45033" marT="45033" marB="45033" horzOverflow="overflow"/>
                </a:tc>
                <a:extLst>
                  <a:ext uri="{0D108BD9-81ED-4DB2-BD59-A6C34878D82A}">
                    <a16:rowId xmlns:a16="http://schemas.microsoft.com/office/drawing/2014/main" val="10005"/>
                  </a:ext>
                </a:extLst>
              </a:tr>
              <a:tr h="486353">
                <a:tc>
                  <a:txBody>
                    <a:bodyPr/>
                    <a:lstStyle/>
                    <a:p>
                      <a:pPr algn="l">
                        <a:defRPr sz="1800"/>
                      </a:pPr>
                      <a:r>
                        <a:rPr sz="1200"/>
                        <a:t>6</a:t>
                      </a: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a:defRPr sz="1800"/>
                      </a:pPr>
                      <a:endParaRPr/>
                    </a:p>
                  </a:txBody>
                  <a:tcPr marL="45033" marR="45033" marT="45033" marB="45033" horzOverflow="overflow"/>
                </a:tc>
                <a:extLst>
                  <a:ext uri="{0D108BD9-81ED-4DB2-BD59-A6C34878D82A}">
                    <a16:rowId xmlns:a16="http://schemas.microsoft.com/office/drawing/2014/main" val="10006"/>
                  </a:ext>
                </a:extLst>
              </a:tr>
              <a:tr h="306222">
                <a:tc>
                  <a:txBody>
                    <a:bodyPr/>
                    <a:lstStyle/>
                    <a:p>
                      <a:pPr algn="l">
                        <a:defRPr sz="1800"/>
                      </a:pPr>
                      <a:r>
                        <a:rPr sz="1200"/>
                        <a:t>7</a:t>
                      </a: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a:defRPr sz="1800"/>
                      </a:pPr>
                      <a:endParaRPr/>
                    </a:p>
                  </a:txBody>
                  <a:tcPr marL="45033" marR="45033" marT="45033" marB="45033" horzOverflow="overflow"/>
                </a:tc>
                <a:extLst>
                  <a:ext uri="{0D108BD9-81ED-4DB2-BD59-A6C34878D82A}">
                    <a16:rowId xmlns:a16="http://schemas.microsoft.com/office/drawing/2014/main" val="10007"/>
                  </a:ext>
                </a:extLst>
              </a:tr>
              <a:tr h="306222">
                <a:tc>
                  <a:txBody>
                    <a:bodyPr/>
                    <a:lstStyle/>
                    <a:p>
                      <a:pPr algn="l">
                        <a:defRPr sz="1800"/>
                      </a:pPr>
                      <a:r>
                        <a:rPr sz="1200"/>
                        <a:t>8</a:t>
                      </a: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a:defRPr sz="1800"/>
                      </a:pPr>
                      <a:endParaRPr/>
                    </a:p>
                  </a:txBody>
                  <a:tcPr marL="45033" marR="45033" marT="45033" marB="45033" horzOverflow="overflow"/>
                </a:tc>
                <a:extLst>
                  <a:ext uri="{0D108BD9-81ED-4DB2-BD59-A6C34878D82A}">
                    <a16:rowId xmlns:a16="http://schemas.microsoft.com/office/drawing/2014/main" val="10008"/>
                  </a:ext>
                </a:extLst>
              </a:tr>
              <a:tr h="306222">
                <a:tc>
                  <a:txBody>
                    <a:bodyPr/>
                    <a:lstStyle/>
                    <a:p>
                      <a:pPr algn="l">
                        <a:defRPr sz="1800"/>
                      </a:pPr>
                      <a:r>
                        <a:rPr sz="1200"/>
                        <a:t>9</a:t>
                      </a: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a:defRPr sz="1800"/>
                      </a:pPr>
                      <a:endParaRPr/>
                    </a:p>
                  </a:txBody>
                  <a:tcPr marL="45033" marR="45033" marT="45033" marB="45033" horzOverflow="overflow"/>
                </a:tc>
                <a:extLst>
                  <a:ext uri="{0D108BD9-81ED-4DB2-BD59-A6C34878D82A}">
                    <a16:rowId xmlns:a16="http://schemas.microsoft.com/office/drawing/2014/main" val="10009"/>
                  </a:ext>
                </a:extLst>
              </a:tr>
              <a:tr h="486353">
                <a:tc>
                  <a:txBody>
                    <a:bodyPr/>
                    <a:lstStyle/>
                    <a:p>
                      <a:pPr algn="l">
                        <a:defRPr sz="1800"/>
                      </a:pPr>
                      <a:r>
                        <a:rPr sz="1200"/>
                        <a:t>10</a:t>
                      </a: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a:defRPr sz="1800"/>
                      </a:pPr>
                      <a:endParaRPr/>
                    </a:p>
                  </a:txBody>
                  <a:tcPr marL="45033" marR="45033" marT="45033" marB="45033" horzOverflow="overflow"/>
                </a:tc>
                <a:extLst>
                  <a:ext uri="{0D108BD9-81ED-4DB2-BD59-A6C34878D82A}">
                    <a16:rowId xmlns:a16="http://schemas.microsoft.com/office/drawing/2014/main" val="10010"/>
                  </a:ext>
                </a:extLst>
              </a:tr>
              <a:tr h="306222">
                <a:tc>
                  <a:txBody>
                    <a:bodyPr/>
                    <a:lstStyle/>
                    <a:p>
                      <a:pPr algn="l">
                        <a:defRPr sz="1800"/>
                      </a:pPr>
                      <a:r>
                        <a:rPr sz="1200"/>
                        <a:t>11</a:t>
                      </a: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a:defRPr sz="1800"/>
                      </a:pPr>
                      <a:endParaRPr/>
                    </a:p>
                  </a:txBody>
                  <a:tcPr marL="45033" marR="45033" marT="45033" marB="45033" horzOverflow="overflow"/>
                </a:tc>
                <a:extLst>
                  <a:ext uri="{0D108BD9-81ED-4DB2-BD59-A6C34878D82A}">
                    <a16:rowId xmlns:a16="http://schemas.microsoft.com/office/drawing/2014/main" val="10011"/>
                  </a:ext>
                </a:extLst>
              </a:tr>
              <a:tr h="306222">
                <a:tc>
                  <a:txBody>
                    <a:bodyPr/>
                    <a:lstStyle/>
                    <a:p>
                      <a:pPr algn="l">
                        <a:defRPr sz="1800"/>
                      </a:pPr>
                      <a:r>
                        <a:rPr sz="1200"/>
                        <a:t>12</a:t>
                      </a: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a:defRPr sz="1800"/>
                      </a:pPr>
                      <a:endParaRPr/>
                    </a:p>
                  </a:txBody>
                  <a:tcPr marL="45033" marR="45033" marT="45033" marB="45033" horzOverflow="overflow"/>
                </a:tc>
                <a:extLst>
                  <a:ext uri="{0D108BD9-81ED-4DB2-BD59-A6C34878D82A}">
                    <a16:rowId xmlns:a16="http://schemas.microsoft.com/office/drawing/2014/main" val="10012"/>
                  </a:ext>
                </a:extLst>
              </a:tr>
              <a:tr h="486353">
                <a:tc>
                  <a:txBody>
                    <a:bodyPr/>
                    <a:lstStyle/>
                    <a:p>
                      <a:pPr algn="l">
                        <a:defRPr sz="1800"/>
                      </a:pPr>
                      <a:r>
                        <a:rPr sz="1200"/>
                        <a:t>13</a:t>
                      </a: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a:defRPr sz="1800"/>
                      </a:pPr>
                      <a:endParaRPr/>
                    </a:p>
                  </a:txBody>
                  <a:tcPr marL="45033" marR="45033" marT="45033" marB="45033" horzOverflow="overflow"/>
                </a:tc>
                <a:tc>
                  <a:txBody>
                    <a:bodyPr/>
                    <a:lstStyle/>
                    <a:p>
                      <a:pPr algn="l">
                        <a:defRPr sz="1800"/>
                      </a:pPr>
                      <a:endParaRPr/>
                    </a:p>
                  </a:txBody>
                  <a:tcPr marL="45033" marR="45033" marT="45033" marB="45033" horzOverflow="overflow"/>
                </a:tc>
                <a:extLst>
                  <a:ext uri="{0D108BD9-81ED-4DB2-BD59-A6C34878D82A}">
                    <a16:rowId xmlns:a16="http://schemas.microsoft.com/office/drawing/2014/main" val="10013"/>
                  </a:ext>
                </a:extLst>
              </a:tr>
            </a:tbl>
          </a:graphicData>
        </a:graphic>
      </p:graphicFrame>
    </p:spTree>
  </p:cSld>
  <p:clrMapOvr>
    <a:masterClrMapping/>
  </p:clrMapOvr>
  <p:transition spd="med"/>
</p:sld>
</file>

<file path=ppt/theme/theme1.xml><?xml version="1.0" encoding="utf-8"?>
<a:theme xmlns:a="http://schemas.openxmlformats.org/drawingml/2006/main" name="NRI Template 2019 Standard">
  <a:themeElements>
    <a:clrScheme name="NRI Template 2019 Standard">
      <a:dk1>
        <a:srgbClr val="000000"/>
      </a:dk1>
      <a:lt1>
        <a:srgbClr val="FFFFFF"/>
      </a:lt1>
      <a:dk2>
        <a:srgbClr val="A7A7A7"/>
      </a:dk2>
      <a:lt2>
        <a:srgbClr val="535353"/>
      </a:lt2>
      <a:accent1>
        <a:srgbClr val="000F78"/>
      </a:accent1>
      <a:accent2>
        <a:srgbClr val="3C64AA"/>
      </a:accent2>
      <a:accent3>
        <a:srgbClr val="64AADC"/>
      </a:accent3>
      <a:accent4>
        <a:srgbClr val="F59637"/>
      </a:accent4>
      <a:accent5>
        <a:srgbClr val="D73232"/>
      </a:accent5>
      <a:accent6>
        <a:srgbClr val="0F55C3"/>
      </a:accent6>
      <a:hlink>
        <a:srgbClr val="0000FF"/>
      </a:hlink>
      <a:folHlink>
        <a:srgbClr val="FF00FF"/>
      </a:folHlink>
    </a:clrScheme>
    <a:fontScheme name="NRI Template 2019 Standard">
      <a:majorFont>
        <a:latin typeface="Helvetica"/>
        <a:ea typeface="Helvetica"/>
        <a:cs typeface="Helvetica"/>
      </a:majorFont>
      <a:minorFont>
        <a:latin typeface="游ゴシック"/>
        <a:ea typeface="游ゴシック"/>
        <a:cs typeface="游ゴシック"/>
      </a:minorFont>
    </a:fontScheme>
    <a:fmtScheme name="NRI Template 2019 Standard">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Yu Gothic UI"/>
            <a:ea typeface="Yu Gothic UI"/>
            <a:cs typeface="Yu Gothic UI"/>
            <a:sym typeface="Yu Gothic U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Yu Gothic UI"/>
            <a:ea typeface="Yu Gothic UI"/>
            <a:cs typeface="Yu Gothic UI"/>
            <a:sym typeface="Yu Gothic U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NRI Template 2019 Standard">
  <a:themeElements>
    <a:clrScheme name="NRI Template 2019 Standard">
      <a:dk1>
        <a:srgbClr val="000000"/>
      </a:dk1>
      <a:lt1>
        <a:srgbClr val="FFFFFF"/>
      </a:lt1>
      <a:dk2>
        <a:srgbClr val="A7A7A7"/>
      </a:dk2>
      <a:lt2>
        <a:srgbClr val="535353"/>
      </a:lt2>
      <a:accent1>
        <a:srgbClr val="000F78"/>
      </a:accent1>
      <a:accent2>
        <a:srgbClr val="3C64AA"/>
      </a:accent2>
      <a:accent3>
        <a:srgbClr val="64AADC"/>
      </a:accent3>
      <a:accent4>
        <a:srgbClr val="F59637"/>
      </a:accent4>
      <a:accent5>
        <a:srgbClr val="D73232"/>
      </a:accent5>
      <a:accent6>
        <a:srgbClr val="0F55C3"/>
      </a:accent6>
      <a:hlink>
        <a:srgbClr val="0000FF"/>
      </a:hlink>
      <a:folHlink>
        <a:srgbClr val="FF00FF"/>
      </a:folHlink>
    </a:clrScheme>
    <a:fontScheme name="NRI Template 2019 Standard">
      <a:majorFont>
        <a:latin typeface="Helvetica"/>
        <a:ea typeface="Helvetica"/>
        <a:cs typeface="Helvetica"/>
      </a:majorFont>
      <a:minorFont>
        <a:latin typeface="游ゴシック"/>
        <a:ea typeface="游ゴシック"/>
        <a:cs typeface="游ゴシック"/>
      </a:minorFont>
    </a:fontScheme>
    <a:fmtScheme name="NRI Template 2019 Standard">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Yu Gothic UI"/>
            <a:ea typeface="Yu Gothic UI"/>
            <a:cs typeface="Yu Gothic UI"/>
            <a:sym typeface="Yu Gothic U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Yu Gothic UI"/>
            <a:ea typeface="Yu Gothic UI"/>
            <a:cs typeface="Yu Gothic UI"/>
            <a:sym typeface="Yu Gothic U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286</TotalTime>
  <Words>383</Words>
  <Application>Microsoft Office PowerPoint</Application>
  <PresentationFormat>A4 210 x 297 mm</PresentationFormat>
  <Paragraphs>145</Paragraphs>
  <Slides>5</Slides>
  <Notes>0</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5</vt:i4>
      </vt:variant>
    </vt:vector>
  </HeadingPairs>
  <TitlesOfParts>
    <vt:vector size="14" baseType="lpstr">
      <vt:lpstr>(日本語用のフォントを使用)</vt:lpstr>
      <vt:lpstr>Meiryo UI</vt:lpstr>
      <vt:lpstr>UD デジタル 教科書体 N-B</vt:lpstr>
      <vt:lpstr>UD デジタル 教科書体 N-R</vt:lpstr>
      <vt:lpstr>Yu Gothic UI</vt:lpstr>
      <vt:lpstr>游ゴシック</vt:lpstr>
      <vt:lpstr>Arial</vt:lpstr>
      <vt:lpstr>Wingdings</vt:lpstr>
      <vt:lpstr>NRI Template 2019 Standard</vt:lpstr>
      <vt:lpstr>Snowflake</vt:lpstr>
      <vt:lpstr>【Snowflake】各種KPI・施策</vt:lpstr>
      <vt:lpstr>　Snowflakeの役割分担と体制　体制図</vt:lpstr>
      <vt:lpstr>PowerPoint プレゼンテーション</vt:lpstr>
      <vt:lpstr>マーケチームへのリクエスト</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松浦　芳乃(853305)aslead事業部</cp:lastModifiedBy>
  <cp:revision>6</cp:revision>
  <dcterms:modified xsi:type="dcterms:W3CDTF">2025-05-30T08:45:45Z</dcterms:modified>
</cp:coreProperties>
</file>