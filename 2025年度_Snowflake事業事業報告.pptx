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3" r:id="rId6"/>
    <p:sldId id="260" r:id="rId7"/>
    <p:sldId id="261" r:id="rId8"/>
    <p:sldId id="262" r:id="rId9"/>
  </p:sldIdLst>
  <p:sldSz cx="9906000" cy="6858000" type="A4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Yu Gothic UI"/>
        <a:ea typeface="Yu Gothic UI"/>
        <a:cs typeface="Yu Gothic UI"/>
        <a:sym typeface="Yu Gothic UI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Yu Gothic UI"/>
        <a:ea typeface="Yu Gothic UI"/>
        <a:cs typeface="Yu Gothic UI"/>
        <a:sym typeface="Yu Gothic UI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Yu Gothic UI"/>
        <a:ea typeface="Yu Gothic UI"/>
        <a:cs typeface="Yu Gothic UI"/>
        <a:sym typeface="Yu Gothic UI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Yu Gothic UI"/>
        <a:ea typeface="Yu Gothic UI"/>
        <a:cs typeface="Yu Gothic UI"/>
        <a:sym typeface="Yu Gothic UI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Yu Gothic UI"/>
        <a:ea typeface="Yu Gothic UI"/>
        <a:cs typeface="Yu Gothic UI"/>
        <a:sym typeface="Yu Gothic UI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Yu Gothic UI"/>
        <a:ea typeface="Yu Gothic UI"/>
        <a:cs typeface="Yu Gothic UI"/>
        <a:sym typeface="Yu Gothic UI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Yu Gothic UI"/>
        <a:ea typeface="Yu Gothic UI"/>
        <a:cs typeface="Yu Gothic UI"/>
        <a:sym typeface="Yu Gothic UI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Yu Gothic UI"/>
        <a:ea typeface="Yu Gothic UI"/>
        <a:cs typeface="Yu Gothic UI"/>
        <a:sym typeface="Yu Gothic UI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Yu Gothic UI"/>
        <a:ea typeface="Yu Gothic UI"/>
        <a:cs typeface="Yu Gothic UI"/>
        <a:sym typeface="Yu Gothic UI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>
          <a:latin typeface="Yu Gothic UI"/>
          <a:ea typeface="Yu Gothic UI"/>
          <a:cs typeface="Yu Gothic U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D5"/>
          </a:solidFill>
        </a:fill>
      </a:tcStyle>
    </a:wholeTbl>
    <a:band2H>
      <a:tcTxStyle/>
      <a:tcStyle>
        <a:tcBdr/>
        <a:fill>
          <a:solidFill>
            <a:srgbClr val="E6E6EB"/>
          </a:solidFill>
        </a:fill>
      </a:tcStyle>
    </a:band2H>
    <a:firstCol>
      <a:tcTxStyle b="on" i="off">
        <a:font>
          <a:latin typeface="Yu Gothic UI"/>
          <a:ea typeface="Yu Gothic UI"/>
          <a:cs typeface="Yu Gothic U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Yu Gothic UI"/>
          <a:ea typeface="Yu Gothic UI"/>
          <a:cs typeface="Yu Gothic U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>
          <a:latin typeface="Yu Gothic UI"/>
          <a:ea typeface="Yu Gothic UI"/>
          <a:cs typeface="Yu Gothic U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Yu Gothic UI"/>
          <a:ea typeface="Yu Gothic UI"/>
          <a:cs typeface="Yu Gothic U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2E2F2"/>
          </a:solidFill>
        </a:fill>
      </a:tcStyle>
    </a:wholeTbl>
    <a:band2H>
      <a:tcTxStyle/>
      <a:tcStyle>
        <a:tcBdr/>
        <a:fill>
          <a:solidFill>
            <a:srgbClr val="EAF1F8"/>
          </a:solidFill>
        </a:fill>
      </a:tcStyle>
    </a:band2H>
    <a:firstCol>
      <a:tcTxStyle b="on" i="off">
        <a:font>
          <a:latin typeface="Yu Gothic UI"/>
          <a:ea typeface="Yu Gothic UI"/>
          <a:cs typeface="Yu Gothic U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>
          <a:latin typeface="Yu Gothic UI"/>
          <a:ea typeface="Yu Gothic UI"/>
          <a:cs typeface="Yu Gothic U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>
          <a:latin typeface="Yu Gothic UI"/>
          <a:ea typeface="Yu Gothic UI"/>
          <a:cs typeface="Yu Gothic U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Yu Gothic UI"/>
          <a:ea typeface="Yu Gothic UI"/>
          <a:cs typeface="Yu Gothic U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0E9"/>
          </a:solidFill>
        </a:fill>
      </a:tcStyle>
    </a:wholeTbl>
    <a:band2H>
      <a:tcTxStyle/>
      <a:tcStyle>
        <a:tcBdr/>
        <a:fill>
          <a:solidFill>
            <a:srgbClr val="E6E9F4"/>
          </a:solidFill>
        </a:fill>
      </a:tcStyle>
    </a:band2H>
    <a:firstCol>
      <a:tcTxStyle b="on" i="off">
        <a:font>
          <a:latin typeface="Yu Gothic UI"/>
          <a:ea typeface="Yu Gothic UI"/>
          <a:cs typeface="Yu Gothic U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>
          <a:latin typeface="Yu Gothic UI"/>
          <a:ea typeface="Yu Gothic UI"/>
          <a:cs typeface="Yu Gothic U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>
          <a:latin typeface="Yu Gothic UI"/>
          <a:ea typeface="Yu Gothic UI"/>
          <a:cs typeface="Yu Gothic U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Yu Gothic UI"/>
          <a:ea typeface="Yu Gothic UI"/>
          <a:cs typeface="Yu Gothic UI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Yu Gothic UI"/>
          <a:ea typeface="Yu Gothic UI"/>
          <a:cs typeface="Yu Gothic UI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Yu Gothic UI"/>
          <a:ea typeface="Yu Gothic UI"/>
          <a:cs typeface="Yu Gothic UI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Yu Gothic UI"/>
          <a:ea typeface="Yu Gothic UI"/>
          <a:cs typeface="Yu Gothic UI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Yu Gothic UI"/>
          <a:ea typeface="Yu Gothic UI"/>
          <a:cs typeface="Yu Gothic U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>
          <a:latin typeface="Yu Gothic UI"/>
          <a:ea typeface="Yu Gothic UI"/>
          <a:cs typeface="Yu Gothic U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>
          <a:latin typeface="Yu Gothic UI"/>
          <a:ea typeface="Yu Gothic UI"/>
          <a:cs typeface="Yu Gothic U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>
          <a:latin typeface="Yu Gothic UI"/>
          <a:ea typeface="Yu Gothic UI"/>
          <a:cs typeface="Yu Gothic U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Yu Gothic UI"/>
          <a:ea typeface="Yu Gothic UI"/>
          <a:cs typeface="Yu Gothic U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Yu Gothic UI"/>
          <a:ea typeface="Yu Gothic UI"/>
          <a:cs typeface="Yu Gothic U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>
          <a:latin typeface="Yu Gothic UI"/>
          <a:ea typeface="Yu Gothic UI"/>
          <a:cs typeface="Yu Gothic U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>
          <a:latin typeface="Yu Gothic UI"/>
          <a:ea typeface="Yu Gothic UI"/>
          <a:cs typeface="Yu Gothic U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1406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Shape 59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95" name="Shape 595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游ゴシック"/>
      </a:defRPr>
    </a:lvl1pPr>
    <a:lvl2pPr indent="228600" latinLnBrk="0">
      <a:defRPr sz="1200">
        <a:latin typeface="+mn-lt"/>
        <a:ea typeface="+mn-ea"/>
        <a:cs typeface="+mn-cs"/>
        <a:sym typeface="游ゴシック"/>
      </a:defRPr>
    </a:lvl2pPr>
    <a:lvl3pPr indent="457200" latinLnBrk="0">
      <a:defRPr sz="1200">
        <a:latin typeface="+mn-lt"/>
        <a:ea typeface="+mn-ea"/>
        <a:cs typeface="+mn-cs"/>
        <a:sym typeface="游ゴシック"/>
      </a:defRPr>
    </a:lvl3pPr>
    <a:lvl4pPr indent="685800" latinLnBrk="0">
      <a:defRPr sz="1200">
        <a:latin typeface="+mn-lt"/>
        <a:ea typeface="+mn-ea"/>
        <a:cs typeface="+mn-cs"/>
        <a:sym typeface="游ゴシック"/>
      </a:defRPr>
    </a:lvl4pPr>
    <a:lvl5pPr indent="914400" latinLnBrk="0">
      <a:defRPr sz="1200">
        <a:latin typeface="+mn-lt"/>
        <a:ea typeface="+mn-ea"/>
        <a:cs typeface="+mn-cs"/>
        <a:sym typeface="游ゴシック"/>
      </a:defRPr>
    </a:lvl5pPr>
    <a:lvl6pPr indent="1143000" latinLnBrk="0">
      <a:defRPr sz="1200">
        <a:latin typeface="+mn-lt"/>
        <a:ea typeface="+mn-ea"/>
        <a:cs typeface="+mn-cs"/>
        <a:sym typeface="游ゴシック"/>
      </a:defRPr>
    </a:lvl6pPr>
    <a:lvl7pPr indent="1371600" latinLnBrk="0">
      <a:defRPr sz="1200">
        <a:latin typeface="+mn-lt"/>
        <a:ea typeface="+mn-ea"/>
        <a:cs typeface="+mn-cs"/>
        <a:sym typeface="游ゴシック"/>
      </a:defRPr>
    </a:lvl7pPr>
    <a:lvl8pPr indent="1600200" latinLnBrk="0">
      <a:defRPr sz="1200">
        <a:latin typeface="+mn-lt"/>
        <a:ea typeface="+mn-ea"/>
        <a:cs typeface="+mn-cs"/>
        <a:sym typeface="游ゴシック"/>
      </a:defRPr>
    </a:lvl8pPr>
    <a:lvl9pPr indent="1828800" latinLnBrk="0">
      <a:defRPr sz="1200">
        <a:latin typeface="+mn-lt"/>
        <a:ea typeface="+mn-ea"/>
        <a:cs typeface="+mn-cs"/>
        <a:sym typeface="游ゴシック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③ 表紙（写真なし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タイトルテキスト"/>
          <p:cNvSpPr txBox="1">
            <a:spLocks noGrp="1"/>
          </p:cNvSpPr>
          <p:nvPr>
            <p:ph type="title"/>
          </p:nvPr>
        </p:nvSpPr>
        <p:spPr>
          <a:xfrm>
            <a:off x="492765" y="2081178"/>
            <a:ext cx="8924285" cy="442035"/>
          </a:xfrm>
          <a:prstGeom prst="rect">
            <a:avLst/>
          </a:prstGeom>
          <a:noFill/>
        </p:spPr>
        <p:txBody>
          <a:bodyPr anchor="ctr">
            <a:normAutofit/>
          </a:bodyPr>
          <a:lstStyle>
            <a:lvl1pPr>
              <a:defRPr sz="2400"/>
            </a:lvl1pPr>
          </a:lstStyle>
          <a:p>
            <a:r>
              <a:t>タイトルテキスト</a:t>
            </a:r>
          </a:p>
        </p:txBody>
      </p:sp>
      <p:sp>
        <p:nvSpPr>
          <p:cNvPr id="35" name="本文レベル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492388" y="700574"/>
            <a:ext cx="8924663" cy="344135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buClrTx/>
              <a:buSzTx/>
              <a:buNone/>
              <a:defRPr b="1"/>
            </a:lvl1pPr>
            <a:lvl2pPr marL="0" indent="495284">
              <a:lnSpc>
                <a:spcPct val="110000"/>
              </a:lnSpc>
              <a:spcBef>
                <a:spcPts val="0"/>
              </a:spcBef>
              <a:buClrTx/>
              <a:buSzTx/>
              <a:buNone/>
              <a:defRPr b="1"/>
            </a:lvl2pPr>
            <a:lvl3pPr marL="0" indent="990569">
              <a:lnSpc>
                <a:spcPct val="110000"/>
              </a:lnSpc>
              <a:spcBef>
                <a:spcPts val="0"/>
              </a:spcBef>
              <a:buClrTx/>
              <a:buSzTx/>
              <a:buNone/>
              <a:defRPr b="1"/>
            </a:lvl3pPr>
            <a:lvl4pPr marL="0" indent="1485853">
              <a:lnSpc>
                <a:spcPct val="110000"/>
              </a:lnSpc>
              <a:spcBef>
                <a:spcPts val="0"/>
              </a:spcBef>
              <a:buClrTx/>
              <a:buSzTx/>
              <a:buNone/>
              <a:defRPr b="1"/>
            </a:lvl4pPr>
            <a:lvl5pPr marL="0" indent="1981138">
              <a:lnSpc>
                <a:spcPct val="110000"/>
              </a:lnSpc>
              <a:spcBef>
                <a:spcPts val="0"/>
              </a:spcBef>
              <a:buClrTx/>
              <a:buSzTx/>
              <a:buNone/>
              <a:defRPr b="1"/>
            </a:lvl5pPr>
          </a:lstStyle>
          <a:p>
            <a:r>
              <a:t>資料名など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36" name="テキスト プレースホルダー 14"/>
          <p:cNvSpPr>
            <a:spLocks noGrp="1"/>
          </p:cNvSpPr>
          <p:nvPr>
            <p:ph type="body" sz="quarter" idx="21" hasCustomPrompt="1"/>
          </p:nvPr>
        </p:nvSpPr>
        <p:spPr>
          <a:xfrm>
            <a:off x="492388" y="5435999"/>
            <a:ext cx="6303233" cy="252001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>
              <a:spcBef>
                <a:spcPts val="0"/>
              </a:spcBef>
              <a:buClrTx/>
              <a:buSzTx/>
              <a:buNone/>
              <a:defRPr sz="1200" b="1"/>
            </a:lvl1pPr>
          </a:lstStyle>
          <a:p>
            <a:r>
              <a:t>日付</a:t>
            </a:r>
          </a:p>
        </p:txBody>
      </p:sp>
      <p:sp>
        <p:nvSpPr>
          <p:cNvPr id="37" name="テキスト プレースホルダー 14"/>
          <p:cNvSpPr>
            <a:spLocks noGrp="1"/>
          </p:cNvSpPr>
          <p:nvPr>
            <p:ph type="body" sz="quarter" idx="22" hasCustomPrompt="1"/>
          </p:nvPr>
        </p:nvSpPr>
        <p:spPr>
          <a:xfrm>
            <a:off x="492764" y="4265052"/>
            <a:ext cx="6303233" cy="103755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lnSpc>
                <a:spcPct val="140000"/>
              </a:lnSpc>
              <a:spcBef>
                <a:spcPts val="0"/>
              </a:spcBef>
              <a:buClrTx/>
              <a:buSzTx/>
              <a:buNone/>
              <a:defRPr sz="1200" b="1"/>
            </a:lvl1pPr>
          </a:lstStyle>
          <a:p>
            <a:r>
              <a:t>部署</a:t>
            </a:r>
          </a:p>
        </p:txBody>
      </p:sp>
      <p:sp>
        <p:nvSpPr>
          <p:cNvPr id="38" name="テキスト プレースホルダー 4"/>
          <p:cNvSpPr>
            <a:spLocks noGrp="1"/>
          </p:cNvSpPr>
          <p:nvPr>
            <p:ph type="body" sz="quarter" idx="23" hasCustomPrompt="1"/>
          </p:nvPr>
        </p:nvSpPr>
        <p:spPr>
          <a:xfrm>
            <a:off x="492764" y="3790800"/>
            <a:ext cx="6303233" cy="342001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>
              <a:spcBef>
                <a:spcPts val="0"/>
              </a:spcBef>
              <a:buClrTx/>
              <a:buSzTx/>
              <a:buNone/>
              <a:defRPr b="1"/>
            </a:lvl1pPr>
          </a:lstStyle>
          <a:p>
            <a:r>
              <a:t>名前</a:t>
            </a:r>
          </a:p>
        </p:txBody>
      </p:sp>
      <p:sp>
        <p:nvSpPr>
          <p:cNvPr id="39" name="直線コネクタ 5"/>
          <p:cNvSpPr/>
          <p:nvPr/>
        </p:nvSpPr>
        <p:spPr>
          <a:xfrm>
            <a:off x="493199" y="3439940"/>
            <a:ext cx="4464001" cy="1"/>
          </a:xfrm>
          <a:prstGeom prst="line">
            <a:avLst/>
          </a:prstGeom>
          <a:ln w="31750">
            <a:solidFill>
              <a:schemeClr val="accent1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grpSp>
        <p:nvGrpSpPr>
          <p:cNvPr id="42" name="グループ化 12"/>
          <p:cNvGrpSpPr/>
          <p:nvPr/>
        </p:nvGrpSpPr>
        <p:grpSpPr>
          <a:xfrm>
            <a:off x="492766" y="6044136"/>
            <a:ext cx="766801" cy="385679"/>
            <a:chOff x="0" y="0"/>
            <a:chExt cx="766800" cy="385678"/>
          </a:xfrm>
        </p:grpSpPr>
        <p:sp>
          <p:nvSpPr>
            <p:cNvPr id="40" name="Freeform 290"/>
            <p:cNvSpPr/>
            <p:nvPr/>
          </p:nvSpPr>
          <p:spPr>
            <a:xfrm>
              <a:off x="664144" y="1555"/>
              <a:ext cx="102657" cy="38256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lnTo>
                    <a:pt x="0" y="0"/>
                  </a:lnTo>
                  <a:lnTo>
                    <a:pt x="818" y="5312"/>
                  </a:lnTo>
                  <a:lnTo>
                    <a:pt x="1145" y="8034"/>
                  </a:lnTo>
                  <a:lnTo>
                    <a:pt x="1309" y="10800"/>
                  </a:lnTo>
                  <a:lnTo>
                    <a:pt x="1145" y="13610"/>
                  </a:lnTo>
                  <a:lnTo>
                    <a:pt x="818" y="16332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0782" y="16332"/>
                  </a:lnTo>
                  <a:lnTo>
                    <a:pt x="20291" y="13610"/>
                  </a:lnTo>
                  <a:lnTo>
                    <a:pt x="20291" y="8034"/>
                  </a:lnTo>
                  <a:lnTo>
                    <a:pt x="20782" y="5312"/>
                  </a:lnTo>
                  <a:lnTo>
                    <a:pt x="21600" y="0"/>
                  </a:lnTo>
                  <a:close/>
                </a:path>
              </a:pathLst>
            </a:custGeom>
            <a:solidFill>
              <a:srgbClr val="005BAC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41" name="Freeform 291"/>
            <p:cNvSpPr/>
            <p:nvPr/>
          </p:nvSpPr>
          <p:spPr>
            <a:xfrm>
              <a:off x="0" y="-1"/>
              <a:ext cx="654814" cy="38568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7167" y="11517"/>
                  </a:moveTo>
                  <a:lnTo>
                    <a:pt x="17859" y="11039"/>
                  </a:lnTo>
                  <a:lnTo>
                    <a:pt x="18423" y="10431"/>
                  </a:lnTo>
                  <a:lnTo>
                    <a:pt x="18961" y="9822"/>
                  </a:lnTo>
                  <a:lnTo>
                    <a:pt x="19396" y="9040"/>
                  </a:lnTo>
                  <a:lnTo>
                    <a:pt x="19730" y="8214"/>
                  </a:lnTo>
                  <a:lnTo>
                    <a:pt x="19986" y="7301"/>
                  </a:lnTo>
                  <a:lnTo>
                    <a:pt x="20088" y="6910"/>
                  </a:lnTo>
                  <a:lnTo>
                    <a:pt x="20140" y="6432"/>
                  </a:lnTo>
                  <a:lnTo>
                    <a:pt x="20191" y="5998"/>
                  </a:lnTo>
                  <a:lnTo>
                    <a:pt x="20191" y="4998"/>
                  </a:lnTo>
                  <a:lnTo>
                    <a:pt x="20140" y="4476"/>
                  </a:lnTo>
                  <a:lnTo>
                    <a:pt x="20088" y="3998"/>
                  </a:lnTo>
                  <a:lnTo>
                    <a:pt x="20011" y="3520"/>
                  </a:lnTo>
                  <a:lnTo>
                    <a:pt x="19883" y="3129"/>
                  </a:lnTo>
                  <a:lnTo>
                    <a:pt x="19730" y="2695"/>
                  </a:lnTo>
                  <a:lnTo>
                    <a:pt x="19601" y="2347"/>
                  </a:lnTo>
                  <a:lnTo>
                    <a:pt x="19396" y="1999"/>
                  </a:lnTo>
                  <a:lnTo>
                    <a:pt x="19012" y="1391"/>
                  </a:lnTo>
                  <a:lnTo>
                    <a:pt x="18551" y="956"/>
                  </a:lnTo>
                  <a:lnTo>
                    <a:pt x="18064" y="608"/>
                  </a:lnTo>
                  <a:lnTo>
                    <a:pt x="17500" y="348"/>
                  </a:lnTo>
                  <a:lnTo>
                    <a:pt x="16937" y="217"/>
                  </a:lnTo>
                  <a:lnTo>
                    <a:pt x="16322" y="87"/>
                  </a:lnTo>
                  <a:lnTo>
                    <a:pt x="15656" y="87"/>
                  </a:lnTo>
                  <a:lnTo>
                    <a:pt x="15015" y="0"/>
                  </a:lnTo>
                  <a:lnTo>
                    <a:pt x="13554" y="87"/>
                  </a:lnTo>
                  <a:lnTo>
                    <a:pt x="12043" y="130"/>
                  </a:lnTo>
                  <a:lnTo>
                    <a:pt x="10582" y="217"/>
                  </a:lnTo>
                  <a:lnTo>
                    <a:pt x="9327" y="217"/>
                  </a:lnTo>
                  <a:lnTo>
                    <a:pt x="9532" y="7258"/>
                  </a:lnTo>
                  <a:lnTo>
                    <a:pt x="9557" y="10561"/>
                  </a:lnTo>
                  <a:lnTo>
                    <a:pt x="9557" y="13603"/>
                  </a:lnTo>
                  <a:lnTo>
                    <a:pt x="7969" y="10518"/>
                  </a:lnTo>
                  <a:lnTo>
                    <a:pt x="6380" y="7171"/>
                  </a:lnTo>
                  <a:lnTo>
                    <a:pt x="4791" y="3738"/>
                  </a:lnTo>
                  <a:lnTo>
                    <a:pt x="3305" y="217"/>
                  </a:lnTo>
                  <a:lnTo>
                    <a:pt x="0" y="217"/>
                  </a:lnTo>
                  <a:lnTo>
                    <a:pt x="179" y="5476"/>
                  </a:lnTo>
                  <a:lnTo>
                    <a:pt x="205" y="8171"/>
                  </a:lnTo>
                  <a:lnTo>
                    <a:pt x="256" y="10909"/>
                  </a:lnTo>
                  <a:lnTo>
                    <a:pt x="205" y="13690"/>
                  </a:lnTo>
                  <a:lnTo>
                    <a:pt x="179" y="16385"/>
                  </a:lnTo>
                  <a:lnTo>
                    <a:pt x="0" y="21600"/>
                  </a:lnTo>
                  <a:lnTo>
                    <a:pt x="2742" y="21600"/>
                  </a:lnTo>
                  <a:lnTo>
                    <a:pt x="2562" y="17732"/>
                  </a:lnTo>
                  <a:lnTo>
                    <a:pt x="2485" y="13864"/>
                  </a:lnTo>
                  <a:lnTo>
                    <a:pt x="2434" y="10344"/>
                  </a:lnTo>
                  <a:lnTo>
                    <a:pt x="2434" y="7171"/>
                  </a:lnTo>
                  <a:lnTo>
                    <a:pt x="4151" y="10518"/>
                  </a:lnTo>
                  <a:lnTo>
                    <a:pt x="5893" y="14081"/>
                  </a:lnTo>
                  <a:lnTo>
                    <a:pt x="7661" y="17819"/>
                  </a:lnTo>
                  <a:lnTo>
                    <a:pt x="8456" y="19731"/>
                  </a:lnTo>
                  <a:lnTo>
                    <a:pt x="9275" y="21600"/>
                  </a:lnTo>
                  <a:lnTo>
                    <a:pt x="12120" y="21600"/>
                  </a:lnTo>
                  <a:lnTo>
                    <a:pt x="11991" y="16385"/>
                  </a:lnTo>
                  <a:lnTo>
                    <a:pt x="11966" y="13690"/>
                  </a:lnTo>
                  <a:lnTo>
                    <a:pt x="11915" y="10909"/>
                  </a:lnTo>
                  <a:lnTo>
                    <a:pt x="11915" y="6910"/>
                  </a:lnTo>
                  <a:lnTo>
                    <a:pt x="11991" y="2955"/>
                  </a:lnTo>
                  <a:lnTo>
                    <a:pt x="12863" y="2912"/>
                  </a:lnTo>
                  <a:lnTo>
                    <a:pt x="13913" y="2912"/>
                  </a:lnTo>
                  <a:lnTo>
                    <a:pt x="14554" y="2955"/>
                  </a:lnTo>
                  <a:lnTo>
                    <a:pt x="15143" y="3129"/>
                  </a:lnTo>
                  <a:lnTo>
                    <a:pt x="15630" y="3477"/>
                  </a:lnTo>
                  <a:lnTo>
                    <a:pt x="15835" y="3651"/>
                  </a:lnTo>
                  <a:lnTo>
                    <a:pt x="16142" y="4085"/>
                  </a:lnTo>
                  <a:lnTo>
                    <a:pt x="16270" y="4346"/>
                  </a:lnTo>
                  <a:lnTo>
                    <a:pt x="16475" y="4911"/>
                  </a:lnTo>
                  <a:lnTo>
                    <a:pt x="16604" y="5520"/>
                  </a:lnTo>
                  <a:lnTo>
                    <a:pt x="16629" y="6302"/>
                  </a:lnTo>
                  <a:lnTo>
                    <a:pt x="16604" y="6693"/>
                  </a:lnTo>
                  <a:lnTo>
                    <a:pt x="16552" y="7171"/>
                  </a:lnTo>
                  <a:lnTo>
                    <a:pt x="16475" y="7606"/>
                  </a:lnTo>
                  <a:lnTo>
                    <a:pt x="16347" y="7997"/>
                  </a:lnTo>
                  <a:lnTo>
                    <a:pt x="16245" y="8344"/>
                  </a:lnTo>
                  <a:lnTo>
                    <a:pt x="15835" y="9040"/>
                  </a:lnTo>
                  <a:lnTo>
                    <a:pt x="15630" y="9344"/>
                  </a:lnTo>
                  <a:lnTo>
                    <a:pt x="15092" y="9866"/>
                  </a:lnTo>
                  <a:lnTo>
                    <a:pt x="14528" y="10300"/>
                  </a:lnTo>
                  <a:lnTo>
                    <a:pt x="13888" y="10648"/>
                  </a:lnTo>
                  <a:lnTo>
                    <a:pt x="13196" y="10996"/>
                  </a:lnTo>
                  <a:lnTo>
                    <a:pt x="14272" y="13386"/>
                  </a:lnTo>
                  <a:lnTo>
                    <a:pt x="15451" y="16080"/>
                  </a:lnTo>
                  <a:lnTo>
                    <a:pt x="16604" y="18905"/>
                  </a:lnTo>
                  <a:lnTo>
                    <a:pt x="17654" y="21600"/>
                  </a:lnTo>
                  <a:lnTo>
                    <a:pt x="21600" y="21600"/>
                  </a:lnTo>
                  <a:lnTo>
                    <a:pt x="19166" y="16298"/>
                  </a:lnTo>
                  <a:lnTo>
                    <a:pt x="18115" y="13821"/>
                  </a:lnTo>
                  <a:lnTo>
                    <a:pt x="17167" y="11517"/>
                  </a:lnTo>
                  <a:close/>
                </a:path>
              </a:pathLst>
            </a:custGeom>
            <a:solidFill>
              <a:srgbClr val="005BAC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grpSp>
        <p:nvGrpSpPr>
          <p:cNvPr id="65" name="グループ化 42"/>
          <p:cNvGrpSpPr/>
          <p:nvPr/>
        </p:nvGrpSpPr>
        <p:grpSpPr>
          <a:xfrm>
            <a:off x="7248453" y="5975818"/>
            <a:ext cx="1927259" cy="521567"/>
            <a:chOff x="0" y="0"/>
            <a:chExt cx="1927257" cy="521566"/>
          </a:xfrm>
        </p:grpSpPr>
        <p:grpSp>
          <p:nvGrpSpPr>
            <p:cNvPr id="62" name="グループ化 43"/>
            <p:cNvGrpSpPr/>
            <p:nvPr/>
          </p:nvGrpSpPr>
          <p:grpSpPr>
            <a:xfrm>
              <a:off x="62753" y="217010"/>
              <a:ext cx="1803145" cy="140161"/>
              <a:chOff x="0" y="0"/>
              <a:chExt cx="1803143" cy="140160"/>
            </a:xfrm>
          </p:grpSpPr>
          <p:sp>
            <p:nvSpPr>
              <p:cNvPr id="43" name="フリーフォーム: 図形 46"/>
              <p:cNvSpPr/>
              <p:nvPr/>
            </p:nvSpPr>
            <p:spPr>
              <a:xfrm>
                <a:off x="0" y="7342"/>
                <a:ext cx="99843" cy="13275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0284" y="4370"/>
                    </a:moveTo>
                    <a:cubicBezTo>
                      <a:pt x="18651" y="3739"/>
                      <a:pt x="16547" y="3291"/>
                      <a:pt x="14518" y="3291"/>
                    </a:cubicBezTo>
                    <a:cubicBezTo>
                      <a:pt x="12532" y="3291"/>
                      <a:pt x="9862" y="3889"/>
                      <a:pt x="9862" y="5686"/>
                    </a:cubicBezTo>
                    <a:cubicBezTo>
                      <a:pt x="9862" y="9038"/>
                      <a:pt x="19327" y="8828"/>
                      <a:pt x="19327" y="14630"/>
                    </a:cubicBezTo>
                    <a:cubicBezTo>
                      <a:pt x="19327" y="19747"/>
                      <a:pt x="13996" y="21600"/>
                      <a:pt x="7913" y="21600"/>
                    </a:cubicBezTo>
                    <a:cubicBezTo>
                      <a:pt x="5251" y="21600"/>
                      <a:pt x="2501" y="21124"/>
                      <a:pt x="0" y="20433"/>
                    </a:cubicBezTo>
                    <a:lnTo>
                      <a:pt x="1434" y="16871"/>
                    </a:lnTo>
                    <a:cubicBezTo>
                      <a:pt x="3582" y="17617"/>
                      <a:pt x="5847" y="18309"/>
                      <a:pt x="8237" y="18309"/>
                    </a:cubicBezTo>
                    <a:cubicBezTo>
                      <a:pt x="10907" y="18309"/>
                      <a:pt x="13525" y="17291"/>
                      <a:pt x="13525" y="15045"/>
                    </a:cubicBezTo>
                    <a:cubicBezTo>
                      <a:pt x="13525" y="11273"/>
                      <a:pt x="4060" y="11876"/>
                      <a:pt x="4060" y="6311"/>
                    </a:cubicBezTo>
                    <a:cubicBezTo>
                      <a:pt x="4060" y="1914"/>
                      <a:pt x="9068" y="0"/>
                      <a:pt x="14400" y="0"/>
                    </a:cubicBezTo>
                    <a:cubicBezTo>
                      <a:pt x="16827" y="0"/>
                      <a:pt x="19335" y="238"/>
                      <a:pt x="21600" y="929"/>
                    </a:cubicBezTo>
                    <a:lnTo>
                      <a:pt x="20284" y="4370"/>
                    </a:lnTo>
                    <a:close/>
                  </a:path>
                </a:pathLst>
              </a:custGeom>
              <a:solidFill>
                <a:srgbClr val="005BAC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endParaRPr/>
              </a:p>
            </p:txBody>
          </p:sp>
          <p:sp>
            <p:nvSpPr>
              <p:cNvPr id="44" name="フリーフォーム: 図形 47"/>
              <p:cNvSpPr/>
              <p:nvPr/>
            </p:nvSpPr>
            <p:spPr>
              <a:xfrm>
                <a:off x="96272" y="0"/>
                <a:ext cx="100455" cy="13795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6330" y="0"/>
                    </a:moveTo>
                    <a:lnTo>
                      <a:pt x="11630" y="0"/>
                    </a:lnTo>
                    <a:lnTo>
                      <a:pt x="9100" y="8208"/>
                    </a:lnTo>
                    <a:lnTo>
                      <a:pt x="9181" y="8208"/>
                    </a:lnTo>
                    <a:cubicBezTo>
                      <a:pt x="10643" y="7228"/>
                      <a:pt x="12660" y="6425"/>
                      <a:pt x="14956" y="6425"/>
                    </a:cubicBezTo>
                    <a:cubicBezTo>
                      <a:pt x="18947" y="6425"/>
                      <a:pt x="21600" y="8240"/>
                      <a:pt x="21600" y="11173"/>
                    </a:cubicBezTo>
                    <a:cubicBezTo>
                      <a:pt x="21600" y="12296"/>
                      <a:pt x="21205" y="13477"/>
                      <a:pt x="20928" y="14398"/>
                    </a:cubicBezTo>
                    <a:lnTo>
                      <a:pt x="18793" y="21595"/>
                    </a:lnTo>
                    <a:lnTo>
                      <a:pt x="13494" y="21595"/>
                    </a:lnTo>
                    <a:lnTo>
                      <a:pt x="15467" y="14600"/>
                    </a:lnTo>
                    <a:cubicBezTo>
                      <a:pt x="15745" y="13594"/>
                      <a:pt x="16059" y="12583"/>
                      <a:pt x="16059" y="11492"/>
                    </a:cubicBezTo>
                    <a:cubicBezTo>
                      <a:pt x="16059" y="10252"/>
                      <a:pt x="14875" y="9421"/>
                      <a:pt x="13172" y="9421"/>
                    </a:cubicBezTo>
                    <a:cubicBezTo>
                      <a:pt x="9495" y="9421"/>
                      <a:pt x="8150" y="11928"/>
                      <a:pt x="7478" y="14143"/>
                    </a:cubicBezTo>
                    <a:lnTo>
                      <a:pt x="5299" y="21600"/>
                    </a:lnTo>
                    <a:lnTo>
                      <a:pt x="0" y="21600"/>
                    </a:lnTo>
                    <a:lnTo>
                      <a:pt x="6330" y="0"/>
                    </a:lnTo>
                    <a:close/>
                  </a:path>
                </a:pathLst>
              </a:custGeom>
              <a:solidFill>
                <a:srgbClr val="005BAC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endParaRPr/>
              </a:p>
            </p:txBody>
          </p:sp>
          <p:sp>
            <p:nvSpPr>
              <p:cNvPr id="45" name="フリーフォーム: 図形 48"/>
              <p:cNvSpPr/>
              <p:nvPr/>
            </p:nvSpPr>
            <p:spPr>
              <a:xfrm>
                <a:off x="200500" y="40997"/>
                <a:ext cx="89951" cy="9912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4441" y="17956"/>
                    </a:moveTo>
                    <a:lnTo>
                      <a:pt x="14351" y="17956"/>
                    </a:lnTo>
                    <a:cubicBezTo>
                      <a:pt x="12318" y="20282"/>
                      <a:pt x="10286" y="21600"/>
                      <a:pt x="7020" y="21600"/>
                    </a:cubicBezTo>
                    <a:cubicBezTo>
                      <a:pt x="2914" y="21600"/>
                      <a:pt x="0" y="19518"/>
                      <a:pt x="0" y="15711"/>
                    </a:cubicBezTo>
                    <a:cubicBezTo>
                      <a:pt x="0" y="8896"/>
                      <a:pt x="8392" y="8378"/>
                      <a:pt x="13951" y="8378"/>
                    </a:cubicBezTo>
                    <a:lnTo>
                      <a:pt x="16024" y="8378"/>
                    </a:lnTo>
                    <a:cubicBezTo>
                      <a:pt x="16204" y="7815"/>
                      <a:pt x="16204" y="7215"/>
                      <a:pt x="16204" y="6615"/>
                    </a:cubicBezTo>
                    <a:cubicBezTo>
                      <a:pt x="16204" y="4533"/>
                      <a:pt x="13731" y="3933"/>
                      <a:pt x="11657" y="3933"/>
                    </a:cubicBezTo>
                    <a:cubicBezTo>
                      <a:pt x="9053" y="3933"/>
                      <a:pt x="6539" y="4533"/>
                      <a:pt x="4196" y="5533"/>
                    </a:cubicBezTo>
                    <a:lnTo>
                      <a:pt x="5037" y="1244"/>
                    </a:lnTo>
                    <a:cubicBezTo>
                      <a:pt x="7551" y="444"/>
                      <a:pt x="10114" y="0"/>
                      <a:pt x="12767" y="0"/>
                    </a:cubicBezTo>
                    <a:cubicBezTo>
                      <a:pt x="17314" y="0"/>
                      <a:pt x="21600" y="1526"/>
                      <a:pt x="21600" y="6370"/>
                    </a:cubicBezTo>
                    <a:cubicBezTo>
                      <a:pt x="21600" y="9133"/>
                      <a:pt x="19347" y="17230"/>
                      <a:pt x="18816" y="21111"/>
                    </a:cubicBezTo>
                    <a:lnTo>
                      <a:pt x="13829" y="21111"/>
                    </a:lnTo>
                    <a:lnTo>
                      <a:pt x="14441" y="17956"/>
                    </a:lnTo>
                    <a:close/>
                    <a:moveTo>
                      <a:pt x="8653" y="17674"/>
                    </a:moveTo>
                    <a:cubicBezTo>
                      <a:pt x="13069" y="17674"/>
                      <a:pt x="14441" y="14911"/>
                      <a:pt x="15363" y="11585"/>
                    </a:cubicBezTo>
                    <a:lnTo>
                      <a:pt x="13290" y="11585"/>
                    </a:lnTo>
                    <a:cubicBezTo>
                      <a:pt x="10416" y="11585"/>
                      <a:pt x="5649" y="12022"/>
                      <a:pt x="5649" y="15511"/>
                    </a:cubicBezTo>
                    <a:cubicBezTo>
                      <a:pt x="5649" y="16948"/>
                      <a:pt x="7151" y="17674"/>
                      <a:pt x="8653" y="17674"/>
                    </a:cubicBezTo>
                    <a:close/>
                  </a:path>
                </a:pathLst>
              </a:custGeom>
              <a:solidFill>
                <a:srgbClr val="005BAC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endParaRPr/>
              </a:p>
            </p:txBody>
          </p:sp>
          <p:sp>
            <p:nvSpPr>
              <p:cNvPr id="46" name="フリーフォーム: 図形 49"/>
              <p:cNvSpPr/>
              <p:nvPr/>
            </p:nvSpPr>
            <p:spPr>
              <a:xfrm>
                <a:off x="295379" y="41031"/>
                <a:ext cx="77067" cy="9692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4745" y="3318"/>
                    </a:moveTo>
                    <a:cubicBezTo>
                      <a:pt x="4955" y="2417"/>
                      <a:pt x="5155" y="1477"/>
                      <a:pt x="5364" y="492"/>
                    </a:cubicBezTo>
                    <a:lnTo>
                      <a:pt x="11958" y="492"/>
                    </a:lnTo>
                    <a:lnTo>
                      <a:pt x="11033" y="4470"/>
                    </a:lnTo>
                    <a:lnTo>
                      <a:pt x="11138" y="4470"/>
                    </a:lnTo>
                    <a:cubicBezTo>
                      <a:pt x="12377" y="2174"/>
                      <a:pt x="15778" y="0"/>
                      <a:pt x="18970" y="0"/>
                    </a:cubicBezTo>
                    <a:cubicBezTo>
                      <a:pt x="19847" y="0"/>
                      <a:pt x="20771" y="38"/>
                      <a:pt x="21600" y="205"/>
                    </a:cubicBezTo>
                    <a:lnTo>
                      <a:pt x="20161" y="5576"/>
                    </a:lnTo>
                    <a:cubicBezTo>
                      <a:pt x="19389" y="5372"/>
                      <a:pt x="18408" y="5250"/>
                      <a:pt x="17532" y="5250"/>
                    </a:cubicBezTo>
                    <a:cubicBezTo>
                      <a:pt x="12634" y="5250"/>
                      <a:pt x="10262" y="8735"/>
                      <a:pt x="9385" y="12137"/>
                    </a:cubicBezTo>
                    <a:lnTo>
                      <a:pt x="6908" y="21600"/>
                    </a:lnTo>
                    <a:lnTo>
                      <a:pt x="0" y="21600"/>
                    </a:lnTo>
                    <a:lnTo>
                      <a:pt x="4745" y="3318"/>
                    </a:lnTo>
                    <a:close/>
                  </a:path>
                </a:pathLst>
              </a:custGeom>
              <a:solidFill>
                <a:srgbClr val="005BAC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endParaRPr/>
              </a:p>
            </p:txBody>
          </p:sp>
          <p:sp>
            <p:nvSpPr>
              <p:cNvPr id="47" name="フリーフォーム: 図形 50"/>
              <p:cNvSpPr/>
              <p:nvPr/>
            </p:nvSpPr>
            <p:spPr>
              <a:xfrm>
                <a:off x="367448" y="41031"/>
                <a:ext cx="92670" cy="9909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5483" y="12464"/>
                    </a:moveTo>
                    <a:cubicBezTo>
                      <a:pt x="5483" y="16272"/>
                      <a:pt x="7670" y="17673"/>
                      <a:pt x="11608" y="17673"/>
                    </a:cubicBezTo>
                    <a:cubicBezTo>
                      <a:pt x="13962" y="17673"/>
                      <a:pt x="16236" y="17110"/>
                      <a:pt x="18383" y="16191"/>
                    </a:cubicBezTo>
                    <a:lnTo>
                      <a:pt x="17654" y="20437"/>
                    </a:lnTo>
                    <a:cubicBezTo>
                      <a:pt x="15428" y="21081"/>
                      <a:pt x="12979" y="21600"/>
                      <a:pt x="10626" y="21600"/>
                    </a:cubicBezTo>
                    <a:cubicBezTo>
                      <a:pt x="4279" y="21600"/>
                      <a:pt x="0" y="18718"/>
                      <a:pt x="0" y="12582"/>
                    </a:cubicBezTo>
                    <a:cubicBezTo>
                      <a:pt x="0" y="6172"/>
                      <a:pt x="5317" y="0"/>
                      <a:pt x="12559" y="0"/>
                    </a:cubicBezTo>
                    <a:cubicBezTo>
                      <a:pt x="18003" y="0"/>
                      <a:pt x="21600" y="2601"/>
                      <a:pt x="21600" y="7855"/>
                    </a:cubicBezTo>
                    <a:cubicBezTo>
                      <a:pt x="21600" y="9418"/>
                      <a:pt x="21386" y="10937"/>
                      <a:pt x="21045" y="12464"/>
                    </a:cubicBezTo>
                    <a:lnTo>
                      <a:pt x="5483" y="12464"/>
                    </a:lnTo>
                    <a:close/>
                    <a:moveTo>
                      <a:pt x="15990" y="8773"/>
                    </a:moveTo>
                    <a:cubicBezTo>
                      <a:pt x="16077" y="8292"/>
                      <a:pt x="16117" y="7855"/>
                      <a:pt x="16117" y="7373"/>
                    </a:cubicBezTo>
                    <a:cubicBezTo>
                      <a:pt x="16117" y="5172"/>
                      <a:pt x="14873" y="3927"/>
                      <a:pt x="12472" y="3927"/>
                    </a:cubicBezTo>
                    <a:cubicBezTo>
                      <a:pt x="8914" y="3927"/>
                      <a:pt x="7369" y="5928"/>
                      <a:pt x="6260" y="8773"/>
                    </a:cubicBezTo>
                    <a:lnTo>
                      <a:pt x="15990" y="8773"/>
                    </a:lnTo>
                    <a:close/>
                  </a:path>
                </a:pathLst>
              </a:custGeom>
              <a:solidFill>
                <a:srgbClr val="005BAC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endParaRPr/>
              </a:p>
            </p:txBody>
          </p:sp>
          <p:sp>
            <p:nvSpPr>
              <p:cNvPr id="48" name="フリーフォーム: 図形 51"/>
              <p:cNvSpPr/>
              <p:nvPr/>
            </p:nvSpPr>
            <p:spPr>
              <a:xfrm>
                <a:off x="503630" y="15093"/>
                <a:ext cx="68365" cy="12506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203" y="4855"/>
                    </a:moveTo>
                    <a:lnTo>
                      <a:pt x="6842" y="4855"/>
                    </a:lnTo>
                    <a:lnTo>
                      <a:pt x="8174" y="1491"/>
                    </a:lnTo>
                    <a:lnTo>
                      <a:pt x="16541" y="0"/>
                    </a:lnTo>
                    <a:lnTo>
                      <a:pt x="14629" y="4861"/>
                    </a:lnTo>
                    <a:lnTo>
                      <a:pt x="21600" y="4861"/>
                    </a:lnTo>
                    <a:lnTo>
                      <a:pt x="20375" y="7973"/>
                    </a:lnTo>
                    <a:lnTo>
                      <a:pt x="13405" y="7973"/>
                    </a:lnTo>
                    <a:lnTo>
                      <a:pt x="10558" y="15118"/>
                    </a:lnTo>
                    <a:cubicBezTo>
                      <a:pt x="10386" y="15500"/>
                      <a:pt x="10215" y="16069"/>
                      <a:pt x="10215" y="16703"/>
                    </a:cubicBezTo>
                    <a:cubicBezTo>
                      <a:pt x="10215" y="17690"/>
                      <a:pt x="11439" y="18295"/>
                      <a:pt x="13179" y="18295"/>
                    </a:cubicBezTo>
                    <a:cubicBezTo>
                      <a:pt x="14575" y="18295"/>
                      <a:pt x="15972" y="18136"/>
                      <a:pt x="16949" y="17913"/>
                    </a:cubicBezTo>
                    <a:lnTo>
                      <a:pt x="15617" y="21218"/>
                    </a:lnTo>
                    <a:cubicBezTo>
                      <a:pt x="14285" y="21377"/>
                      <a:pt x="12771" y="21600"/>
                      <a:pt x="11439" y="21600"/>
                    </a:cubicBezTo>
                    <a:cubicBezTo>
                      <a:pt x="6155" y="21600"/>
                      <a:pt x="2438" y="20455"/>
                      <a:pt x="2438" y="17314"/>
                    </a:cubicBezTo>
                    <a:cubicBezTo>
                      <a:pt x="2438" y="16046"/>
                      <a:pt x="2900" y="14807"/>
                      <a:pt x="3426" y="13504"/>
                    </a:cubicBezTo>
                    <a:lnTo>
                      <a:pt x="5639" y="7979"/>
                    </a:lnTo>
                    <a:lnTo>
                      <a:pt x="0" y="7979"/>
                    </a:lnTo>
                    <a:lnTo>
                      <a:pt x="1203" y="4855"/>
                    </a:lnTo>
                    <a:close/>
                  </a:path>
                </a:pathLst>
              </a:custGeom>
              <a:solidFill>
                <a:srgbClr val="005BAC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endParaRPr/>
              </a:p>
            </p:txBody>
          </p:sp>
          <p:sp>
            <p:nvSpPr>
              <p:cNvPr id="49" name="フリーフォーム: 図形 52"/>
              <p:cNvSpPr/>
              <p:nvPr/>
            </p:nvSpPr>
            <p:spPr>
              <a:xfrm>
                <a:off x="564990" y="0"/>
                <a:ext cx="100388" cy="13795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6320" y="0"/>
                    </a:moveTo>
                    <a:lnTo>
                      <a:pt x="11623" y="0"/>
                    </a:lnTo>
                    <a:lnTo>
                      <a:pt x="9092" y="8208"/>
                    </a:lnTo>
                    <a:lnTo>
                      <a:pt x="9173" y="8208"/>
                    </a:lnTo>
                    <a:cubicBezTo>
                      <a:pt x="10635" y="7228"/>
                      <a:pt x="12654" y="6425"/>
                      <a:pt x="14951" y="6425"/>
                    </a:cubicBezTo>
                    <a:cubicBezTo>
                      <a:pt x="18945" y="6425"/>
                      <a:pt x="21600" y="8240"/>
                      <a:pt x="21600" y="11173"/>
                    </a:cubicBezTo>
                    <a:cubicBezTo>
                      <a:pt x="21600" y="12296"/>
                      <a:pt x="21205" y="13477"/>
                      <a:pt x="20927" y="14398"/>
                    </a:cubicBezTo>
                    <a:lnTo>
                      <a:pt x="18791" y="21595"/>
                    </a:lnTo>
                    <a:lnTo>
                      <a:pt x="13488" y="21595"/>
                    </a:lnTo>
                    <a:lnTo>
                      <a:pt x="15470" y="14600"/>
                    </a:lnTo>
                    <a:cubicBezTo>
                      <a:pt x="15748" y="13594"/>
                      <a:pt x="16063" y="12583"/>
                      <a:pt x="16063" y="11492"/>
                    </a:cubicBezTo>
                    <a:cubicBezTo>
                      <a:pt x="16063" y="10252"/>
                      <a:pt x="14878" y="9421"/>
                      <a:pt x="13174" y="9421"/>
                    </a:cubicBezTo>
                    <a:cubicBezTo>
                      <a:pt x="9494" y="9421"/>
                      <a:pt x="8148" y="11928"/>
                      <a:pt x="7476" y="14143"/>
                    </a:cubicBezTo>
                    <a:lnTo>
                      <a:pt x="5303" y="21600"/>
                    </a:lnTo>
                    <a:lnTo>
                      <a:pt x="0" y="21600"/>
                    </a:lnTo>
                    <a:lnTo>
                      <a:pt x="6320" y="0"/>
                    </a:lnTo>
                    <a:close/>
                  </a:path>
                </a:pathLst>
              </a:custGeom>
              <a:solidFill>
                <a:srgbClr val="005BAC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endParaRPr/>
              </a:p>
            </p:txBody>
          </p:sp>
          <p:sp>
            <p:nvSpPr>
              <p:cNvPr id="50" name="フリーフォーム: 図形 53"/>
              <p:cNvSpPr/>
              <p:nvPr/>
            </p:nvSpPr>
            <p:spPr>
              <a:xfrm>
                <a:off x="672209" y="41031"/>
                <a:ext cx="92671" cy="9909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5483" y="12464"/>
                    </a:moveTo>
                    <a:cubicBezTo>
                      <a:pt x="5483" y="16272"/>
                      <a:pt x="7670" y="17673"/>
                      <a:pt x="11608" y="17673"/>
                    </a:cubicBezTo>
                    <a:cubicBezTo>
                      <a:pt x="13962" y="17673"/>
                      <a:pt x="16236" y="17110"/>
                      <a:pt x="18383" y="16191"/>
                    </a:cubicBezTo>
                    <a:lnTo>
                      <a:pt x="17654" y="20437"/>
                    </a:lnTo>
                    <a:cubicBezTo>
                      <a:pt x="15428" y="21081"/>
                      <a:pt x="12979" y="21600"/>
                      <a:pt x="10626" y="21600"/>
                    </a:cubicBezTo>
                    <a:cubicBezTo>
                      <a:pt x="4279" y="21600"/>
                      <a:pt x="0" y="18718"/>
                      <a:pt x="0" y="12582"/>
                    </a:cubicBezTo>
                    <a:cubicBezTo>
                      <a:pt x="0" y="6172"/>
                      <a:pt x="5317" y="0"/>
                      <a:pt x="12559" y="0"/>
                    </a:cubicBezTo>
                    <a:cubicBezTo>
                      <a:pt x="18003" y="0"/>
                      <a:pt x="21600" y="2601"/>
                      <a:pt x="21600" y="7855"/>
                    </a:cubicBezTo>
                    <a:cubicBezTo>
                      <a:pt x="21600" y="9418"/>
                      <a:pt x="21386" y="10937"/>
                      <a:pt x="21045" y="12464"/>
                    </a:cubicBezTo>
                    <a:lnTo>
                      <a:pt x="5483" y="12464"/>
                    </a:lnTo>
                    <a:close/>
                    <a:moveTo>
                      <a:pt x="15982" y="8773"/>
                    </a:moveTo>
                    <a:cubicBezTo>
                      <a:pt x="16069" y="8292"/>
                      <a:pt x="16109" y="7855"/>
                      <a:pt x="16109" y="7373"/>
                    </a:cubicBezTo>
                    <a:cubicBezTo>
                      <a:pt x="16109" y="5172"/>
                      <a:pt x="14865" y="3927"/>
                      <a:pt x="12464" y="3927"/>
                    </a:cubicBezTo>
                    <a:cubicBezTo>
                      <a:pt x="8906" y="3927"/>
                      <a:pt x="7361" y="5928"/>
                      <a:pt x="6252" y="8773"/>
                    </a:cubicBezTo>
                    <a:lnTo>
                      <a:pt x="15982" y="8773"/>
                    </a:lnTo>
                    <a:close/>
                  </a:path>
                </a:pathLst>
              </a:custGeom>
              <a:solidFill>
                <a:srgbClr val="005BAC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endParaRPr/>
              </a:p>
            </p:txBody>
          </p:sp>
          <p:sp>
            <p:nvSpPr>
              <p:cNvPr id="51" name="フリーフォーム: 図形 54"/>
              <p:cNvSpPr/>
              <p:nvPr/>
            </p:nvSpPr>
            <p:spPr>
              <a:xfrm>
                <a:off x="802783" y="9586"/>
                <a:ext cx="133158" cy="12833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4478" y="0"/>
                    </a:moveTo>
                    <a:lnTo>
                      <a:pt x="9755" y="0"/>
                    </a:lnTo>
                    <a:lnTo>
                      <a:pt x="14200" y="16405"/>
                    </a:lnTo>
                    <a:lnTo>
                      <a:pt x="14260" y="16405"/>
                    </a:lnTo>
                    <a:lnTo>
                      <a:pt x="17663" y="0"/>
                    </a:lnTo>
                    <a:lnTo>
                      <a:pt x="21600" y="0"/>
                    </a:lnTo>
                    <a:lnTo>
                      <a:pt x="17095" y="21600"/>
                    </a:lnTo>
                    <a:lnTo>
                      <a:pt x="11724" y="21600"/>
                    </a:lnTo>
                    <a:lnTo>
                      <a:pt x="7367" y="5041"/>
                    </a:lnTo>
                    <a:lnTo>
                      <a:pt x="7307" y="5041"/>
                    </a:lnTo>
                    <a:lnTo>
                      <a:pt x="3998" y="21600"/>
                    </a:lnTo>
                    <a:lnTo>
                      <a:pt x="0" y="21600"/>
                    </a:lnTo>
                    <a:lnTo>
                      <a:pt x="4478" y="0"/>
                    </a:lnTo>
                    <a:close/>
                  </a:path>
                </a:pathLst>
              </a:custGeom>
              <a:solidFill>
                <a:srgbClr val="005BAC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endParaRPr/>
              </a:p>
            </p:txBody>
          </p:sp>
          <p:sp>
            <p:nvSpPr>
              <p:cNvPr id="52" name="フリーフォーム: 図形 55"/>
              <p:cNvSpPr/>
              <p:nvPr/>
            </p:nvSpPr>
            <p:spPr>
              <a:xfrm>
                <a:off x="930229" y="41031"/>
                <a:ext cx="92670" cy="9909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5483" y="12464"/>
                    </a:moveTo>
                    <a:cubicBezTo>
                      <a:pt x="5483" y="16272"/>
                      <a:pt x="7670" y="17673"/>
                      <a:pt x="11608" y="17673"/>
                    </a:cubicBezTo>
                    <a:cubicBezTo>
                      <a:pt x="13962" y="17673"/>
                      <a:pt x="16236" y="17110"/>
                      <a:pt x="18383" y="16191"/>
                    </a:cubicBezTo>
                    <a:lnTo>
                      <a:pt x="17654" y="20437"/>
                    </a:lnTo>
                    <a:cubicBezTo>
                      <a:pt x="15428" y="21081"/>
                      <a:pt x="12979" y="21600"/>
                      <a:pt x="10626" y="21600"/>
                    </a:cubicBezTo>
                    <a:cubicBezTo>
                      <a:pt x="4279" y="21600"/>
                      <a:pt x="0" y="18718"/>
                      <a:pt x="0" y="12582"/>
                    </a:cubicBezTo>
                    <a:cubicBezTo>
                      <a:pt x="0" y="6172"/>
                      <a:pt x="5317" y="0"/>
                      <a:pt x="12559" y="0"/>
                    </a:cubicBezTo>
                    <a:cubicBezTo>
                      <a:pt x="18003" y="0"/>
                      <a:pt x="21600" y="2601"/>
                      <a:pt x="21600" y="7855"/>
                    </a:cubicBezTo>
                    <a:cubicBezTo>
                      <a:pt x="21600" y="9418"/>
                      <a:pt x="21386" y="10937"/>
                      <a:pt x="21045" y="12464"/>
                    </a:cubicBezTo>
                    <a:lnTo>
                      <a:pt x="5483" y="12464"/>
                    </a:lnTo>
                    <a:close/>
                    <a:moveTo>
                      <a:pt x="15982" y="8773"/>
                    </a:moveTo>
                    <a:cubicBezTo>
                      <a:pt x="16069" y="8292"/>
                      <a:pt x="16109" y="7855"/>
                      <a:pt x="16109" y="7373"/>
                    </a:cubicBezTo>
                    <a:cubicBezTo>
                      <a:pt x="16109" y="5172"/>
                      <a:pt x="14865" y="3927"/>
                      <a:pt x="12464" y="3927"/>
                    </a:cubicBezTo>
                    <a:cubicBezTo>
                      <a:pt x="8906" y="3927"/>
                      <a:pt x="7361" y="5928"/>
                      <a:pt x="6252" y="8773"/>
                    </a:cubicBezTo>
                    <a:lnTo>
                      <a:pt x="15982" y="8773"/>
                    </a:lnTo>
                    <a:close/>
                  </a:path>
                </a:pathLst>
              </a:custGeom>
              <a:solidFill>
                <a:srgbClr val="005BAC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endParaRPr/>
              </a:p>
            </p:txBody>
          </p:sp>
          <p:sp>
            <p:nvSpPr>
              <p:cNvPr id="53" name="フリーフォーム: 図形 56"/>
              <p:cNvSpPr/>
              <p:nvPr/>
            </p:nvSpPr>
            <p:spPr>
              <a:xfrm>
                <a:off x="1012360" y="43241"/>
                <a:ext cx="116772" cy="9471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1231" y="7420"/>
                    </a:moveTo>
                    <a:lnTo>
                      <a:pt x="16161" y="0"/>
                    </a:lnTo>
                    <a:lnTo>
                      <a:pt x="21600" y="0"/>
                    </a:lnTo>
                    <a:lnTo>
                      <a:pt x="14148" y="10319"/>
                    </a:lnTo>
                    <a:lnTo>
                      <a:pt x="18330" y="21600"/>
                    </a:lnTo>
                    <a:lnTo>
                      <a:pt x="13362" y="21600"/>
                    </a:lnTo>
                    <a:lnTo>
                      <a:pt x="10677" y="13335"/>
                    </a:lnTo>
                    <a:lnTo>
                      <a:pt x="5439" y="21600"/>
                    </a:lnTo>
                    <a:lnTo>
                      <a:pt x="0" y="21600"/>
                    </a:lnTo>
                    <a:lnTo>
                      <a:pt x="7923" y="10319"/>
                    </a:lnTo>
                    <a:lnTo>
                      <a:pt x="4213" y="0"/>
                    </a:lnTo>
                    <a:lnTo>
                      <a:pt x="8942" y="0"/>
                    </a:lnTo>
                    <a:lnTo>
                      <a:pt x="11231" y="7420"/>
                    </a:lnTo>
                    <a:close/>
                  </a:path>
                </a:pathLst>
              </a:custGeom>
              <a:solidFill>
                <a:srgbClr val="005BAC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endParaRPr/>
              </a:p>
            </p:txBody>
          </p:sp>
          <p:sp>
            <p:nvSpPr>
              <p:cNvPr id="54" name="フリーフォーム: 図形 57"/>
              <p:cNvSpPr/>
              <p:nvPr/>
            </p:nvSpPr>
            <p:spPr>
              <a:xfrm>
                <a:off x="1131851" y="15093"/>
                <a:ext cx="68365" cy="12506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214" y="4855"/>
                    </a:moveTo>
                    <a:lnTo>
                      <a:pt x="6853" y="4855"/>
                    </a:lnTo>
                    <a:lnTo>
                      <a:pt x="8185" y="1491"/>
                    </a:lnTo>
                    <a:lnTo>
                      <a:pt x="16552" y="0"/>
                    </a:lnTo>
                    <a:lnTo>
                      <a:pt x="14629" y="4861"/>
                    </a:lnTo>
                    <a:lnTo>
                      <a:pt x="21600" y="4861"/>
                    </a:lnTo>
                    <a:lnTo>
                      <a:pt x="20375" y="7973"/>
                    </a:lnTo>
                    <a:lnTo>
                      <a:pt x="13405" y="7973"/>
                    </a:lnTo>
                    <a:lnTo>
                      <a:pt x="10558" y="15118"/>
                    </a:lnTo>
                    <a:cubicBezTo>
                      <a:pt x="10386" y="15500"/>
                      <a:pt x="10204" y="16069"/>
                      <a:pt x="10204" y="16703"/>
                    </a:cubicBezTo>
                    <a:cubicBezTo>
                      <a:pt x="10204" y="17690"/>
                      <a:pt x="11428" y="18295"/>
                      <a:pt x="13168" y="18295"/>
                    </a:cubicBezTo>
                    <a:cubicBezTo>
                      <a:pt x="14565" y="18295"/>
                      <a:pt x="15961" y="18136"/>
                      <a:pt x="16949" y="17913"/>
                    </a:cubicBezTo>
                    <a:lnTo>
                      <a:pt x="15617" y="21218"/>
                    </a:lnTo>
                    <a:cubicBezTo>
                      <a:pt x="14285" y="21377"/>
                      <a:pt x="12771" y="21600"/>
                      <a:pt x="11439" y="21600"/>
                    </a:cubicBezTo>
                    <a:cubicBezTo>
                      <a:pt x="6155" y="21600"/>
                      <a:pt x="2438" y="20455"/>
                      <a:pt x="2438" y="17314"/>
                    </a:cubicBezTo>
                    <a:cubicBezTo>
                      <a:pt x="2438" y="16046"/>
                      <a:pt x="2900" y="14807"/>
                      <a:pt x="3426" y="13504"/>
                    </a:cubicBezTo>
                    <a:lnTo>
                      <a:pt x="5639" y="7979"/>
                    </a:lnTo>
                    <a:lnTo>
                      <a:pt x="0" y="7979"/>
                    </a:lnTo>
                    <a:lnTo>
                      <a:pt x="1214" y="4855"/>
                    </a:lnTo>
                    <a:close/>
                  </a:path>
                </a:pathLst>
              </a:custGeom>
              <a:solidFill>
                <a:srgbClr val="005BAC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endParaRPr/>
              </a:p>
            </p:txBody>
          </p:sp>
          <p:sp>
            <p:nvSpPr>
              <p:cNvPr id="55" name="フリーフォーム: 図形 58"/>
              <p:cNvSpPr/>
              <p:nvPr/>
            </p:nvSpPr>
            <p:spPr>
              <a:xfrm>
                <a:off x="1242605" y="9586"/>
                <a:ext cx="119357" cy="12833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0" y="0"/>
                    </a:moveTo>
                    <a:lnTo>
                      <a:pt x="4657" y="0"/>
                    </a:lnTo>
                    <a:lnTo>
                      <a:pt x="6823" y="16805"/>
                    </a:lnTo>
                    <a:lnTo>
                      <a:pt x="6890" y="16805"/>
                    </a:lnTo>
                    <a:lnTo>
                      <a:pt x="16543" y="0"/>
                    </a:lnTo>
                    <a:lnTo>
                      <a:pt x="21600" y="0"/>
                    </a:lnTo>
                    <a:lnTo>
                      <a:pt x="8619" y="21600"/>
                    </a:lnTo>
                    <a:lnTo>
                      <a:pt x="3064" y="2160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5BAC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endParaRPr/>
              </a:p>
            </p:txBody>
          </p:sp>
          <p:sp>
            <p:nvSpPr>
              <p:cNvPr id="56" name="フリーフォーム: 図形 59"/>
              <p:cNvSpPr/>
              <p:nvPr/>
            </p:nvSpPr>
            <p:spPr>
              <a:xfrm>
                <a:off x="1333439" y="40997"/>
                <a:ext cx="89952" cy="9912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4441" y="17956"/>
                    </a:moveTo>
                    <a:lnTo>
                      <a:pt x="14351" y="17956"/>
                    </a:lnTo>
                    <a:cubicBezTo>
                      <a:pt x="12318" y="20282"/>
                      <a:pt x="10286" y="21600"/>
                      <a:pt x="7020" y="21600"/>
                    </a:cubicBezTo>
                    <a:cubicBezTo>
                      <a:pt x="2914" y="21600"/>
                      <a:pt x="0" y="19518"/>
                      <a:pt x="0" y="15711"/>
                    </a:cubicBezTo>
                    <a:cubicBezTo>
                      <a:pt x="0" y="8896"/>
                      <a:pt x="8392" y="8378"/>
                      <a:pt x="13951" y="8378"/>
                    </a:cubicBezTo>
                    <a:lnTo>
                      <a:pt x="16024" y="8378"/>
                    </a:lnTo>
                    <a:cubicBezTo>
                      <a:pt x="16204" y="7815"/>
                      <a:pt x="16204" y="7215"/>
                      <a:pt x="16204" y="6615"/>
                    </a:cubicBezTo>
                    <a:cubicBezTo>
                      <a:pt x="16204" y="4533"/>
                      <a:pt x="13731" y="3933"/>
                      <a:pt x="11657" y="3933"/>
                    </a:cubicBezTo>
                    <a:cubicBezTo>
                      <a:pt x="9053" y="3933"/>
                      <a:pt x="6539" y="4533"/>
                      <a:pt x="4196" y="5533"/>
                    </a:cubicBezTo>
                    <a:lnTo>
                      <a:pt x="5037" y="1244"/>
                    </a:lnTo>
                    <a:cubicBezTo>
                      <a:pt x="7551" y="444"/>
                      <a:pt x="10114" y="0"/>
                      <a:pt x="12767" y="0"/>
                    </a:cubicBezTo>
                    <a:cubicBezTo>
                      <a:pt x="17314" y="0"/>
                      <a:pt x="21600" y="1526"/>
                      <a:pt x="21600" y="6370"/>
                    </a:cubicBezTo>
                    <a:cubicBezTo>
                      <a:pt x="21600" y="9133"/>
                      <a:pt x="19347" y="17230"/>
                      <a:pt x="18816" y="21111"/>
                    </a:cubicBezTo>
                    <a:lnTo>
                      <a:pt x="13829" y="21111"/>
                    </a:lnTo>
                    <a:lnTo>
                      <a:pt x="14441" y="17956"/>
                    </a:lnTo>
                    <a:close/>
                    <a:moveTo>
                      <a:pt x="8653" y="17674"/>
                    </a:moveTo>
                    <a:cubicBezTo>
                      <a:pt x="13069" y="17674"/>
                      <a:pt x="14441" y="14911"/>
                      <a:pt x="15363" y="11585"/>
                    </a:cubicBezTo>
                    <a:lnTo>
                      <a:pt x="13290" y="11585"/>
                    </a:lnTo>
                    <a:cubicBezTo>
                      <a:pt x="10416" y="11585"/>
                      <a:pt x="5649" y="12022"/>
                      <a:pt x="5649" y="15511"/>
                    </a:cubicBezTo>
                    <a:cubicBezTo>
                      <a:pt x="5649" y="16948"/>
                      <a:pt x="7151" y="17674"/>
                      <a:pt x="8653" y="17674"/>
                    </a:cubicBezTo>
                    <a:close/>
                  </a:path>
                </a:pathLst>
              </a:custGeom>
              <a:solidFill>
                <a:srgbClr val="005BAC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endParaRPr/>
              </a:p>
            </p:txBody>
          </p:sp>
          <p:sp>
            <p:nvSpPr>
              <p:cNvPr id="57" name="フリーフォーム: 図形 60"/>
              <p:cNvSpPr/>
              <p:nvPr/>
            </p:nvSpPr>
            <p:spPr>
              <a:xfrm>
                <a:off x="1427094" y="0"/>
                <a:ext cx="53883" cy="137917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1720" y="0"/>
                    </a:moveTo>
                    <a:lnTo>
                      <a:pt x="21600" y="0"/>
                    </a:lnTo>
                    <a:lnTo>
                      <a:pt x="9880" y="21600"/>
                    </a:lnTo>
                    <a:lnTo>
                      <a:pt x="0" y="21600"/>
                    </a:lnTo>
                    <a:lnTo>
                      <a:pt x="11720" y="0"/>
                    </a:lnTo>
                    <a:close/>
                  </a:path>
                </a:pathLst>
              </a:custGeom>
              <a:solidFill>
                <a:srgbClr val="005BAC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endParaRPr/>
              </a:p>
            </p:txBody>
          </p:sp>
          <p:sp>
            <p:nvSpPr>
              <p:cNvPr id="58" name="フリーフォーム: 図形 61"/>
              <p:cNvSpPr/>
              <p:nvPr/>
            </p:nvSpPr>
            <p:spPr>
              <a:xfrm>
                <a:off x="1476081" y="43241"/>
                <a:ext cx="100387" cy="9688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7848" y="18076"/>
                    </a:moveTo>
                    <a:cubicBezTo>
                      <a:pt x="17606" y="19349"/>
                      <a:pt x="17409" y="20456"/>
                      <a:pt x="17336" y="21107"/>
                    </a:cubicBezTo>
                    <a:lnTo>
                      <a:pt x="12150" y="21107"/>
                    </a:lnTo>
                    <a:lnTo>
                      <a:pt x="12508" y="19061"/>
                    </a:lnTo>
                    <a:lnTo>
                      <a:pt x="12427" y="19061"/>
                    </a:lnTo>
                    <a:cubicBezTo>
                      <a:pt x="10965" y="20456"/>
                      <a:pt x="8946" y="21600"/>
                      <a:pt x="6649" y="21600"/>
                    </a:cubicBezTo>
                    <a:cubicBezTo>
                      <a:pt x="2655" y="21600"/>
                      <a:pt x="0" y="19016"/>
                      <a:pt x="0" y="14840"/>
                    </a:cubicBezTo>
                    <a:cubicBezTo>
                      <a:pt x="0" y="13240"/>
                      <a:pt x="395" y="11558"/>
                      <a:pt x="673" y="10247"/>
                    </a:cubicBezTo>
                    <a:lnTo>
                      <a:pt x="2809" y="0"/>
                    </a:lnTo>
                    <a:lnTo>
                      <a:pt x="8112" y="0"/>
                    </a:lnTo>
                    <a:lnTo>
                      <a:pt x="6130" y="9959"/>
                    </a:lnTo>
                    <a:cubicBezTo>
                      <a:pt x="5852" y="11391"/>
                      <a:pt x="5537" y="12831"/>
                      <a:pt x="5537" y="14385"/>
                    </a:cubicBezTo>
                    <a:cubicBezTo>
                      <a:pt x="5537" y="16151"/>
                      <a:pt x="6722" y="17341"/>
                      <a:pt x="8426" y="17341"/>
                    </a:cubicBezTo>
                    <a:cubicBezTo>
                      <a:pt x="12106" y="17341"/>
                      <a:pt x="13451" y="13771"/>
                      <a:pt x="14124" y="10618"/>
                    </a:cubicBezTo>
                    <a:lnTo>
                      <a:pt x="16297" y="0"/>
                    </a:lnTo>
                    <a:lnTo>
                      <a:pt x="21600" y="0"/>
                    </a:lnTo>
                    <a:lnTo>
                      <a:pt x="17848" y="18076"/>
                    </a:lnTo>
                    <a:close/>
                  </a:path>
                </a:pathLst>
              </a:custGeom>
              <a:solidFill>
                <a:srgbClr val="005BAC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endParaRPr/>
              </a:p>
            </p:txBody>
          </p:sp>
          <p:sp>
            <p:nvSpPr>
              <p:cNvPr id="59" name="フリーフォーム: 図形 62"/>
              <p:cNvSpPr/>
              <p:nvPr/>
            </p:nvSpPr>
            <p:spPr>
              <a:xfrm>
                <a:off x="1577113" y="41031"/>
                <a:ext cx="92671" cy="9909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5483" y="12464"/>
                    </a:moveTo>
                    <a:cubicBezTo>
                      <a:pt x="5483" y="16272"/>
                      <a:pt x="7670" y="17673"/>
                      <a:pt x="11608" y="17673"/>
                    </a:cubicBezTo>
                    <a:cubicBezTo>
                      <a:pt x="13962" y="17673"/>
                      <a:pt x="16236" y="17110"/>
                      <a:pt x="18383" y="16191"/>
                    </a:cubicBezTo>
                    <a:lnTo>
                      <a:pt x="17654" y="20437"/>
                    </a:lnTo>
                    <a:cubicBezTo>
                      <a:pt x="15427" y="21081"/>
                      <a:pt x="12979" y="21600"/>
                      <a:pt x="10626" y="21600"/>
                    </a:cubicBezTo>
                    <a:cubicBezTo>
                      <a:pt x="4279" y="21600"/>
                      <a:pt x="0" y="18718"/>
                      <a:pt x="0" y="12582"/>
                    </a:cubicBezTo>
                    <a:cubicBezTo>
                      <a:pt x="0" y="6172"/>
                      <a:pt x="5317" y="0"/>
                      <a:pt x="12559" y="0"/>
                    </a:cubicBezTo>
                    <a:cubicBezTo>
                      <a:pt x="18003" y="0"/>
                      <a:pt x="21600" y="2601"/>
                      <a:pt x="21600" y="7855"/>
                    </a:cubicBezTo>
                    <a:cubicBezTo>
                      <a:pt x="21600" y="9418"/>
                      <a:pt x="21386" y="10937"/>
                      <a:pt x="21045" y="12464"/>
                    </a:cubicBezTo>
                    <a:lnTo>
                      <a:pt x="5483" y="12464"/>
                    </a:lnTo>
                    <a:close/>
                    <a:moveTo>
                      <a:pt x="15982" y="8773"/>
                    </a:moveTo>
                    <a:cubicBezTo>
                      <a:pt x="16069" y="8292"/>
                      <a:pt x="16109" y="7855"/>
                      <a:pt x="16109" y="7373"/>
                    </a:cubicBezTo>
                    <a:cubicBezTo>
                      <a:pt x="16109" y="5172"/>
                      <a:pt x="14865" y="3927"/>
                      <a:pt x="12464" y="3927"/>
                    </a:cubicBezTo>
                    <a:cubicBezTo>
                      <a:pt x="8906" y="3927"/>
                      <a:pt x="7361" y="5928"/>
                      <a:pt x="6252" y="8773"/>
                    </a:cubicBezTo>
                    <a:lnTo>
                      <a:pt x="15982" y="8773"/>
                    </a:lnTo>
                    <a:close/>
                  </a:path>
                </a:pathLst>
              </a:custGeom>
              <a:solidFill>
                <a:srgbClr val="005BAC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endParaRPr/>
              </a:p>
            </p:txBody>
          </p:sp>
          <p:sp>
            <p:nvSpPr>
              <p:cNvPr id="60" name="フリーフォーム: 図形 63"/>
              <p:cNvSpPr/>
              <p:nvPr/>
            </p:nvSpPr>
            <p:spPr>
              <a:xfrm>
                <a:off x="1667777" y="40963"/>
                <a:ext cx="81656" cy="9912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0188" y="4896"/>
                    </a:moveTo>
                    <a:cubicBezTo>
                      <a:pt x="18489" y="4378"/>
                      <a:pt x="16690" y="3933"/>
                      <a:pt x="14838" y="3933"/>
                    </a:cubicBezTo>
                    <a:cubicBezTo>
                      <a:pt x="12895" y="3933"/>
                      <a:pt x="10458" y="4370"/>
                      <a:pt x="10458" y="6015"/>
                    </a:cubicBezTo>
                    <a:cubicBezTo>
                      <a:pt x="10458" y="8622"/>
                      <a:pt x="18920" y="9585"/>
                      <a:pt x="18920" y="14630"/>
                    </a:cubicBezTo>
                    <a:cubicBezTo>
                      <a:pt x="18920" y="20000"/>
                      <a:pt x="13228" y="21600"/>
                      <a:pt x="7635" y="21600"/>
                    </a:cubicBezTo>
                    <a:cubicBezTo>
                      <a:pt x="5009" y="21600"/>
                      <a:pt x="2383" y="21282"/>
                      <a:pt x="0" y="20356"/>
                    </a:cubicBezTo>
                    <a:lnTo>
                      <a:pt x="1412" y="16067"/>
                    </a:lnTo>
                    <a:cubicBezTo>
                      <a:pt x="3264" y="16911"/>
                      <a:pt x="5108" y="17667"/>
                      <a:pt x="7635" y="17667"/>
                    </a:cubicBezTo>
                    <a:cubicBezTo>
                      <a:pt x="9820" y="17667"/>
                      <a:pt x="12113" y="17067"/>
                      <a:pt x="12113" y="15385"/>
                    </a:cubicBezTo>
                    <a:cubicBezTo>
                      <a:pt x="12113" y="12059"/>
                      <a:pt x="3651" y="11741"/>
                      <a:pt x="3651" y="6570"/>
                    </a:cubicBezTo>
                    <a:cubicBezTo>
                      <a:pt x="3651" y="1719"/>
                      <a:pt x="9343" y="0"/>
                      <a:pt x="14496" y="0"/>
                    </a:cubicBezTo>
                    <a:cubicBezTo>
                      <a:pt x="16879" y="0"/>
                      <a:pt x="19316" y="363"/>
                      <a:pt x="21600" y="844"/>
                    </a:cubicBezTo>
                    <a:lnTo>
                      <a:pt x="20188" y="4896"/>
                    </a:lnTo>
                    <a:close/>
                  </a:path>
                </a:pathLst>
              </a:custGeom>
              <a:solidFill>
                <a:srgbClr val="005BAC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endParaRPr/>
              </a:p>
            </p:txBody>
          </p:sp>
          <p:sp>
            <p:nvSpPr>
              <p:cNvPr id="61" name="フリーフォーム: 図形 64"/>
              <p:cNvSpPr/>
              <p:nvPr/>
            </p:nvSpPr>
            <p:spPr>
              <a:xfrm>
                <a:off x="1749295" y="9586"/>
                <a:ext cx="53849" cy="12833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2464" y="17269"/>
                    </a:moveTo>
                    <a:lnTo>
                      <a:pt x="10323" y="21600"/>
                    </a:lnTo>
                    <a:lnTo>
                      <a:pt x="0" y="21600"/>
                    </a:lnTo>
                    <a:lnTo>
                      <a:pt x="2141" y="17269"/>
                    </a:lnTo>
                    <a:lnTo>
                      <a:pt x="12464" y="17269"/>
                    </a:lnTo>
                    <a:close/>
                    <a:moveTo>
                      <a:pt x="10023" y="0"/>
                    </a:moveTo>
                    <a:lnTo>
                      <a:pt x="21600" y="0"/>
                    </a:lnTo>
                    <a:lnTo>
                      <a:pt x="12314" y="15260"/>
                    </a:lnTo>
                    <a:lnTo>
                      <a:pt x="4132" y="15260"/>
                    </a:lnTo>
                    <a:lnTo>
                      <a:pt x="10023" y="0"/>
                    </a:lnTo>
                    <a:close/>
                  </a:path>
                </a:pathLst>
              </a:custGeom>
              <a:solidFill>
                <a:srgbClr val="005BAC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endParaRPr/>
              </a:p>
            </p:txBody>
          </p:sp>
        </p:grpSp>
        <p:sp>
          <p:nvSpPr>
            <p:cNvPr id="63" name="フリーフォーム: 図形 44"/>
            <p:cNvSpPr/>
            <p:nvPr/>
          </p:nvSpPr>
          <p:spPr>
            <a:xfrm>
              <a:off x="1021742" y="0"/>
              <a:ext cx="905516" cy="20606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9493" extrusionOk="0">
                  <a:moveTo>
                    <a:pt x="0" y="19493"/>
                  </a:moveTo>
                  <a:cubicBezTo>
                    <a:pt x="6426" y="-988"/>
                    <a:pt x="14983" y="-2107"/>
                    <a:pt x="21600" y="1762"/>
                  </a:cubicBezTo>
                  <a:lnTo>
                    <a:pt x="20669" y="13409"/>
                  </a:lnTo>
                  <a:cubicBezTo>
                    <a:pt x="16097" y="7029"/>
                    <a:pt x="7279" y="3135"/>
                    <a:pt x="0" y="19493"/>
                  </a:cubicBezTo>
                  <a:close/>
                </a:path>
              </a:pathLst>
            </a:custGeom>
            <a:gradFill flip="none" rotWithShape="1">
              <a:gsLst>
                <a:gs pos="25000">
                  <a:srgbClr val="005BAC"/>
                </a:gs>
                <a:gs pos="52000">
                  <a:srgbClr val="E50059"/>
                </a:gs>
                <a:gs pos="100000">
                  <a:srgbClr val="EA5B02"/>
                </a:gs>
              </a:gsLst>
              <a:lin ang="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endParaRPr/>
            </a:p>
          </p:txBody>
        </p:sp>
        <p:sp>
          <p:nvSpPr>
            <p:cNvPr id="64" name="フリーフォーム: 図形 45"/>
            <p:cNvSpPr/>
            <p:nvPr/>
          </p:nvSpPr>
          <p:spPr>
            <a:xfrm>
              <a:off x="0" y="378280"/>
              <a:ext cx="839498" cy="1432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963" extrusionOk="0">
                  <a:moveTo>
                    <a:pt x="21600" y="0"/>
                  </a:moveTo>
                  <a:cubicBezTo>
                    <a:pt x="17530" y="12847"/>
                    <a:pt x="8807" y="21600"/>
                    <a:pt x="0" y="14328"/>
                  </a:cubicBezTo>
                  <a:lnTo>
                    <a:pt x="1058" y="2777"/>
                  </a:lnTo>
                  <a:cubicBezTo>
                    <a:pt x="9674" y="11969"/>
                    <a:pt x="17750" y="7156"/>
                    <a:pt x="21600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009EE7"/>
                </a:gs>
                <a:gs pos="47000">
                  <a:srgbClr val="005BAC"/>
                </a:gs>
              </a:gsLst>
              <a:lin ang="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endParaRPr/>
            </a:p>
          </p:txBody>
        </p:sp>
      </p:grpSp>
      <p:sp>
        <p:nvSpPr>
          <p:cNvPr id="66" name="スライド番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④ 表紙+サブタイトル（写真なし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タイトルテキスト"/>
          <p:cNvSpPr txBox="1">
            <a:spLocks noGrp="1"/>
          </p:cNvSpPr>
          <p:nvPr>
            <p:ph type="title"/>
          </p:nvPr>
        </p:nvSpPr>
        <p:spPr>
          <a:xfrm>
            <a:off x="492765" y="2156184"/>
            <a:ext cx="8924285" cy="442036"/>
          </a:xfrm>
          <a:prstGeom prst="rect">
            <a:avLst/>
          </a:prstGeom>
          <a:noFill/>
        </p:spPr>
        <p:txBody>
          <a:bodyPr anchor="ctr">
            <a:normAutofit/>
          </a:bodyPr>
          <a:lstStyle>
            <a:lvl1pPr>
              <a:defRPr sz="2400"/>
            </a:lvl1pPr>
          </a:lstStyle>
          <a:p>
            <a:r>
              <a:t>タイトルテキスト</a:t>
            </a:r>
          </a:p>
        </p:txBody>
      </p:sp>
      <p:sp>
        <p:nvSpPr>
          <p:cNvPr id="74" name="本文レベル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492386" y="418973"/>
            <a:ext cx="8924664" cy="344135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buClrTx/>
              <a:buSzTx/>
              <a:buNone/>
              <a:defRPr b="1"/>
            </a:lvl1pPr>
            <a:lvl2pPr marL="0" indent="495284">
              <a:lnSpc>
                <a:spcPct val="110000"/>
              </a:lnSpc>
              <a:spcBef>
                <a:spcPts val="0"/>
              </a:spcBef>
              <a:buClrTx/>
              <a:buSzTx/>
              <a:buNone/>
              <a:defRPr b="1"/>
            </a:lvl2pPr>
            <a:lvl3pPr marL="0" indent="990569">
              <a:lnSpc>
                <a:spcPct val="110000"/>
              </a:lnSpc>
              <a:spcBef>
                <a:spcPts val="0"/>
              </a:spcBef>
              <a:buClrTx/>
              <a:buSzTx/>
              <a:buNone/>
              <a:defRPr b="1"/>
            </a:lvl3pPr>
            <a:lvl4pPr marL="0" indent="1485853">
              <a:lnSpc>
                <a:spcPct val="110000"/>
              </a:lnSpc>
              <a:spcBef>
                <a:spcPts val="0"/>
              </a:spcBef>
              <a:buClrTx/>
              <a:buSzTx/>
              <a:buNone/>
              <a:defRPr b="1"/>
            </a:lvl4pPr>
            <a:lvl5pPr marL="0" indent="1981138">
              <a:lnSpc>
                <a:spcPct val="110000"/>
              </a:lnSpc>
              <a:spcBef>
                <a:spcPts val="0"/>
              </a:spcBef>
              <a:buClrTx/>
              <a:buSzTx/>
              <a:buNone/>
              <a:defRPr b="1"/>
            </a:lvl5pPr>
          </a:lstStyle>
          <a:p>
            <a:r>
              <a:t>資料名など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75" name="テキスト プレースホルダー 14"/>
          <p:cNvSpPr>
            <a:spLocks noGrp="1"/>
          </p:cNvSpPr>
          <p:nvPr>
            <p:ph type="body" sz="quarter" idx="21" hasCustomPrompt="1"/>
          </p:nvPr>
        </p:nvSpPr>
        <p:spPr>
          <a:xfrm>
            <a:off x="492388" y="5435999"/>
            <a:ext cx="6303233" cy="252001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>
              <a:spcBef>
                <a:spcPts val="0"/>
              </a:spcBef>
              <a:buClrTx/>
              <a:buSzTx/>
              <a:buNone/>
              <a:defRPr sz="1200" b="1"/>
            </a:lvl1pPr>
          </a:lstStyle>
          <a:p>
            <a:r>
              <a:t>日付</a:t>
            </a:r>
          </a:p>
        </p:txBody>
      </p:sp>
      <p:sp>
        <p:nvSpPr>
          <p:cNvPr id="76" name="テキスト プレースホルダー 14"/>
          <p:cNvSpPr>
            <a:spLocks noGrp="1"/>
          </p:cNvSpPr>
          <p:nvPr>
            <p:ph type="body" sz="quarter" idx="22" hasCustomPrompt="1"/>
          </p:nvPr>
        </p:nvSpPr>
        <p:spPr>
          <a:xfrm>
            <a:off x="492764" y="4265052"/>
            <a:ext cx="6303233" cy="103755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lnSpc>
                <a:spcPct val="140000"/>
              </a:lnSpc>
              <a:spcBef>
                <a:spcPts val="0"/>
              </a:spcBef>
              <a:buClrTx/>
              <a:buSzTx/>
              <a:buNone/>
              <a:defRPr sz="1200" b="1"/>
            </a:lvl1pPr>
          </a:lstStyle>
          <a:p>
            <a:r>
              <a:t>部署</a:t>
            </a:r>
          </a:p>
        </p:txBody>
      </p:sp>
      <p:sp>
        <p:nvSpPr>
          <p:cNvPr id="77" name="テキスト プレースホルダー 4"/>
          <p:cNvSpPr>
            <a:spLocks noGrp="1"/>
          </p:cNvSpPr>
          <p:nvPr>
            <p:ph type="body" sz="quarter" idx="23" hasCustomPrompt="1"/>
          </p:nvPr>
        </p:nvSpPr>
        <p:spPr>
          <a:xfrm>
            <a:off x="492764" y="3790798"/>
            <a:ext cx="6303233" cy="342001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>
              <a:spcBef>
                <a:spcPts val="0"/>
              </a:spcBef>
              <a:buClrTx/>
              <a:buSzTx/>
              <a:buNone/>
              <a:defRPr b="1"/>
            </a:lvl1pPr>
          </a:lstStyle>
          <a:p>
            <a:r>
              <a:t>名前</a:t>
            </a:r>
          </a:p>
        </p:txBody>
      </p:sp>
      <p:sp>
        <p:nvSpPr>
          <p:cNvPr id="78" name="テキスト プレースホルダー 7"/>
          <p:cNvSpPr>
            <a:spLocks noGrp="1"/>
          </p:cNvSpPr>
          <p:nvPr>
            <p:ph type="body" sz="quarter" idx="24" hasCustomPrompt="1"/>
          </p:nvPr>
        </p:nvSpPr>
        <p:spPr>
          <a:xfrm>
            <a:off x="492763" y="1189666"/>
            <a:ext cx="8924287" cy="349703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>
              <a:spcBef>
                <a:spcPts val="0"/>
              </a:spcBef>
              <a:buClrTx/>
              <a:buSzTx/>
              <a:buNone/>
              <a:defRPr sz="1800" b="1">
                <a:solidFill>
                  <a:schemeClr val="accent1"/>
                </a:solidFill>
              </a:defRPr>
            </a:lvl1pPr>
          </a:lstStyle>
          <a:p>
            <a:r>
              <a:t>サブタイトル</a:t>
            </a:r>
          </a:p>
        </p:txBody>
      </p:sp>
      <p:sp>
        <p:nvSpPr>
          <p:cNvPr id="79" name="直線コネクタ 5"/>
          <p:cNvSpPr/>
          <p:nvPr/>
        </p:nvSpPr>
        <p:spPr>
          <a:xfrm>
            <a:off x="493199" y="3439940"/>
            <a:ext cx="4464001" cy="1"/>
          </a:xfrm>
          <a:prstGeom prst="line">
            <a:avLst/>
          </a:prstGeom>
          <a:ln w="31750">
            <a:solidFill>
              <a:schemeClr val="accent1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grpSp>
        <p:nvGrpSpPr>
          <p:cNvPr id="82" name="グループ化 10"/>
          <p:cNvGrpSpPr/>
          <p:nvPr/>
        </p:nvGrpSpPr>
        <p:grpSpPr>
          <a:xfrm>
            <a:off x="492766" y="6044136"/>
            <a:ext cx="766801" cy="385679"/>
            <a:chOff x="0" y="0"/>
            <a:chExt cx="766800" cy="385678"/>
          </a:xfrm>
        </p:grpSpPr>
        <p:sp>
          <p:nvSpPr>
            <p:cNvPr id="80" name="Freeform 290"/>
            <p:cNvSpPr/>
            <p:nvPr/>
          </p:nvSpPr>
          <p:spPr>
            <a:xfrm>
              <a:off x="664144" y="1555"/>
              <a:ext cx="102657" cy="38256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lnTo>
                    <a:pt x="0" y="0"/>
                  </a:lnTo>
                  <a:lnTo>
                    <a:pt x="818" y="5312"/>
                  </a:lnTo>
                  <a:lnTo>
                    <a:pt x="1145" y="8034"/>
                  </a:lnTo>
                  <a:lnTo>
                    <a:pt x="1309" y="10800"/>
                  </a:lnTo>
                  <a:lnTo>
                    <a:pt x="1145" y="13610"/>
                  </a:lnTo>
                  <a:lnTo>
                    <a:pt x="818" y="16332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0782" y="16332"/>
                  </a:lnTo>
                  <a:lnTo>
                    <a:pt x="20291" y="13610"/>
                  </a:lnTo>
                  <a:lnTo>
                    <a:pt x="20291" y="8034"/>
                  </a:lnTo>
                  <a:lnTo>
                    <a:pt x="20782" y="5312"/>
                  </a:lnTo>
                  <a:lnTo>
                    <a:pt x="21600" y="0"/>
                  </a:lnTo>
                  <a:close/>
                </a:path>
              </a:pathLst>
            </a:custGeom>
            <a:solidFill>
              <a:srgbClr val="005BAC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81" name="Freeform 291"/>
            <p:cNvSpPr/>
            <p:nvPr/>
          </p:nvSpPr>
          <p:spPr>
            <a:xfrm>
              <a:off x="0" y="-1"/>
              <a:ext cx="654814" cy="38568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7167" y="11517"/>
                  </a:moveTo>
                  <a:lnTo>
                    <a:pt x="17859" y="11039"/>
                  </a:lnTo>
                  <a:lnTo>
                    <a:pt x="18423" y="10431"/>
                  </a:lnTo>
                  <a:lnTo>
                    <a:pt x="18961" y="9822"/>
                  </a:lnTo>
                  <a:lnTo>
                    <a:pt x="19396" y="9040"/>
                  </a:lnTo>
                  <a:lnTo>
                    <a:pt x="19730" y="8214"/>
                  </a:lnTo>
                  <a:lnTo>
                    <a:pt x="19986" y="7301"/>
                  </a:lnTo>
                  <a:lnTo>
                    <a:pt x="20088" y="6910"/>
                  </a:lnTo>
                  <a:lnTo>
                    <a:pt x="20140" y="6432"/>
                  </a:lnTo>
                  <a:lnTo>
                    <a:pt x="20191" y="5998"/>
                  </a:lnTo>
                  <a:lnTo>
                    <a:pt x="20191" y="4998"/>
                  </a:lnTo>
                  <a:lnTo>
                    <a:pt x="20140" y="4476"/>
                  </a:lnTo>
                  <a:lnTo>
                    <a:pt x="20088" y="3998"/>
                  </a:lnTo>
                  <a:lnTo>
                    <a:pt x="20011" y="3520"/>
                  </a:lnTo>
                  <a:lnTo>
                    <a:pt x="19883" y="3129"/>
                  </a:lnTo>
                  <a:lnTo>
                    <a:pt x="19730" y="2695"/>
                  </a:lnTo>
                  <a:lnTo>
                    <a:pt x="19601" y="2347"/>
                  </a:lnTo>
                  <a:lnTo>
                    <a:pt x="19396" y="1999"/>
                  </a:lnTo>
                  <a:lnTo>
                    <a:pt x="19012" y="1391"/>
                  </a:lnTo>
                  <a:lnTo>
                    <a:pt x="18551" y="956"/>
                  </a:lnTo>
                  <a:lnTo>
                    <a:pt x="18064" y="608"/>
                  </a:lnTo>
                  <a:lnTo>
                    <a:pt x="17500" y="348"/>
                  </a:lnTo>
                  <a:lnTo>
                    <a:pt x="16937" y="217"/>
                  </a:lnTo>
                  <a:lnTo>
                    <a:pt x="16322" y="87"/>
                  </a:lnTo>
                  <a:lnTo>
                    <a:pt x="15656" y="87"/>
                  </a:lnTo>
                  <a:lnTo>
                    <a:pt x="15015" y="0"/>
                  </a:lnTo>
                  <a:lnTo>
                    <a:pt x="13554" y="87"/>
                  </a:lnTo>
                  <a:lnTo>
                    <a:pt x="12043" y="130"/>
                  </a:lnTo>
                  <a:lnTo>
                    <a:pt x="10582" y="217"/>
                  </a:lnTo>
                  <a:lnTo>
                    <a:pt x="9327" y="217"/>
                  </a:lnTo>
                  <a:lnTo>
                    <a:pt x="9532" y="7258"/>
                  </a:lnTo>
                  <a:lnTo>
                    <a:pt x="9557" y="10561"/>
                  </a:lnTo>
                  <a:lnTo>
                    <a:pt x="9557" y="13603"/>
                  </a:lnTo>
                  <a:lnTo>
                    <a:pt x="7969" y="10518"/>
                  </a:lnTo>
                  <a:lnTo>
                    <a:pt x="6380" y="7171"/>
                  </a:lnTo>
                  <a:lnTo>
                    <a:pt x="4791" y="3738"/>
                  </a:lnTo>
                  <a:lnTo>
                    <a:pt x="3305" y="217"/>
                  </a:lnTo>
                  <a:lnTo>
                    <a:pt x="0" y="217"/>
                  </a:lnTo>
                  <a:lnTo>
                    <a:pt x="179" y="5476"/>
                  </a:lnTo>
                  <a:lnTo>
                    <a:pt x="205" y="8171"/>
                  </a:lnTo>
                  <a:lnTo>
                    <a:pt x="256" y="10909"/>
                  </a:lnTo>
                  <a:lnTo>
                    <a:pt x="205" y="13690"/>
                  </a:lnTo>
                  <a:lnTo>
                    <a:pt x="179" y="16385"/>
                  </a:lnTo>
                  <a:lnTo>
                    <a:pt x="0" y="21600"/>
                  </a:lnTo>
                  <a:lnTo>
                    <a:pt x="2742" y="21600"/>
                  </a:lnTo>
                  <a:lnTo>
                    <a:pt x="2562" y="17732"/>
                  </a:lnTo>
                  <a:lnTo>
                    <a:pt x="2485" y="13864"/>
                  </a:lnTo>
                  <a:lnTo>
                    <a:pt x="2434" y="10344"/>
                  </a:lnTo>
                  <a:lnTo>
                    <a:pt x="2434" y="7171"/>
                  </a:lnTo>
                  <a:lnTo>
                    <a:pt x="4151" y="10518"/>
                  </a:lnTo>
                  <a:lnTo>
                    <a:pt x="5893" y="14081"/>
                  </a:lnTo>
                  <a:lnTo>
                    <a:pt x="7661" y="17819"/>
                  </a:lnTo>
                  <a:lnTo>
                    <a:pt x="8456" y="19731"/>
                  </a:lnTo>
                  <a:lnTo>
                    <a:pt x="9275" y="21600"/>
                  </a:lnTo>
                  <a:lnTo>
                    <a:pt x="12120" y="21600"/>
                  </a:lnTo>
                  <a:lnTo>
                    <a:pt x="11991" y="16385"/>
                  </a:lnTo>
                  <a:lnTo>
                    <a:pt x="11966" y="13690"/>
                  </a:lnTo>
                  <a:lnTo>
                    <a:pt x="11915" y="10909"/>
                  </a:lnTo>
                  <a:lnTo>
                    <a:pt x="11915" y="6910"/>
                  </a:lnTo>
                  <a:lnTo>
                    <a:pt x="11991" y="2955"/>
                  </a:lnTo>
                  <a:lnTo>
                    <a:pt x="12863" y="2912"/>
                  </a:lnTo>
                  <a:lnTo>
                    <a:pt x="13913" y="2912"/>
                  </a:lnTo>
                  <a:lnTo>
                    <a:pt x="14554" y="2955"/>
                  </a:lnTo>
                  <a:lnTo>
                    <a:pt x="15143" y="3129"/>
                  </a:lnTo>
                  <a:lnTo>
                    <a:pt x="15630" y="3477"/>
                  </a:lnTo>
                  <a:lnTo>
                    <a:pt x="15835" y="3651"/>
                  </a:lnTo>
                  <a:lnTo>
                    <a:pt x="16142" y="4085"/>
                  </a:lnTo>
                  <a:lnTo>
                    <a:pt x="16270" y="4346"/>
                  </a:lnTo>
                  <a:lnTo>
                    <a:pt x="16475" y="4911"/>
                  </a:lnTo>
                  <a:lnTo>
                    <a:pt x="16604" y="5520"/>
                  </a:lnTo>
                  <a:lnTo>
                    <a:pt x="16629" y="6302"/>
                  </a:lnTo>
                  <a:lnTo>
                    <a:pt x="16604" y="6693"/>
                  </a:lnTo>
                  <a:lnTo>
                    <a:pt x="16552" y="7171"/>
                  </a:lnTo>
                  <a:lnTo>
                    <a:pt x="16475" y="7606"/>
                  </a:lnTo>
                  <a:lnTo>
                    <a:pt x="16347" y="7997"/>
                  </a:lnTo>
                  <a:lnTo>
                    <a:pt x="16245" y="8344"/>
                  </a:lnTo>
                  <a:lnTo>
                    <a:pt x="15835" y="9040"/>
                  </a:lnTo>
                  <a:lnTo>
                    <a:pt x="15630" y="9344"/>
                  </a:lnTo>
                  <a:lnTo>
                    <a:pt x="15092" y="9866"/>
                  </a:lnTo>
                  <a:lnTo>
                    <a:pt x="14528" y="10300"/>
                  </a:lnTo>
                  <a:lnTo>
                    <a:pt x="13888" y="10648"/>
                  </a:lnTo>
                  <a:lnTo>
                    <a:pt x="13196" y="10996"/>
                  </a:lnTo>
                  <a:lnTo>
                    <a:pt x="14272" y="13386"/>
                  </a:lnTo>
                  <a:lnTo>
                    <a:pt x="15451" y="16080"/>
                  </a:lnTo>
                  <a:lnTo>
                    <a:pt x="16604" y="18905"/>
                  </a:lnTo>
                  <a:lnTo>
                    <a:pt x="17654" y="21600"/>
                  </a:lnTo>
                  <a:lnTo>
                    <a:pt x="21600" y="21600"/>
                  </a:lnTo>
                  <a:lnTo>
                    <a:pt x="19166" y="16298"/>
                  </a:lnTo>
                  <a:lnTo>
                    <a:pt x="18115" y="13821"/>
                  </a:lnTo>
                  <a:lnTo>
                    <a:pt x="17167" y="11517"/>
                  </a:lnTo>
                  <a:close/>
                </a:path>
              </a:pathLst>
            </a:custGeom>
            <a:solidFill>
              <a:srgbClr val="005BAC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grpSp>
        <p:nvGrpSpPr>
          <p:cNvPr id="105" name="グループ化 13"/>
          <p:cNvGrpSpPr/>
          <p:nvPr/>
        </p:nvGrpSpPr>
        <p:grpSpPr>
          <a:xfrm>
            <a:off x="7248453" y="5975818"/>
            <a:ext cx="1927259" cy="521567"/>
            <a:chOff x="0" y="0"/>
            <a:chExt cx="1927257" cy="521566"/>
          </a:xfrm>
        </p:grpSpPr>
        <p:grpSp>
          <p:nvGrpSpPr>
            <p:cNvPr id="102" name="グループ化 18"/>
            <p:cNvGrpSpPr/>
            <p:nvPr/>
          </p:nvGrpSpPr>
          <p:grpSpPr>
            <a:xfrm>
              <a:off x="62753" y="217010"/>
              <a:ext cx="1803145" cy="140161"/>
              <a:chOff x="0" y="0"/>
              <a:chExt cx="1803143" cy="140160"/>
            </a:xfrm>
          </p:grpSpPr>
          <p:sp>
            <p:nvSpPr>
              <p:cNvPr id="83" name="フリーフォーム: 図形 21"/>
              <p:cNvSpPr/>
              <p:nvPr/>
            </p:nvSpPr>
            <p:spPr>
              <a:xfrm>
                <a:off x="0" y="7342"/>
                <a:ext cx="99843" cy="13275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0284" y="4370"/>
                    </a:moveTo>
                    <a:cubicBezTo>
                      <a:pt x="18651" y="3739"/>
                      <a:pt x="16547" y="3291"/>
                      <a:pt x="14518" y="3291"/>
                    </a:cubicBezTo>
                    <a:cubicBezTo>
                      <a:pt x="12532" y="3291"/>
                      <a:pt x="9862" y="3889"/>
                      <a:pt x="9862" y="5686"/>
                    </a:cubicBezTo>
                    <a:cubicBezTo>
                      <a:pt x="9862" y="9038"/>
                      <a:pt x="19327" y="8828"/>
                      <a:pt x="19327" y="14630"/>
                    </a:cubicBezTo>
                    <a:cubicBezTo>
                      <a:pt x="19327" y="19747"/>
                      <a:pt x="13996" y="21600"/>
                      <a:pt x="7913" y="21600"/>
                    </a:cubicBezTo>
                    <a:cubicBezTo>
                      <a:pt x="5251" y="21600"/>
                      <a:pt x="2501" y="21124"/>
                      <a:pt x="0" y="20433"/>
                    </a:cubicBezTo>
                    <a:lnTo>
                      <a:pt x="1434" y="16871"/>
                    </a:lnTo>
                    <a:cubicBezTo>
                      <a:pt x="3582" y="17617"/>
                      <a:pt x="5847" y="18309"/>
                      <a:pt x="8237" y="18309"/>
                    </a:cubicBezTo>
                    <a:cubicBezTo>
                      <a:pt x="10907" y="18309"/>
                      <a:pt x="13525" y="17291"/>
                      <a:pt x="13525" y="15045"/>
                    </a:cubicBezTo>
                    <a:cubicBezTo>
                      <a:pt x="13525" y="11273"/>
                      <a:pt x="4060" y="11876"/>
                      <a:pt x="4060" y="6311"/>
                    </a:cubicBezTo>
                    <a:cubicBezTo>
                      <a:pt x="4060" y="1914"/>
                      <a:pt x="9068" y="0"/>
                      <a:pt x="14400" y="0"/>
                    </a:cubicBezTo>
                    <a:cubicBezTo>
                      <a:pt x="16827" y="0"/>
                      <a:pt x="19335" y="238"/>
                      <a:pt x="21600" y="929"/>
                    </a:cubicBezTo>
                    <a:lnTo>
                      <a:pt x="20284" y="4370"/>
                    </a:lnTo>
                    <a:close/>
                  </a:path>
                </a:pathLst>
              </a:custGeom>
              <a:solidFill>
                <a:srgbClr val="005BAC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endParaRPr/>
              </a:p>
            </p:txBody>
          </p:sp>
          <p:sp>
            <p:nvSpPr>
              <p:cNvPr id="84" name="フリーフォーム: 図形 22"/>
              <p:cNvSpPr/>
              <p:nvPr/>
            </p:nvSpPr>
            <p:spPr>
              <a:xfrm>
                <a:off x="96272" y="0"/>
                <a:ext cx="100455" cy="13795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6330" y="0"/>
                    </a:moveTo>
                    <a:lnTo>
                      <a:pt x="11630" y="0"/>
                    </a:lnTo>
                    <a:lnTo>
                      <a:pt x="9100" y="8208"/>
                    </a:lnTo>
                    <a:lnTo>
                      <a:pt x="9181" y="8208"/>
                    </a:lnTo>
                    <a:cubicBezTo>
                      <a:pt x="10643" y="7228"/>
                      <a:pt x="12660" y="6425"/>
                      <a:pt x="14956" y="6425"/>
                    </a:cubicBezTo>
                    <a:cubicBezTo>
                      <a:pt x="18947" y="6425"/>
                      <a:pt x="21600" y="8240"/>
                      <a:pt x="21600" y="11173"/>
                    </a:cubicBezTo>
                    <a:cubicBezTo>
                      <a:pt x="21600" y="12296"/>
                      <a:pt x="21205" y="13477"/>
                      <a:pt x="20928" y="14398"/>
                    </a:cubicBezTo>
                    <a:lnTo>
                      <a:pt x="18793" y="21595"/>
                    </a:lnTo>
                    <a:lnTo>
                      <a:pt x="13494" y="21595"/>
                    </a:lnTo>
                    <a:lnTo>
                      <a:pt x="15467" y="14600"/>
                    </a:lnTo>
                    <a:cubicBezTo>
                      <a:pt x="15745" y="13594"/>
                      <a:pt x="16059" y="12583"/>
                      <a:pt x="16059" y="11492"/>
                    </a:cubicBezTo>
                    <a:cubicBezTo>
                      <a:pt x="16059" y="10252"/>
                      <a:pt x="14875" y="9421"/>
                      <a:pt x="13172" y="9421"/>
                    </a:cubicBezTo>
                    <a:cubicBezTo>
                      <a:pt x="9495" y="9421"/>
                      <a:pt x="8150" y="11928"/>
                      <a:pt x="7478" y="14143"/>
                    </a:cubicBezTo>
                    <a:lnTo>
                      <a:pt x="5299" y="21600"/>
                    </a:lnTo>
                    <a:lnTo>
                      <a:pt x="0" y="21600"/>
                    </a:lnTo>
                    <a:lnTo>
                      <a:pt x="6330" y="0"/>
                    </a:lnTo>
                    <a:close/>
                  </a:path>
                </a:pathLst>
              </a:custGeom>
              <a:solidFill>
                <a:srgbClr val="005BAC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endParaRPr/>
              </a:p>
            </p:txBody>
          </p:sp>
          <p:sp>
            <p:nvSpPr>
              <p:cNvPr id="85" name="フリーフォーム: 図形 23"/>
              <p:cNvSpPr/>
              <p:nvPr/>
            </p:nvSpPr>
            <p:spPr>
              <a:xfrm>
                <a:off x="200500" y="40997"/>
                <a:ext cx="89951" cy="9912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4441" y="17956"/>
                    </a:moveTo>
                    <a:lnTo>
                      <a:pt x="14351" y="17956"/>
                    </a:lnTo>
                    <a:cubicBezTo>
                      <a:pt x="12318" y="20282"/>
                      <a:pt x="10286" y="21600"/>
                      <a:pt x="7020" y="21600"/>
                    </a:cubicBezTo>
                    <a:cubicBezTo>
                      <a:pt x="2914" y="21600"/>
                      <a:pt x="0" y="19518"/>
                      <a:pt x="0" y="15711"/>
                    </a:cubicBezTo>
                    <a:cubicBezTo>
                      <a:pt x="0" y="8896"/>
                      <a:pt x="8392" y="8378"/>
                      <a:pt x="13951" y="8378"/>
                    </a:cubicBezTo>
                    <a:lnTo>
                      <a:pt x="16024" y="8378"/>
                    </a:lnTo>
                    <a:cubicBezTo>
                      <a:pt x="16204" y="7815"/>
                      <a:pt x="16204" y="7215"/>
                      <a:pt x="16204" y="6615"/>
                    </a:cubicBezTo>
                    <a:cubicBezTo>
                      <a:pt x="16204" y="4533"/>
                      <a:pt x="13731" y="3933"/>
                      <a:pt x="11657" y="3933"/>
                    </a:cubicBezTo>
                    <a:cubicBezTo>
                      <a:pt x="9053" y="3933"/>
                      <a:pt x="6539" y="4533"/>
                      <a:pt x="4196" y="5533"/>
                    </a:cubicBezTo>
                    <a:lnTo>
                      <a:pt x="5037" y="1244"/>
                    </a:lnTo>
                    <a:cubicBezTo>
                      <a:pt x="7551" y="444"/>
                      <a:pt x="10114" y="0"/>
                      <a:pt x="12767" y="0"/>
                    </a:cubicBezTo>
                    <a:cubicBezTo>
                      <a:pt x="17314" y="0"/>
                      <a:pt x="21600" y="1526"/>
                      <a:pt x="21600" y="6370"/>
                    </a:cubicBezTo>
                    <a:cubicBezTo>
                      <a:pt x="21600" y="9133"/>
                      <a:pt x="19347" y="17230"/>
                      <a:pt x="18816" y="21111"/>
                    </a:cubicBezTo>
                    <a:lnTo>
                      <a:pt x="13829" y="21111"/>
                    </a:lnTo>
                    <a:lnTo>
                      <a:pt x="14441" y="17956"/>
                    </a:lnTo>
                    <a:close/>
                    <a:moveTo>
                      <a:pt x="8653" y="17674"/>
                    </a:moveTo>
                    <a:cubicBezTo>
                      <a:pt x="13069" y="17674"/>
                      <a:pt x="14441" y="14911"/>
                      <a:pt x="15363" y="11585"/>
                    </a:cubicBezTo>
                    <a:lnTo>
                      <a:pt x="13290" y="11585"/>
                    </a:lnTo>
                    <a:cubicBezTo>
                      <a:pt x="10416" y="11585"/>
                      <a:pt x="5649" y="12022"/>
                      <a:pt x="5649" y="15511"/>
                    </a:cubicBezTo>
                    <a:cubicBezTo>
                      <a:pt x="5649" y="16948"/>
                      <a:pt x="7151" y="17674"/>
                      <a:pt x="8653" y="17674"/>
                    </a:cubicBezTo>
                    <a:close/>
                  </a:path>
                </a:pathLst>
              </a:custGeom>
              <a:solidFill>
                <a:srgbClr val="005BAC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endParaRPr/>
              </a:p>
            </p:txBody>
          </p:sp>
          <p:sp>
            <p:nvSpPr>
              <p:cNvPr id="86" name="フリーフォーム: 図形 24"/>
              <p:cNvSpPr/>
              <p:nvPr/>
            </p:nvSpPr>
            <p:spPr>
              <a:xfrm>
                <a:off x="295379" y="41031"/>
                <a:ext cx="77067" cy="9692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4745" y="3318"/>
                    </a:moveTo>
                    <a:cubicBezTo>
                      <a:pt x="4955" y="2417"/>
                      <a:pt x="5155" y="1477"/>
                      <a:pt x="5364" y="492"/>
                    </a:cubicBezTo>
                    <a:lnTo>
                      <a:pt x="11958" y="492"/>
                    </a:lnTo>
                    <a:lnTo>
                      <a:pt x="11033" y="4470"/>
                    </a:lnTo>
                    <a:lnTo>
                      <a:pt x="11138" y="4470"/>
                    </a:lnTo>
                    <a:cubicBezTo>
                      <a:pt x="12377" y="2174"/>
                      <a:pt x="15778" y="0"/>
                      <a:pt x="18970" y="0"/>
                    </a:cubicBezTo>
                    <a:cubicBezTo>
                      <a:pt x="19847" y="0"/>
                      <a:pt x="20771" y="38"/>
                      <a:pt x="21600" y="205"/>
                    </a:cubicBezTo>
                    <a:lnTo>
                      <a:pt x="20161" y="5576"/>
                    </a:lnTo>
                    <a:cubicBezTo>
                      <a:pt x="19389" y="5372"/>
                      <a:pt x="18408" y="5250"/>
                      <a:pt x="17532" y="5250"/>
                    </a:cubicBezTo>
                    <a:cubicBezTo>
                      <a:pt x="12634" y="5250"/>
                      <a:pt x="10262" y="8735"/>
                      <a:pt x="9385" y="12137"/>
                    </a:cubicBezTo>
                    <a:lnTo>
                      <a:pt x="6908" y="21600"/>
                    </a:lnTo>
                    <a:lnTo>
                      <a:pt x="0" y="21600"/>
                    </a:lnTo>
                    <a:lnTo>
                      <a:pt x="4745" y="3318"/>
                    </a:lnTo>
                    <a:close/>
                  </a:path>
                </a:pathLst>
              </a:custGeom>
              <a:solidFill>
                <a:srgbClr val="005BAC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endParaRPr/>
              </a:p>
            </p:txBody>
          </p:sp>
          <p:sp>
            <p:nvSpPr>
              <p:cNvPr id="87" name="フリーフォーム: 図形 25"/>
              <p:cNvSpPr/>
              <p:nvPr/>
            </p:nvSpPr>
            <p:spPr>
              <a:xfrm>
                <a:off x="367448" y="41031"/>
                <a:ext cx="92670" cy="9909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5483" y="12464"/>
                    </a:moveTo>
                    <a:cubicBezTo>
                      <a:pt x="5483" y="16272"/>
                      <a:pt x="7670" y="17673"/>
                      <a:pt x="11608" y="17673"/>
                    </a:cubicBezTo>
                    <a:cubicBezTo>
                      <a:pt x="13962" y="17673"/>
                      <a:pt x="16236" y="17110"/>
                      <a:pt x="18383" y="16191"/>
                    </a:cubicBezTo>
                    <a:lnTo>
                      <a:pt x="17654" y="20437"/>
                    </a:lnTo>
                    <a:cubicBezTo>
                      <a:pt x="15428" y="21081"/>
                      <a:pt x="12979" y="21600"/>
                      <a:pt x="10626" y="21600"/>
                    </a:cubicBezTo>
                    <a:cubicBezTo>
                      <a:pt x="4279" y="21600"/>
                      <a:pt x="0" y="18718"/>
                      <a:pt x="0" y="12582"/>
                    </a:cubicBezTo>
                    <a:cubicBezTo>
                      <a:pt x="0" y="6172"/>
                      <a:pt x="5317" y="0"/>
                      <a:pt x="12559" y="0"/>
                    </a:cubicBezTo>
                    <a:cubicBezTo>
                      <a:pt x="18003" y="0"/>
                      <a:pt x="21600" y="2601"/>
                      <a:pt x="21600" y="7855"/>
                    </a:cubicBezTo>
                    <a:cubicBezTo>
                      <a:pt x="21600" y="9418"/>
                      <a:pt x="21386" y="10937"/>
                      <a:pt x="21045" y="12464"/>
                    </a:cubicBezTo>
                    <a:lnTo>
                      <a:pt x="5483" y="12464"/>
                    </a:lnTo>
                    <a:close/>
                    <a:moveTo>
                      <a:pt x="15990" y="8773"/>
                    </a:moveTo>
                    <a:cubicBezTo>
                      <a:pt x="16077" y="8292"/>
                      <a:pt x="16117" y="7855"/>
                      <a:pt x="16117" y="7373"/>
                    </a:cubicBezTo>
                    <a:cubicBezTo>
                      <a:pt x="16117" y="5172"/>
                      <a:pt x="14873" y="3927"/>
                      <a:pt x="12472" y="3927"/>
                    </a:cubicBezTo>
                    <a:cubicBezTo>
                      <a:pt x="8914" y="3927"/>
                      <a:pt x="7369" y="5928"/>
                      <a:pt x="6260" y="8773"/>
                    </a:cubicBezTo>
                    <a:lnTo>
                      <a:pt x="15990" y="8773"/>
                    </a:lnTo>
                    <a:close/>
                  </a:path>
                </a:pathLst>
              </a:custGeom>
              <a:solidFill>
                <a:srgbClr val="005BAC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endParaRPr/>
              </a:p>
            </p:txBody>
          </p:sp>
          <p:sp>
            <p:nvSpPr>
              <p:cNvPr id="88" name="フリーフォーム: 図形 26"/>
              <p:cNvSpPr/>
              <p:nvPr/>
            </p:nvSpPr>
            <p:spPr>
              <a:xfrm>
                <a:off x="503630" y="15093"/>
                <a:ext cx="68365" cy="12506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203" y="4855"/>
                    </a:moveTo>
                    <a:lnTo>
                      <a:pt x="6842" y="4855"/>
                    </a:lnTo>
                    <a:lnTo>
                      <a:pt x="8174" y="1491"/>
                    </a:lnTo>
                    <a:lnTo>
                      <a:pt x="16541" y="0"/>
                    </a:lnTo>
                    <a:lnTo>
                      <a:pt x="14629" y="4861"/>
                    </a:lnTo>
                    <a:lnTo>
                      <a:pt x="21600" y="4861"/>
                    </a:lnTo>
                    <a:lnTo>
                      <a:pt x="20375" y="7973"/>
                    </a:lnTo>
                    <a:lnTo>
                      <a:pt x="13405" y="7973"/>
                    </a:lnTo>
                    <a:lnTo>
                      <a:pt x="10558" y="15118"/>
                    </a:lnTo>
                    <a:cubicBezTo>
                      <a:pt x="10386" y="15500"/>
                      <a:pt x="10215" y="16069"/>
                      <a:pt x="10215" y="16703"/>
                    </a:cubicBezTo>
                    <a:cubicBezTo>
                      <a:pt x="10215" y="17690"/>
                      <a:pt x="11439" y="18295"/>
                      <a:pt x="13179" y="18295"/>
                    </a:cubicBezTo>
                    <a:cubicBezTo>
                      <a:pt x="14575" y="18295"/>
                      <a:pt x="15972" y="18136"/>
                      <a:pt x="16949" y="17913"/>
                    </a:cubicBezTo>
                    <a:lnTo>
                      <a:pt x="15617" y="21218"/>
                    </a:lnTo>
                    <a:cubicBezTo>
                      <a:pt x="14285" y="21377"/>
                      <a:pt x="12771" y="21600"/>
                      <a:pt x="11439" y="21600"/>
                    </a:cubicBezTo>
                    <a:cubicBezTo>
                      <a:pt x="6155" y="21600"/>
                      <a:pt x="2438" y="20455"/>
                      <a:pt x="2438" y="17314"/>
                    </a:cubicBezTo>
                    <a:cubicBezTo>
                      <a:pt x="2438" y="16046"/>
                      <a:pt x="2900" y="14807"/>
                      <a:pt x="3426" y="13504"/>
                    </a:cubicBezTo>
                    <a:lnTo>
                      <a:pt x="5639" y="7979"/>
                    </a:lnTo>
                    <a:lnTo>
                      <a:pt x="0" y="7979"/>
                    </a:lnTo>
                    <a:lnTo>
                      <a:pt x="1203" y="4855"/>
                    </a:lnTo>
                    <a:close/>
                  </a:path>
                </a:pathLst>
              </a:custGeom>
              <a:solidFill>
                <a:srgbClr val="005BAC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endParaRPr/>
              </a:p>
            </p:txBody>
          </p:sp>
          <p:sp>
            <p:nvSpPr>
              <p:cNvPr id="89" name="フリーフォーム: 図形 27"/>
              <p:cNvSpPr/>
              <p:nvPr/>
            </p:nvSpPr>
            <p:spPr>
              <a:xfrm>
                <a:off x="564990" y="0"/>
                <a:ext cx="100388" cy="13795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6320" y="0"/>
                    </a:moveTo>
                    <a:lnTo>
                      <a:pt x="11623" y="0"/>
                    </a:lnTo>
                    <a:lnTo>
                      <a:pt x="9092" y="8208"/>
                    </a:lnTo>
                    <a:lnTo>
                      <a:pt x="9173" y="8208"/>
                    </a:lnTo>
                    <a:cubicBezTo>
                      <a:pt x="10635" y="7228"/>
                      <a:pt x="12654" y="6425"/>
                      <a:pt x="14951" y="6425"/>
                    </a:cubicBezTo>
                    <a:cubicBezTo>
                      <a:pt x="18945" y="6425"/>
                      <a:pt x="21600" y="8240"/>
                      <a:pt x="21600" y="11173"/>
                    </a:cubicBezTo>
                    <a:cubicBezTo>
                      <a:pt x="21600" y="12296"/>
                      <a:pt x="21205" y="13477"/>
                      <a:pt x="20927" y="14398"/>
                    </a:cubicBezTo>
                    <a:lnTo>
                      <a:pt x="18791" y="21595"/>
                    </a:lnTo>
                    <a:lnTo>
                      <a:pt x="13488" y="21595"/>
                    </a:lnTo>
                    <a:lnTo>
                      <a:pt x="15470" y="14600"/>
                    </a:lnTo>
                    <a:cubicBezTo>
                      <a:pt x="15748" y="13594"/>
                      <a:pt x="16063" y="12583"/>
                      <a:pt x="16063" y="11492"/>
                    </a:cubicBezTo>
                    <a:cubicBezTo>
                      <a:pt x="16063" y="10252"/>
                      <a:pt x="14878" y="9421"/>
                      <a:pt x="13174" y="9421"/>
                    </a:cubicBezTo>
                    <a:cubicBezTo>
                      <a:pt x="9494" y="9421"/>
                      <a:pt x="8148" y="11928"/>
                      <a:pt x="7476" y="14143"/>
                    </a:cubicBezTo>
                    <a:lnTo>
                      <a:pt x="5303" y="21600"/>
                    </a:lnTo>
                    <a:lnTo>
                      <a:pt x="0" y="21600"/>
                    </a:lnTo>
                    <a:lnTo>
                      <a:pt x="6320" y="0"/>
                    </a:lnTo>
                    <a:close/>
                  </a:path>
                </a:pathLst>
              </a:custGeom>
              <a:solidFill>
                <a:srgbClr val="005BAC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endParaRPr/>
              </a:p>
            </p:txBody>
          </p:sp>
          <p:sp>
            <p:nvSpPr>
              <p:cNvPr id="90" name="フリーフォーム: 図形 28"/>
              <p:cNvSpPr/>
              <p:nvPr/>
            </p:nvSpPr>
            <p:spPr>
              <a:xfrm>
                <a:off x="672209" y="41031"/>
                <a:ext cx="92671" cy="9909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5483" y="12464"/>
                    </a:moveTo>
                    <a:cubicBezTo>
                      <a:pt x="5483" y="16272"/>
                      <a:pt x="7670" y="17673"/>
                      <a:pt x="11608" y="17673"/>
                    </a:cubicBezTo>
                    <a:cubicBezTo>
                      <a:pt x="13962" y="17673"/>
                      <a:pt x="16236" y="17110"/>
                      <a:pt x="18383" y="16191"/>
                    </a:cubicBezTo>
                    <a:lnTo>
                      <a:pt x="17654" y="20437"/>
                    </a:lnTo>
                    <a:cubicBezTo>
                      <a:pt x="15428" y="21081"/>
                      <a:pt x="12979" y="21600"/>
                      <a:pt x="10626" y="21600"/>
                    </a:cubicBezTo>
                    <a:cubicBezTo>
                      <a:pt x="4279" y="21600"/>
                      <a:pt x="0" y="18718"/>
                      <a:pt x="0" y="12582"/>
                    </a:cubicBezTo>
                    <a:cubicBezTo>
                      <a:pt x="0" y="6172"/>
                      <a:pt x="5317" y="0"/>
                      <a:pt x="12559" y="0"/>
                    </a:cubicBezTo>
                    <a:cubicBezTo>
                      <a:pt x="18003" y="0"/>
                      <a:pt x="21600" y="2601"/>
                      <a:pt x="21600" y="7855"/>
                    </a:cubicBezTo>
                    <a:cubicBezTo>
                      <a:pt x="21600" y="9418"/>
                      <a:pt x="21386" y="10937"/>
                      <a:pt x="21045" y="12464"/>
                    </a:cubicBezTo>
                    <a:lnTo>
                      <a:pt x="5483" y="12464"/>
                    </a:lnTo>
                    <a:close/>
                    <a:moveTo>
                      <a:pt x="15982" y="8773"/>
                    </a:moveTo>
                    <a:cubicBezTo>
                      <a:pt x="16069" y="8292"/>
                      <a:pt x="16109" y="7855"/>
                      <a:pt x="16109" y="7373"/>
                    </a:cubicBezTo>
                    <a:cubicBezTo>
                      <a:pt x="16109" y="5172"/>
                      <a:pt x="14865" y="3927"/>
                      <a:pt x="12464" y="3927"/>
                    </a:cubicBezTo>
                    <a:cubicBezTo>
                      <a:pt x="8906" y="3927"/>
                      <a:pt x="7361" y="5928"/>
                      <a:pt x="6252" y="8773"/>
                    </a:cubicBezTo>
                    <a:lnTo>
                      <a:pt x="15982" y="8773"/>
                    </a:lnTo>
                    <a:close/>
                  </a:path>
                </a:pathLst>
              </a:custGeom>
              <a:solidFill>
                <a:srgbClr val="005BAC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endParaRPr/>
              </a:p>
            </p:txBody>
          </p:sp>
          <p:sp>
            <p:nvSpPr>
              <p:cNvPr id="91" name="フリーフォーム: 図形 29"/>
              <p:cNvSpPr/>
              <p:nvPr/>
            </p:nvSpPr>
            <p:spPr>
              <a:xfrm>
                <a:off x="802783" y="9586"/>
                <a:ext cx="133158" cy="12833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4478" y="0"/>
                    </a:moveTo>
                    <a:lnTo>
                      <a:pt x="9755" y="0"/>
                    </a:lnTo>
                    <a:lnTo>
                      <a:pt x="14200" y="16405"/>
                    </a:lnTo>
                    <a:lnTo>
                      <a:pt x="14260" y="16405"/>
                    </a:lnTo>
                    <a:lnTo>
                      <a:pt x="17663" y="0"/>
                    </a:lnTo>
                    <a:lnTo>
                      <a:pt x="21600" y="0"/>
                    </a:lnTo>
                    <a:lnTo>
                      <a:pt x="17095" y="21600"/>
                    </a:lnTo>
                    <a:lnTo>
                      <a:pt x="11724" y="21600"/>
                    </a:lnTo>
                    <a:lnTo>
                      <a:pt x="7367" y="5041"/>
                    </a:lnTo>
                    <a:lnTo>
                      <a:pt x="7307" y="5041"/>
                    </a:lnTo>
                    <a:lnTo>
                      <a:pt x="3998" y="21600"/>
                    </a:lnTo>
                    <a:lnTo>
                      <a:pt x="0" y="21600"/>
                    </a:lnTo>
                    <a:lnTo>
                      <a:pt x="4478" y="0"/>
                    </a:lnTo>
                    <a:close/>
                  </a:path>
                </a:pathLst>
              </a:custGeom>
              <a:solidFill>
                <a:srgbClr val="005BAC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endParaRPr/>
              </a:p>
            </p:txBody>
          </p:sp>
          <p:sp>
            <p:nvSpPr>
              <p:cNvPr id="92" name="フリーフォーム: 図形 30"/>
              <p:cNvSpPr/>
              <p:nvPr/>
            </p:nvSpPr>
            <p:spPr>
              <a:xfrm>
                <a:off x="930229" y="41031"/>
                <a:ext cx="92670" cy="9909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5483" y="12464"/>
                    </a:moveTo>
                    <a:cubicBezTo>
                      <a:pt x="5483" y="16272"/>
                      <a:pt x="7670" y="17673"/>
                      <a:pt x="11608" y="17673"/>
                    </a:cubicBezTo>
                    <a:cubicBezTo>
                      <a:pt x="13962" y="17673"/>
                      <a:pt x="16236" y="17110"/>
                      <a:pt x="18383" y="16191"/>
                    </a:cubicBezTo>
                    <a:lnTo>
                      <a:pt x="17654" y="20437"/>
                    </a:lnTo>
                    <a:cubicBezTo>
                      <a:pt x="15428" y="21081"/>
                      <a:pt x="12979" y="21600"/>
                      <a:pt x="10626" y="21600"/>
                    </a:cubicBezTo>
                    <a:cubicBezTo>
                      <a:pt x="4279" y="21600"/>
                      <a:pt x="0" y="18718"/>
                      <a:pt x="0" y="12582"/>
                    </a:cubicBezTo>
                    <a:cubicBezTo>
                      <a:pt x="0" y="6172"/>
                      <a:pt x="5317" y="0"/>
                      <a:pt x="12559" y="0"/>
                    </a:cubicBezTo>
                    <a:cubicBezTo>
                      <a:pt x="18003" y="0"/>
                      <a:pt x="21600" y="2601"/>
                      <a:pt x="21600" y="7855"/>
                    </a:cubicBezTo>
                    <a:cubicBezTo>
                      <a:pt x="21600" y="9418"/>
                      <a:pt x="21386" y="10937"/>
                      <a:pt x="21045" y="12464"/>
                    </a:cubicBezTo>
                    <a:lnTo>
                      <a:pt x="5483" y="12464"/>
                    </a:lnTo>
                    <a:close/>
                    <a:moveTo>
                      <a:pt x="15982" y="8773"/>
                    </a:moveTo>
                    <a:cubicBezTo>
                      <a:pt x="16069" y="8292"/>
                      <a:pt x="16109" y="7855"/>
                      <a:pt x="16109" y="7373"/>
                    </a:cubicBezTo>
                    <a:cubicBezTo>
                      <a:pt x="16109" y="5172"/>
                      <a:pt x="14865" y="3927"/>
                      <a:pt x="12464" y="3927"/>
                    </a:cubicBezTo>
                    <a:cubicBezTo>
                      <a:pt x="8906" y="3927"/>
                      <a:pt x="7361" y="5928"/>
                      <a:pt x="6252" y="8773"/>
                    </a:cubicBezTo>
                    <a:lnTo>
                      <a:pt x="15982" y="8773"/>
                    </a:lnTo>
                    <a:close/>
                  </a:path>
                </a:pathLst>
              </a:custGeom>
              <a:solidFill>
                <a:srgbClr val="005BAC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endParaRPr/>
              </a:p>
            </p:txBody>
          </p:sp>
          <p:sp>
            <p:nvSpPr>
              <p:cNvPr id="93" name="フリーフォーム: 図形 31"/>
              <p:cNvSpPr/>
              <p:nvPr/>
            </p:nvSpPr>
            <p:spPr>
              <a:xfrm>
                <a:off x="1012360" y="43241"/>
                <a:ext cx="116772" cy="9471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1231" y="7420"/>
                    </a:moveTo>
                    <a:lnTo>
                      <a:pt x="16161" y="0"/>
                    </a:lnTo>
                    <a:lnTo>
                      <a:pt x="21600" y="0"/>
                    </a:lnTo>
                    <a:lnTo>
                      <a:pt x="14148" y="10319"/>
                    </a:lnTo>
                    <a:lnTo>
                      <a:pt x="18330" y="21600"/>
                    </a:lnTo>
                    <a:lnTo>
                      <a:pt x="13362" y="21600"/>
                    </a:lnTo>
                    <a:lnTo>
                      <a:pt x="10677" y="13335"/>
                    </a:lnTo>
                    <a:lnTo>
                      <a:pt x="5439" y="21600"/>
                    </a:lnTo>
                    <a:lnTo>
                      <a:pt x="0" y="21600"/>
                    </a:lnTo>
                    <a:lnTo>
                      <a:pt x="7923" y="10319"/>
                    </a:lnTo>
                    <a:lnTo>
                      <a:pt x="4213" y="0"/>
                    </a:lnTo>
                    <a:lnTo>
                      <a:pt x="8942" y="0"/>
                    </a:lnTo>
                    <a:lnTo>
                      <a:pt x="11231" y="7420"/>
                    </a:lnTo>
                    <a:close/>
                  </a:path>
                </a:pathLst>
              </a:custGeom>
              <a:solidFill>
                <a:srgbClr val="005BAC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endParaRPr/>
              </a:p>
            </p:txBody>
          </p:sp>
          <p:sp>
            <p:nvSpPr>
              <p:cNvPr id="94" name="フリーフォーム: 図形 32"/>
              <p:cNvSpPr/>
              <p:nvPr/>
            </p:nvSpPr>
            <p:spPr>
              <a:xfrm>
                <a:off x="1131851" y="15093"/>
                <a:ext cx="68365" cy="12506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214" y="4855"/>
                    </a:moveTo>
                    <a:lnTo>
                      <a:pt x="6853" y="4855"/>
                    </a:lnTo>
                    <a:lnTo>
                      <a:pt x="8185" y="1491"/>
                    </a:lnTo>
                    <a:lnTo>
                      <a:pt x="16552" y="0"/>
                    </a:lnTo>
                    <a:lnTo>
                      <a:pt x="14629" y="4861"/>
                    </a:lnTo>
                    <a:lnTo>
                      <a:pt x="21600" y="4861"/>
                    </a:lnTo>
                    <a:lnTo>
                      <a:pt x="20375" y="7973"/>
                    </a:lnTo>
                    <a:lnTo>
                      <a:pt x="13405" y="7973"/>
                    </a:lnTo>
                    <a:lnTo>
                      <a:pt x="10558" y="15118"/>
                    </a:lnTo>
                    <a:cubicBezTo>
                      <a:pt x="10386" y="15500"/>
                      <a:pt x="10204" y="16069"/>
                      <a:pt x="10204" y="16703"/>
                    </a:cubicBezTo>
                    <a:cubicBezTo>
                      <a:pt x="10204" y="17690"/>
                      <a:pt x="11428" y="18295"/>
                      <a:pt x="13168" y="18295"/>
                    </a:cubicBezTo>
                    <a:cubicBezTo>
                      <a:pt x="14565" y="18295"/>
                      <a:pt x="15961" y="18136"/>
                      <a:pt x="16949" y="17913"/>
                    </a:cubicBezTo>
                    <a:lnTo>
                      <a:pt x="15617" y="21218"/>
                    </a:lnTo>
                    <a:cubicBezTo>
                      <a:pt x="14285" y="21377"/>
                      <a:pt x="12771" y="21600"/>
                      <a:pt x="11439" y="21600"/>
                    </a:cubicBezTo>
                    <a:cubicBezTo>
                      <a:pt x="6155" y="21600"/>
                      <a:pt x="2438" y="20455"/>
                      <a:pt x="2438" y="17314"/>
                    </a:cubicBezTo>
                    <a:cubicBezTo>
                      <a:pt x="2438" y="16046"/>
                      <a:pt x="2900" y="14807"/>
                      <a:pt x="3426" y="13504"/>
                    </a:cubicBezTo>
                    <a:lnTo>
                      <a:pt x="5639" y="7979"/>
                    </a:lnTo>
                    <a:lnTo>
                      <a:pt x="0" y="7979"/>
                    </a:lnTo>
                    <a:lnTo>
                      <a:pt x="1214" y="4855"/>
                    </a:lnTo>
                    <a:close/>
                  </a:path>
                </a:pathLst>
              </a:custGeom>
              <a:solidFill>
                <a:srgbClr val="005BAC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endParaRPr/>
              </a:p>
            </p:txBody>
          </p:sp>
          <p:sp>
            <p:nvSpPr>
              <p:cNvPr id="95" name="フリーフォーム: 図形 33"/>
              <p:cNvSpPr/>
              <p:nvPr/>
            </p:nvSpPr>
            <p:spPr>
              <a:xfrm>
                <a:off x="1242605" y="9586"/>
                <a:ext cx="119357" cy="12833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0" y="0"/>
                    </a:moveTo>
                    <a:lnTo>
                      <a:pt x="4657" y="0"/>
                    </a:lnTo>
                    <a:lnTo>
                      <a:pt x="6823" y="16805"/>
                    </a:lnTo>
                    <a:lnTo>
                      <a:pt x="6890" y="16805"/>
                    </a:lnTo>
                    <a:lnTo>
                      <a:pt x="16543" y="0"/>
                    </a:lnTo>
                    <a:lnTo>
                      <a:pt x="21600" y="0"/>
                    </a:lnTo>
                    <a:lnTo>
                      <a:pt x="8619" y="21600"/>
                    </a:lnTo>
                    <a:lnTo>
                      <a:pt x="3064" y="2160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5BAC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endParaRPr/>
              </a:p>
            </p:txBody>
          </p:sp>
          <p:sp>
            <p:nvSpPr>
              <p:cNvPr id="96" name="フリーフォーム: 図形 34"/>
              <p:cNvSpPr/>
              <p:nvPr/>
            </p:nvSpPr>
            <p:spPr>
              <a:xfrm>
                <a:off x="1333439" y="40997"/>
                <a:ext cx="89952" cy="9912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4441" y="17956"/>
                    </a:moveTo>
                    <a:lnTo>
                      <a:pt x="14351" y="17956"/>
                    </a:lnTo>
                    <a:cubicBezTo>
                      <a:pt x="12318" y="20282"/>
                      <a:pt x="10286" y="21600"/>
                      <a:pt x="7020" y="21600"/>
                    </a:cubicBezTo>
                    <a:cubicBezTo>
                      <a:pt x="2914" y="21600"/>
                      <a:pt x="0" y="19518"/>
                      <a:pt x="0" y="15711"/>
                    </a:cubicBezTo>
                    <a:cubicBezTo>
                      <a:pt x="0" y="8896"/>
                      <a:pt x="8392" y="8378"/>
                      <a:pt x="13951" y="8378"/>
                    </a:cubicBezTo>
                    <a:lnTo>
                      <a:pt x="16024" y="8378"/>
                    </a:lnTo>
                    <a:cubicBezTo>
                      <a:pt x="16204" y="7815"/>
                      <a:pt x="16204" y="7215"/>
                      <a:pt x="16204" y="6615"/>
                    </a:cubicBezTo>
                    <a:cubicBezTo>
                      <a:pt x="16204" y="4533"/>
                      <a:pt x="13731" y="3933"/>
                      <a:pt x="11657" y="3933"/>
                    </a:cubicBezTo>
                    <a:cubicBezTo>
                      <a:pt x="9053" y="3933"/>
                      <a:pt x="6539" y="4533"/>
                      <a:pt x="4196" y="5533"/>
                    </a:cubicBezTo>
                    <a:lnTo>
                      <a:pt x="5037" y="1244"/>
                    </a:lnTo>
                    <a:cubicBezTo>
                      <a:pt x="7551" y="444"/>
                      <a:pt x="10114" y="0"/>
                      <a:pt x="12767" y="0"/>
                    </a:cubicBezTo>
                    <a:cubicBezTo>
                      <a:pt x="17314" y="0"/>
                      <a:pt x="21600" y="1526"/>
                      <a:pt x="21600" y="6370"/>
                    </a:cubicBezTo>
                    <a:cubicBezTo>
                      <a:pt x="21600" y="9133"/>
                      <a:pt x="19347" y="17230"/>
                      <a:pt x="18816" y="21111"/>
                    </a:cubicBezTo>
                    <a:lnTo>
                      <a:pt x="13829" y="21111"/>
                    </a:lnTo>
                    <a:lnTo>
                      <a:pt x="14441" y="17956"/>
                    </a:lnTo>
                    <a:close/>
                    <a:moveTo>
                      <a:pt x="8653" y="17674"/>
                    </a:moveTo>
                    <a:cubicBezTo>
                      <a:pt x="13069" y="17674"/>
                      <a:pt x="14441" y="14911"/>
                      <a:pt x="15363" y="11585"/>
                    </a:cubicBezTo>
                    <a:lnTo>
                      <a:pt x="13290" y="11585"/>
                    </a:lnTo>
                    <a:cubicBezTo>
                      <a:pt x="10416" y="11585"/>
                      <a:pt x="5649" y="12022"/>
                      <a:pt x="5649" y="15511"/>
                    </a:cubicBezTo>
                    <a:cubicBezTo>
                      <a:pt x="5649" y="16948"/>
                      <a:pt x="7151" y="17674"/>
                      <a:pt x="8653" y="17674"/>
                    </a:cubicBezTo>
                    <a:close/>
                  </a:path>
                </a:pathLst>
              </a:custGeom>
              <a:solidFill>
                <a:srgbClr val="005BAC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endParaRPr/>
              </a:p>
            </p:txBody>
          </p:sp>
          <p:sp>
            <p:nvSpPr>
              <p:cNvPr id="97" name="フリーフォーム: 図形 35"/>
              <p:cNvSpPr/>
              <p:nvPr/>
            </p:nvSpPr>
            <p:spPr>
              <a:xfrm>
                <a:off x="1427094" y="0"/>
                <a:ext cx="53883" cy="137917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1720" y="0"/>
                    </a:moveTo>
                    <a:lnTo>
                      <a:pt x="21600" y="0"/>
                    </a:lnTo>
                    <a:lnTo>
                      <a:pt x="9880" y="21600"/>
                    </a:lnTo>
                    <a:lnTo>
                      <a:pt x="0" y="21600"/>
                    </a:lnTo>
                    <a:lnTo>
                      <a:pt x="11720" y="0"/>
                    </a:lnTo>
                    <a:close/>
                  </a:path>
                </a:pathLst>
              </a:custGeom>
              <a:solidFill>
                <a:srgbClr val="005BAC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endParaRPr/>
              </a:p>
            </p:txBody>
          </p:sp>
          <p:sp>
            <p:nvSpPr>
              <p:cNvPr id="98" name="フリーフォーム: 図形 36"/>
              <p:cNvSpPr/>
              <p:nvPr/>
            </p:nvSpPr>
            <p:spPr>
              <a:xfrm>
                <a:off x="1476081" y="43241"/>
                <a:ext cx="100387" cy="9688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7848" y="18076"/>
                    </a:moveTo>
                    <a:cubicBezTo>
                      <a:pt x="17606" y="19349"/>
                      <a:pt x="17409" y="20456"/>
                      <a:pt x="17336" y="21107"/>
                    </a:cubicBezTo>
                    <a:lnTo>
                      <a:pt x="12150" y="21107"/>
                    </a:lnTo>
                    <a:lnTo>
                      <a:pt x="12508" y="19061"/>
                    </a:lnTo>
                    <a:lnTo>
                      <a:pt x="12427" y="19061"/>
                    </a:lnTo>
                    <a:cubicBezTo>
                      <a:pt x="10965" y="20456"/>
                      <a:pt x="8946" y="21600"/>
                      <a:pt x="6649" y="21600"/>
                    </a:cubicBezTo>
                    <a:cubicBezTo>
                      <a:pt x="2655" y="21600"/>
                      <a:pt x="0" y="19016"/>
                      <a:pt x="0" y="14840"/>
                    </a:cubicBezTo>
                    <a:cubicBezTo>
                      <a:pt x="0" y="13240"/>
                      <a:pt x="395" y="11558"/>
                      <a:pt x="673" y="10247"/>
                    </a:cubicBezTo>
                    <a:lnTo>
                      <a:pt x="2809" y="0"/>
                    </a:lnTo>
                    <a:lnTo>
                      <a:pt x="8112" y="0"/>
                    </a:lnTo>
                    <a:lnTo>
                      <a:pt x="6130" y="9959"/>
                    </a:lnTo>
                    <a:cubicBezTo>
                      <a:pt x="5852" y="11391"/>
                      <a:pt x="5537" y="12831"/>
                      <a:pt x="5537" y="14385"/>
                    </a:cubicBezTo>
                    <a:cubicBezTo>
                      <a:pt x="5537" y="16151"/>
                      <a:pt x="6722" y="17341"/>
                      <a:pt x="8426" y="17341"/>
                    </a:cubicBezTo>
                    <a:cubicBezTo>
                      <a:pt x="12106" y="17341"/>
                      <a:pt x="13451" y="13771"/>
                      <a:pt x="14124" y="10618"/>
                    </a:cubicBezTo>
                    <a:lnTo>
                      <a:pt x="16297" y="0"/>
                    </a:lnTo>
                    <a:lnTo>
                      <a:pt x="21600" y="0"/>
                    </a:lnTo>
                    <a:lnTo>
                      <a:pt x="17848" y="18076"/>
                    </a:lnTo>
                    <a:close/>
                  </a:path>
                </a:pathLst>
              </a:custGeom>
              <a:solidFill>
                <a:srgbClr val="005BAC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endParaRPr/>
              </a:p>
            </p:txBody>
          </p:sp>
          <p:sp>
            <p:nvSpPr>
              <p:cNvPr id="99" name="フリーフォーム: 図形 37"/>
              <p:cNvSpPr/>
              <p:nvPr/>
            </p:nvSpPr>
            <p:spPr>
              <a:xfrm>
                <a:off x="1577113" y="41031"/>
                <a:ext cx="92671" cy="9909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5483" y="12464"/>
                    </a:moveTo>
                    <a:cubicBezTo>
                      <a:pt x="5483" y="16272"/>
                      <a:pt x="7670" y="17673"/>
                      <a:pt x="11608" y="17673"/>
                    </a:cubicBezTo>
                    <a:cubicBezTo>
                      <a:pt x="13962" y="17673"/>
                      <a:pt x="16236" y="17110"/>
                      <a:pt x="18383" y="16191"/>
                    </a:cubicBezTo>
                    <a:lnTo>
                      <a:pt x="17654" y="20437"/>
                    </a:lnTo>
                    <a:cubicBezTo>
                      <a:pt x="15427" y="21081"/>
                      <a:pt x="12979" y="21600"/>
                      <a:pt x="10626" y="21600"/>
                    </a:cubicBezTo>
                    <a:cubicBezTo>
                      <a:pt x="4279" y="21600"/>
                      <a:pt x="0" y="18718"/>
                      <a:pt x="0" y="12582"/>
                    </a:cubicBezTo>
                    <a:cubicBezTo>
                      <a:pt x="0" y="6172"/>
                      <a:pt x="5317" y="0"/>
                      <a:pt x="12559" y="0"/>
                    </a:cubicBezTo>
                    <a:cubicBezTo>
                      <a:pt x="18003" y="0"/>
                      <a:pt x="21600" y="2601"/>
                      <a:pt x="21600" y="7855"/>
                    </a:cubicBezTo>
                    <a:cubicBezTo>
                      <a:pt x="21600" y="9418"/>
                      <a:pt x="21386" y="10937"/>
                      <a:pt x="21045" y="12464"/>
                    </a:cubicBezTo>
                    <a:lnTo>
                      <a:pt x="5483" y="12464"/>
                    </a:lnTo>
                    <a:close/>
                    <a:moveTo>
                      <a:pt x="15982" y="8773"/>
                    </a:moveTo>
                    <a:cubicBezTo>
                      <a:pt x="16069" y="8292"/>
                      <a:pt x="16109" y="7855"/>
                      <a:pt x="16109" y="7373"/>
                    </a:cubicBezTo>
                    <a:cubicBezTo>
                      <a:pt x="16109" y="5172"/>
                      <a:pt x="14865" y="3927"/>
                      <a:pt x="12464" y="3927"/>
                    </a:cubicBezTo>
                    <a:cubicBezTo>
                      <a:pt x="8906" y="3927"/>
                      <a:pt x="7361" y="5928"/>
                      <a:pt x="6252" y="8773"/>
                    </a:cubicBezTo>
                    <a:lnTo>
                      <a:pt x="15982" y="8773"/>
                    </a:lnTo>
                    <a:close/>
                  </a:path>
                </a:pathLst>
              </a:custGeom>
              <a:solidFill>
                <a:srgbClr val="005BAC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endParaRPr/>
              </a:p>
            </p:txBody>
          </p:sp>
          <p:sp>
            <p:nvSpPr>
              <p:cNvPr id="100" name="フリーフォーム: 図形 38"/>
              <p:cNvSpPr/>
              <p:nvPr/>
            </p:nvSpPr>
            <p:spPr>
              <a:xfrm>
                <a:off x="1667777" y="40963"/>
                <a:ext cx="81656" cy="9912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0188" y="4896"/>
                    </a:moveTo>
                    <a:cubicBezTo>
                      <a:pt x="18489" y="4378"/>
                      <a:pt x="16690" y="3933"/>
                      <a:pt x="14838" y="3933"/>
                    </a:cubicBezTo>
                    <a:cubicBezTo>
                      <a:pt x="12895" y="3933"/>
                      <a:pt x="10458" y="4370"/>
                      <a:pt x="10458" y="6015"/>
                    </a:cubicBezTo>
                    <a:cubicBezTo>
                      <a:pt x="10458" y="8622"/>
                      <a:pt x="18920" y="9585"/>
                      <a:pt x="18920" y="14630"/>
                    </a:cubicBezTo>
                    <a:cubicBezTo>
                      <a:pt x="18920" y="20000"/>
                      <a:pt x="13228" y="21600"/>
                      <a:pt x="7635" y="21600"/>
                    </a:cubicBezTo>
                    <a:cubicBezTo>
                      <a:pt x="5009" y="21600"/>
                      <a:pt x="2383" y="21282"/>
                      <a:pt x="0" y="20356"/>
                    </a:cubicBezTo>
                    <a:lnTo>
                      <a:pt x="1412" y="16067"/>
                    </a:lnTo>
                    <a:cubicBezTo>
                      <a:pt x="3264" y="16911"/>
                      <a:pt x="5108" y="17667"/>
                      <a:pt x="7635" y="17667"/>
                    </a:cubicBezTo>
                    <a:cubicBezTo>
                      <a:pt x="9820" y="17667"/>
                      <a:pt x="12113" y="17067"/>
                      <a:pt x="12113" y="15385"/>
                    </a:cubicBezTo>
                    <a:cubicBezTo>
                      <a:pt x="12113" y="12059"/>
                      <a:pt x="3651" y="11741"/>
                      <a:pt x="3651" y="6570"/>
                    </a:cubicBezTo>
                    <a:cubicBezTo>
                      <a:pt x="3651" y="1719"/>
                      <a:pt x="9343" y="0"/>
                      <a:pt x="14496" y="0"/>
                    </a:cubicBezTo>
                    <a:cubicBezTo>
                      <a:pt x="16879" y="0"/>
                      <a:pt x="19316" y="363"/>
                      <a:pt x="21600" y="844"/>
                    </a:cubicBezTo>
                    <a:lnTo>
                      <a:pt x="20188" y="4896"/>
                    </a:lnTo>
                    <a:close/>
                  </a:path>
                </a:pathLst>
              </a:custGeom>
              <a:solidFill>
                <a:srgbClr val="005BAC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endParaRPr/>
              </a:p>
            </p:txBody>
          </p:sp>
          <p:sp>
            <p:nvSpPr>
              <p:cNvPr id="101" name="フリーフォーム: 図形 39"/>
              <p:cNvSpPr/>
              <p:nvPr/>
            </p:nvSpPr>
            <p:spPr>
              <a:xfrm>
                <a:off x="1749295" y="9586"/>
                <a:ext cx="53849" cy="12833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2464" y="17269"/>
                    </a:moveTo>
                    <a:lnTo>
                      <a:pt x="10323" y="21600"/>
                    </a:lnTo>
                    <a:lnTo>
                      <a:pt x="0" y="21600"/>
                    </a:lnTo>
                    <a:lnTo>
                      <a:pt x="2141" y="17269"/>
                    </a:lnTo>
                    <a:lnTo>
                      <a:pt x="12464" y="17269"/>
                    </a:lnTo>
                    <a:close/>
                    <a:moveTo>
                      <a:pt x="10023" y="0"/>
                    </a:moveTo>
                    <a:lnTo>
                      <a:pt x="21600" y="0"/>
                    </a:lnTo>
                    <a:lnTo>
                      <a:pt x="12314" y="15260"/>
                    </a:lnTo>
                    <a:lnTo>
                      <a:pt x="4132" y="15260"/>
                    </a:lnTo>
                    <a:lnTo>
                      <a:pt x="10023" y="0"/>
                    </a:lnTo>
                    <a:close/>
                  </a:path>
                </a:pathLst>
              </a:custGeom>
              <a:solidFill>
                <a:srgbClr val="005BAC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endParaRPr/>
              </a:p>
            </p:txBody>
          </p:sp>
        </p:grpSp>
        <p:sp>
          <p:nvSpPr>
            <p:cNvPr id="103" name="フリーフォーム: 図形 19"/>
            <p:cNvSpPr/>
            <p:nvPr/>
          </p:nvSpPr>
          <p:spPr>
            <a:xfrm>
              <a:off x="1021742" y="0"/>
              <a:ext cx="905516" cy="20606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9493" extrusionOk="0">
                  <a:moveTo>
                    <a:pt x="0" y="19493"/>
                  </a:moveTo>
                  <a:cubicBezTo>
                    <a:pt x="6426" y="-988"/>
                    <a:pt x="14983" y="-2107"/>
                    <a:pt x="21600" y="1762"/>
                  </a:cubicBezTo>
                  <a:lnTo>
                    <a:pt x="20669" y="13409"/>
                  </a:lnTo>
                  <a:cubicBezTo>
                    <a:pt x="16097" y="7029"/>
                    <a:pt x="7279" y="3135"/>
                    <a:pt x="0" y="19493"/>
                  </a:cubicBezTo>
                  <a:close/>
                </a:path>
              </a:pathLst>
            </a:custGeom>
            <a:gradFill flip="none" rotWithShape="1">
              <a:gsLst>
                <a:gs pos="25000">
                  <a:srgbClr val="005BAC"/>
                </a:gs>
                <a:gs pos="52000">
                  <a:srgbClr val="E50059"/>
                </a:gs>
                <a:gs pos="100000">
                  <a:srgbClr val="EA5B02"/>
                </a:gs>
              </a:gsLst>
              <a:lin ang="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endParaRPr/>
            </a:p>
          </p:txBody>
        </p:sp>
        <p:sp>
          <p:nvSpPr>
            <p:cNvPr id="104" name="フリーフォーム: 図形 20"/>
            <p:cNvSpPr/>
            <p:nvPr/>
          </p:nvSpPr>
          <p:spPr>
            <a:xfrm>
              <a:off x="0" y="378280"/>
              <a:ext cx="839498" cy="1432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963" extrusionOk="0">
                  <a:moveTo>
                    <a:pt x="21600" y="0"/>
                  </a:moveTo>
                  <a:cubicBezTo>
                    <a:pt x="17530" y="12847"/>
                    <a:pt x="8807" y="21600"/>
                    <a:pt x="0" y="14328"/>
                  </a:cubicBezTo>
                  <a:lnTo>
                    <a:pt x="1058" y="2777"/>
                  </a:lnTo>
                  <a:cubicBezTo>
                    <a:pt x="9674" y="11969"/>
                    <a:pt x="17750" y="7156"/>
                    <a:pt x="21600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009EE7"/>
                </a:gs>
                <a:gs pos="47000">
                  <a:srgbClr val="005BAC"/>
                </a:gs>
              </a:gsLst>
              <a:lin ang="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endParaRPr/>
            </a:p>
          </p:txBody>
        </p:sp>
      </p:grpSp>
      <p:sp>
        <p:nvSpPr>
          <p:cNvPr id="106" name="スライド番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目次（中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スライド番号"/>
          <p:cNvSpPr txBox="1">
            <a:spLocks noGrp="1"/>
          </p:cNvSpPr>
          <p:nvPr>
            <p:ph type="sldNum" sz="quarter" idx="2"/>
          </p:nvPr>
        </p:nvSpPr>
        <p:spPr>
          <a:xfrm>
            <a:off x="9723784" y="6620921"/>
            <a:ext cx="182217" cy="177801"/>
          </a:xfrm>
          <a:prstGeom prst="rect">
            <a:avLst/>
          </a:prstGeom>
        </p:spPr>
        <p:txBody>
          <a:bodyPr lIns="0" tIns="0" rIns="0" bIns="0"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114" name="テキスト ボックス 10"/>
          <p:cNvSpPr txBox="1"/>
          <p:nvPr/>
        </p:nvSpPr>
        <p:spPr>
          <a:xfrm>
            <a:off x="5934824" y="6620361"/>
            <a:ext cx="3119366" cy="218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 algn="r">
              <a:defRPr sz="800">
                <a:solidFill>
                  <a:schemeClr val="accent1"/>
                </a:solidFill>
              </a:defRPr>
            </a:pPr>
            <a:r>
              <a:t>Copyrigh</a:t>
            </a:r>
            <a:r>
              <a:rPr spc="-1000"/>
              <a:t>t</a:t>
            </a:r>
            <a:r>
              <a:rPr>
                <a:solidFill>
                  <a:srgbClr val="001279"/>
                </a:solidFill>
              </a:rPr>
              <a:t>（C）</a:t>
            </a:r>
            <a:r>
              <a:t> Nomura Research Institute, Ltd. All rights reserved.</a:t>
            </a:r>
          </a:p>
        </p:txBody>
      </p:sp>
      <p:grpSp>
        <p:nvGrpSpPr>
          <p:cNvPr id="117" name="グループ化 11"/>
          <p:cNvGrpSpPr/>
          <p:nvPr/>
        </p:nvGrpSpPr>
        <p:grpSpPr>
          <a:xfrm>
            <a:off x="9129156" y="6620361"/>
            <a:ext cx="288340" cy="145026"/>
            <a:chOff x="0" y="0"/>
            <a:chExt cx="288338" cy="145025"/>
          </a:xfrm>
        </p:grpSpPr>
        <p:sp>
          <p:nvSpPr>
            <p:cNvPr id="115" name="Freeform 290"/>
            <p:cNvSpPr/>
            <p:nvPr/>
          </p:nvSpPr>
          <p:spPr>
            <a:xfrm>
              <a:off x="249737" y="584"/>
              <a:ext cx="38602" cy="14385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lnTo>
                    <a:pt x="0" y="0"/>
                  </a:lnTo>
                  <a:lnTo>
                    <a:pt x="818" y="5312"/>
                  </a:lnTo>
                  <a:lnTo>
                    <a:pt x="1145" y="8034"/>
                  </a:lnTo>
                  <a:lnTo>
                    <a:pt x="1309" y="10800"/>
                  </a:lnTo>
                  <a:lnTo>
                    <a:pt x="1145" y="13610"/>
                  </a:lnTo>
                  <a:lnTo>
                    <a:pt x="818" y="16332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0782" y="16332"/>
                  </a:lnTo>
                  <a:lnTo>
                    <a:pt x="20291" y="13610"/>
                  </a:lnTo>
                  <a:lnTo>
                    <a:pt x="20291" y="8034"/>
                  </a:lnTo>
                  <a:lnTo>
                    <a:pt x="20782" y="5312"/>
                  </a:lnTo>
                  <a:lnTo>
                    <a:pt x="21600" y="0"/>
                  </a:lnTo>
                  <a:close/>
                </a:path>
              </a:pathLst>
            </a:custGeom>
            <a:solidFill>
              <a:srgbClr val="005BAC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116" name="Freeform 291"/>
            <p:cNvSpPr/>
            <p:nvPr/>
          </p:nvSpPr>
          <p:spPr>
            <a:xfrm>
              <a:off x="-1" y="0"/>
              <a:ext cx="246230" cy="14502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7167" y="11517"/>
                  </a:moveTo>
                  <a:lnTo>
                    <a:pt x="17859" y="11039"/>
                  </a:lnTo>
                  <a:lnTo>
                    <a:pt x="18423" y="10431"/>
                  </a:lnTo>
                  <a:lnTo>
                    <a:pt x="18961" y="9822"/>
                  </a:lnTo>
                  <a:lnTo>
                    <a:pt x="19396" y="9040"/>
                  </a:lnTo>
                  <a:lnTo>
                    <a:pt x="19730" y="8214"/>
                  </a:lnTo>
                  <a:lnTo>
                    <a:pt x="19986" y="7301"/>
                  </a:lnTo>
                  <a:lnTo>
                    <a:pt x="20088" y="6910"/>
                  </a:lnTo>
                  <a:lnTo>
                    <a:pt x="20140" y="6432"/>
                  </a:lnTo>
                  <a:lnTo>
                    <a:pt x="20191" y="5998"/>
                  </a:lnTo>
                  <a:lnTo>
                    <a:pt x="20191" y="4998"/>
                  </a:lnTo>
                  <a:lnTo>
                    <a:pt x="20140" y="4476"/>
                  </a:lnTo>
                  <a:lnTo>
                    <a:pt x="20088" y="3998"/>
                  </a:lnTo>
                  <a:lnTo>
                    <a:pt x="20011" y="3520"/>
                  </a:lnTo>
                  <a:lnTo>
                    <a:pt x="19883" y="3129"/>
                  </a:lnTo>
                  <a:lnTo>
                    <a:pt x="19730" y="2695"/>
                  </a:lnTo>
                  <a:lnTo>
                    <a:pt x="19601" y="2347"/>
                  </a:lnTo>
                  <a:lnTo>
                    <a:pt x="19396" y="1999"/>
                  </a:lnTo>
                  <a:lnTo>
                    <a:pt x="19012" y="1391"/>
                  </a:lnTo>
                  <a:lnTo>
                    <a:pt x="18551" y="956"/>
                  </a:lnTo>
                  <a:lnTo>
                    <a:pt x="18064" y="608"/>
                  </a:lnTo>
                  <a:lnTo>
                    <a:pt x="17500" y="348"/>
                  </a:lnTo>
                  <a:lnTo>
                    <a:pt x="16937" y="217"/>
                  </a:lnTo>
                  <a:lnTo>
                    <a:pt x="16322" y="87"/>
                  </a:lnTo>
                  <a:lnTo>
                    <a:pt x="15656" y="87"/>
                  </a:lnTo>
                  <a:lnTo>
                    <a:pt x="15015" y="0"/>
                  </a:lnTo>
                  <a:lnTo>
                    <a:pt x="13554" y="87"/>
                  </a:lnTo>
                  <a:lnTo>
                    <a:pt x="12043" y="130"/>
                  </a:lnTo>
                  <a:lnTo>
                    <a:pt x="10582" y="217"/>
                  </a:lnTo>
                  <a:lnTo>
                    <a:pt x="9327" y="217"/>
                  </a:lnTo>
                  <a:lnTo>
                    <a:pt x="9532" y="7258"/>
                  </a:lnTo>
                  <a:lnTo>
                    <a:pt x="9557" y="10561"/>
                  </a:lnTo>
                  <a:lnTo>
                    <a:pt x="9557" y="13603"/>
                  </a:lnTo>
                  <a:lnTo>
                    <a:pt x="7969" y="10518"/>
                  </a:lnTo>
                  <a:lnTo>
                    <a:pt x="6380" y="7171"/>
                  </a:lnTo>
                  <a:lnTo>
                    <a:pt x="4791" y="3738"/>
                  </a:lnTo>
                  <a:lnTo>
                    <a:pt x="3305" y="217"/>
                  </a:lnTo>
                  <a:lnTo>
                    <a:pt x="0" y="217"/>
                  </a:lnTo>
                  <a:lnTo>
                    <a:pt x="179" y="5476"/>
                  </a:lnTo>
                  <a:lnTo>
                    <a:pt x="205" y="8171"/>
                  </a:lnTo>
                  <a:lnTo>
                    <a:pt x="256" y="10909"/>
                  </a:lnTo>
                  <a:lnTo>
                    <a:pt x="205" y="13690"/>
                  </a:lnTo>
                  <a:lnTo>
                    <a:pt x="179" y="16385"/>
                  </a:lnTo>
                  <a:lnTo>
                    <a:pt x="0" y="21600"/>
                  </a:lnTo>
                  <a:lnTo>
                    <a:pt x="2742" y="21600"/>
                  </a:lnTo>
                  <a:lnTo>
                    <a:pt x="2562" y="17732"/>
                  </a:lnTo>
                  <a:lnTo>
                    <a:pt x="2485" y="13864"/>
                  </a:lnTo>
                  <a:lnTo>
                    <a:pt x="2434" y="10344"/>
                  </a:lnTo>
                  <a:lnTo>
                    <a:pt x="2434" y="7171"/>
                  </a:lnTo>
                  <a:lnTo>
                    <a:pt x="4151" y="10518"/>
                  </a:lnTo>
                  <a:lnTo>
                    <a:pt x="5893" y="14081"/>
                  </a:lnTo>
                  <a:lnTo>
                    <a:pt x="7661" y="17819"/>
                  </a:lnTo>
                  <a:lnTo>
                    <a:pt x="8456" y="19731"/>
                  </a:lnTo>
                  <a:lnTo>
                    <a:pt x="9275" y="21600"/>
                  </a:lnTo>
                  <a:lnTo>
                    <a:pt x="12120" y="21600"/>
                  </a:lnTo>
                  <a:lnTo>
                    <a:pt x="11991" y="16385"/>
                  </a:lnTo>
                  <a:lnTo>
                    <a:pt x="11966" y="13690"/>
                  </a:lnTo>
                  <a:lnTo>
                    <a:pt x="11915" y="10909"/>
                  </a:lnTo>
                  <a:lnTo>
                    <a:pt x="11915" y="6910"/>
                  </a:lnTo>
                  <a:lnTo>
                    <a:pt x="11991" y="2955"/>
                  </a:lnTo>
                  <a:lnTo>
                    <a:pt x="12863" y="2912"/>
                  </a:lnTo>
                  <a:lnTo>
                    <a:pt x="13913" y="2912"/>
                  </a:lnTo>
                  <a:lnTo>
                    <a:pt x="14554" y="2955"/>
                  </a:lnTo>
                  <a:lnTo>
                    <a:pt x="15143" y="3129"/>
                  </a:lnTo>
                  <a:lnTo>
                    <a:pt x="15630" y="3477"/>
                  </a:lnTo>
                  <a:lnTo>
                    <a:pt x="15835" y="3651"/>
                  </a:lnTo>
                  <a:lnTo>
                    <a:pt x="16142" y="4085"/>
                  </a:lnTo>
                  <a:lnTo>
                    <a:pt x="16270" y="4346"/>
                  </a:lnTo>
                  <a:lnTo>
                    <a:pt x="16475" y="4911"/>
                  </a:lnTo>
                  <a:lnTo>
                    <a:pt x="16604" y="5520"/>
                  </a:lnTo>
                  <a:lnTo>
                    <a:pt x="16629" y="6302"/>
                  </a:lnTo>
                  <a:lnTo>
                    <a:pt x="16604" y="6693"/>
                  </a:lnTo>
                  <a:lnTo>
                    <a:pt x="16552" y="7171"/>
                  </a:lnTo>
                  <a:lnTo>
                    <a:pt x="16475" y="7606"/>
                  </a:lnTo>
                  <a:lnTo>
                    <a:pt x="16347" y="7997"/>
                  </a:lnTo>
                  <a:lnTo>
                    <a:pt x="16245" y="8344"/>
                  </a:lnTo>
                  <a:lnTo>
                    <a:pt x="15835" y="9040"/>
                  </a:lnTo>
                  <a:lnTo>
                    <a:pt x="15630" y="9344"/>
                  </a:lnTo>
                  <a:lnTo>
                    <a:pt x="15092" y="9866"/>
                  </a:lnTo>
                  <a:lnTo>
                    <a:pt x="14528" y="10300"/>
                  </a:lnTo>
                  <a:lnTo>
                    <a:pt x="13888" y="10648"/>
                  </a:lnTo>
                  <a:lnTo>
                    <a:pt x="13196" y="10996"/>
                  </a:lnTo>
                  <a:lnTo>
                    <a:pt x="14272" y="13386"/>
                  </a:lnTo>
                  <a:lnTo>
                    <a:pt x="15451" y="16080"/>
                  </a:lnTo>
                  <a:lnTo>
                    <a:pt x="16604" y="18905"/>
                  </a:lnTo>
                  <a:lnTo>
                    <a:pt x="17654" y="21600"/>
                  </a:lnTo>
                  <a:lnTo>
                    <a:pt x="21600" y="21600"/>
                  </a:lnTo>
                  <a:lnTo>
                    <a:pt x="19166" y="16298"/>
                  </a:lnTo>
                  <a:lnTo>
                    <a:pt x="18115" y="13821"/>
                  </a:lnTo>
                  <a:lnTo>
                    <a:pt x="17167" y="11517"/>
                  </a:lnTo>
                  <a:close/>
                </a:path>
              </a:pathLst>
            </a:custGeom>
            <a:solidFill>
              <a:srgbClr val="005BAC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sp>
        <p:nvSpPr>
          <p:cNvPr id="118" name="本文レベル1…"/>
          <p:cNvSpPr txBox="1">
            <a:spLocks noGrp="1"/>
          </p:cNvSpPr>
          <p:nvPr>
            <p:ph type="body" idx="1"/>
          </p:nvPr>
        </p:nvSpPr>
        <p:spPr>
          <a:xfrm>
            <a:off x="1502426" y="1120655"/>
            <a:ext cx="6901151" cy="5135767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lnSpc>
                <a:spcPct val="110000"/>
              </a:lnSpc>
              <a:spcBef>
                <a:spcPts val="600"/>
              </a:spcBef>
              <a:buAutoNum type="arabicPeriod"/>
              <a:tabLst>
                <a:tab pos="6451600" algn="r"/>
                <a:tab pos="6718300" algn="r"/>
                <a:tab pos="6896100" algn="r"/>
              </a:tabLst>
            </a:lvl1pPr>
            <a:lvl2pPr marL="0" indent="517525">
              <a:lnSpc>
                <a:spcPct val="110000"/>
              </a:lnSpc>
              <a:spcBef>
                <a:spcPts val="600"/>
              </a:spcBef>
              <a:buSzTx/>
              <a:buNone/>
              <a:tabLst>
                <a:tab pos="6451600" algn="r"/>
                <a:tab pos="6718300" algn="r"/>
                <a:tab pos="6896100" algn="r"/>
              </a:tabLst>
            </a:lvl2pPr>
            <a:lvl3pPr marL="999217" indent="-195942">
              <a:lnSpc>
                <a:spcPct val="110000"/>
              </a:lnSpc>
              <a:spcBef>
                <a:spcPts val="600"/>
              </a:spcBef>
              <a:tabLst>
                <a:tab pos="6451600" algn="r"/>
                <a:tab pos="6718300" algn="r"/>
                <a:tab pos="6896100" algn="r"/>
              </a:tabLst>
            </a:lvl3pPr>
            <a:lvl4pPr marL="0" indent="1027112">
              <a:lnSpc>
                <a:spcPct val="110000"/>
              </a:lnSpc>
              <a:spcBef>
                <a:spcPts val="600"/>
              </a:spcBef>
              <a:buSzTx/>
              <a:buNone/>
              <a:tabLst>
                <a:tab pos="6451600" algn="r"/>
                <a:tab pos="6718300" algn="r"/>
                <a:tab pos="6896100" algn="r"/>
              </a:tabLst>
            </a:lvl4pPr>
            <a:lvl5pPr marL="0" indent="1295400">
              <a:lnSpc>
                <a:spcPct val="110000"/>
              </a:lnSpc>
              <a:spcBef>
                <a:spcPts val="600"/>
              </a:spcBef>
              <a:buSzTx/>
              <a:buNone/>
              <a:tabLst>
                <a:tab pos="6451600" algn="r"/>
                <a:tab pos="6718300" algn="r"/>
                <a:tab pos="6896100" algn="r"/>
              </a:tabLst>
            </a:lvl5pPr>
          </a:lstStyle>
          <a:p>
            <a:r>
              <a:t>本文レベル1</a:t>
            </a:r>
          </a:p>
          <a:p>
            <a:pPr lvl="1"/>
            <a:r>
              <a:t>本文レベル2</a:t>
            </a:r>
          </a:p>
          <a:p>
            <a:pPr lvl="2"/>
            <a:r>
              <a:t>本文レベル3</a:t>
            </a:r>
          </a:p>
          <a:p>
            <a:pPr lvl="3"/>
            <a:r>
              <a:t>本文レベル4</a:t>
            </a:r>
          </a:p>
          <a:p>
            <a:pPr lvl="4"/>
            <a:r>
              <a:t>本文レベル5</a:t>
            </a:r>
          </a:p>
        </p:txBody>
      </p:sp>
      <p:sp>
        <p:nvSpPr>
          <p:cNvPr id="119" name="タイトルテキスト"/>
          <p:cNvSpPr txBox="1">
            <a:spLocks noGrp="1"/>
          </p:cNvSpPr>
          <p:nvPr>
            <p:ph type="title"/>
          </p:nvPr>
        </p:nvSpPr>
        <p:spPr>
          <a:xfrm>
            <a:off x="201000" y="259199"/>
            <a:ext cx="9504000" cy="380481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t>タイトルテキスト</a:t>
            </a:r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目次（多/二段組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スライド番号"/>
          <p:cNvSpPr txBox="1">
            <a:spLocks noGrp="1"/>
          </p:cNvSpPr>
          <p:nvPr>
            <p:ph type="sldNum" sz="quarter" idx="2"/>
          </p:nvPr>
        </p:nvSpPr>
        <p:spPr>
          <a:xfrm>
            <a:off x="9723784" y="6620921"/>
            <a:ext cx="182217" cy="177801"/>
          </a:xfrm>
          <a:prstGeom prst="rect">
            <a:avLst/>
          </a:prstGeom>
        </p:spPr>
        <p:txBody>
          <a:bodyPr lIns="0" tIns="0" rIns="0" bIns="0"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127" name="テキスト ボックス 10"/>
          <p:cNvSpPr txBox="1"/>
          <p:nvPr/>
        </p:nvSpPr>
        <p:spPr>
          <a:xfrm>
            <a:off x="5934824" y="6620361"/>
            <a:ext cx="3119366" cy="218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 algn="r">
              <a:defRPr sz="800">
                <a:solidFill>
                  <a:schemeClr val="accent1"/>
                </a:solidFill>
              </a:defRPr>
            </a:pPr>
            <a:r>
              <a:t>Copyrigh</a:t>
            </a:r>
            <a:r>
              <a:rPr spc="-1000"/>
              <a:t>t</a:t>
            </a:r>
            <a:r>
              <a:rPr>
                <a:solidFill>
                  <a:srgbClr val="001279"/>
                </a:solidFill>
              </a:rPr>
              <a:t>（C）</a:t>
            </a:r>
            <a:r>
              <a:t> Nomura Research Institute, Ltd. All rights reserved.</a:t>
            </a:r>
          </a:p>
        </p:txBody>
      </p:sp>
      <p:grpSp>
        <p:nvGrpSpPr>
          <p:cNvPr id="130" name="グループ化 11"/>
          <p:cNvGrpSpPr/>
          <p:nvPr/>
        </p:nvGrpSpPr>
        <p:grpSpPr>
          <a:xfrm>
            <a:off x="9129156" y="6620361"/>
            <a:ext cx="288340" cy="145026"/>
            <a:chOff x="0" y="0"/>
            <a:chExt cx="288338" cy="145025"/>
          </a:xfrm>
        </p:grpSpPr>
        <p:sp>
          <p:nvSpPr>
            <p:cNvPr id="128" name="Freeform 290"/>
            <p:cNvSpPr/>
            <p:nvPr/>
          </p:nvSpPr>
          <p:spPr>
            <a:xfrm>
              <a:off x="249737" y="584"/>
              <a:ext cx="38602" cy="14385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lnTo>
                    <a:pt x="0" y="0"/>
                  </a:lnTo>
                  <a:lnTo>
                    <a:pt x="818" y="5312"/>
                  </a:lnTo>
                  <a:lnTo>
                    <a:pt x="1145" y="8034"/>
                  </a:lnTo>
                  <a:lnTo>
                    <a:pt x="1309" y="10800"/>
                  </a:lnTo>
                  <a:lnTo>
                    <a:pt x="1145" y="13610"/>
                  </a:lnTo>
                  <a:lnTo>
                    <a:pt x="818" y="16332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0782" y="16332"/>
                  </a:lnTo>
                  <a:lnTo>
                    <a:pt x="20291" y="13610"/>
                  </a:lnTo>
                  <a:lnTo>
                    <a:pt x="20291" y="8034"/>
                  </a:lnTo>
                  <a:lnTo>
                    <a:pt x="20782" y="5312"/>
                  </a:lnTo>
                  <a:lnTo>
                    <a:pt x="21600" y="0"/>
                  </a:lnTo>
                  <a:close/>
                </a:path>
              </a:pathLst>
            </a:custGeom>
            <a:solidFill>
              <a:srgbClr val="005BAC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129" name="Freeform 291"/>
            <p:cNvSpPr/>
            <p:nvPr/>
          </p:nvSpPr>
          <p:spPr>
            <a:xfrm>
              <a:off x="-1" y="0"/>
              <a:ext cx="246230" cy="14502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7167" y="11517"/>
                  </a:moveTo>
                  <a:lnTo>
                    <a:pt x="17859" y="11039"/>
                  </a:lnTo>
                  <a:lnTo>
                    <a:pt x="18423" y="10431"/>
                  </a:lnTo>
                  <a:lnTo>
                    <a:pt x="18961" y="9822"/>
                  </a:lnTo>
                  <a:lnTo>
                    <a:pt x="19396" y="9040"/>
                  </a:lnTo>
                  <a:lnTo>
                    <a:pt x="19730" y="8214"/>
                  </a:lnTo>
                  <a:lnTo>
                    <a:pt x="19986" y="7301"/>
                  </a:lnTo>
                  <a:lnTo>
                    <a:pt x="20088" y="6910"/>
                  </a:lnTo>
                  <a:lnTo>
                    <a:pt x="20140" y="6432"/>
                  </a:lnTo>
                  <a:lnTo>
                    <a:pt x="20191" y="5998"/>
                  </a:lnTo>
                  <a:lnTo>
                    <a:pt x="20191" y="4998"/>
                  </a:lnTo>
                  <a:lnTo>
                    <a:pt x="20140" y="4476"/>
                  </a:lnTo>
                  <a:lnTo>
                    <a:pt x="20088" y="3998"/>
                  </a:lnTo>
                  <a:lnTo>
                    <a:pt x="20011" y="3520"/>
                  </a:lnTo>
                  <a:lnTo>
                    <a:pt x="19883" y="3129"/>
                  </a:lnTo>
                  <a:lnTo>
                    <a:pt x="19730" y="2695"/>
                  </a:lnTo>
                  <a:lnTo>
                    <a:pt x="19601" y="2347"/>
                  </a:lnTo>
                  <a:lnTo>
                    <a:pt x="19396" y="1999"/>
                  </a:lnTo>
                  <a:lnTo>
                    <a:pt x="19012" y="1391"/>
                  </a:lnTo>
                  <a:lnTo>
                    <a:pt x="18551" y="956"/>
                  </a:lnTo>
                  <a:lnTo>
                    <a:pt x="18064" y="608"/>
                  </a:lnTo>
                  <a:lnTo>
                    <a:pt x="17500" y="348"/>
                  </a:lnTo>
                  <a:lnTo>
                    <a:pt x="16937" y="217"/>
                  </a:lnTo>
                  <a:lnTo>
                    <a:pt x="16322" y="87"/>
                  </a:lnTo>
                  <a:lnTo>
                    <a:pt x="15656" y="87"/>
                  </a:lnTo>
                  <a:lnTo>
                    <a:pt x="15015" y="0"/>
                  </a:lnTo>
                  <a:lnTo>
                    <a:pt x="13554" y="87"/>
                  </a:lnTo>
                  <a:lnTo>
                    <a:pt x="12043" y="130"/>
                  </a:lnTo>
                  <a:lnTo>
                    <a:pt x="10582" y="217"/>
                  </a:lnTo>
                  <a:lnTo>
                    <a:pt x="9327" y="217"/>
                  </a:lnTo>
                  <a:lnTo>
                    <a:pt x="9532" y="7258"/>
                  </a:lnTo>
                  <a:lnTo>
                    <a:pt x="9557" y="10561"/>
                  </a:lnTo>
                  <a:lnTo>
                    <a:pt x="9557" y="13603"/>
                  </a:lnTo>
                  <a:lnTo>
                    <a:pt x="7969" y="10518"/>
                  </a:lnTo>
                  <a:lnTo>
                    <a:pt x="6380" y="7171"/>
                  </a:lnTo>
                  <a:lnTo>
                    <a:pt x="4791" y="3738"/>
                  </a:lnTo>
                  <a:lnTo>
                    <a:pt x="3305" y="217"/>
                  </a:lnTo>
                  <a:lnTo>
                    <a:pt x="0" y="217"/>
                  </a:lnTo>
                  <a:lnTo>
                    <a:pt x="179" y="5476"/>
                  </a:lnTo>
                  <a:lnTo>
                    <a:pt x="205" y="8171"/>
                  </a:lnTo>
                  <a:lnTo>
                    <a:pt x="256" y="10909"/>
                  </a:lnTo>
                  <a:lnTo>
                    <a:pt x="205" y="13690"/>
                  </a:lnTo>
                  <a:lnTo>
                    <a:pt x="179" y="16385"/>
                  </a:lnTo>
                  <a:lnTo>
                    <a:pt x="0" y="21600"/>
                  </a:lnTo>
                  <a:lnTo>
                    <a:pt x="2742" y="21600"/>
                  </a:lnTo>
                  <a:lnTo>
                    <a:pt x="2562" y="17732"/>
                  </a:lnTo>
                  <a:lnTo>
                    <a:pt x="2485" y="13864"/>
                  </a:lnTo>
                  <a:lnTo>
                    <a:pt x="2434" y="10344"/>
                  </a:lnTo>
                  <a:lnTo>
                    <a:pt x="2434" y="7171"/>
                  </a:lnTo>
                  <a:lnTo>
                    <a:pt x="4151" y="10518"/>
                  </a:lnTo>
                  <a:lnTo>
                    <a:pt x="5893" y="14081"/>
                  </a:lnTo>
                  <a:lnTo>
                    <a:pt x="7661" y="17819"/>
                  </a:lnTo>
                  <a:lnTo>
                    <a:pt x="8456" y="19731"/>
                  </a:lnTo>
                  <a:lnTo>
                    <a:pt x="9275" y="21600"/>
                  </a:lnTo>
                  <a:lnTo>
                    <a:pt x="12120" y="21600"/>
                  </a:lnTo>
                  <a:lnTo>
                    <a:pt x="11991" y="16385"/>
                  </a:lnTo>
                  <a:lnTo>
                    <a:pt x="11966" y="13690"/>
                  </a:lnTo>
                  <a:lnTo>
                    <a:pt x="11915" y="10909"/>
                  </a:lnTo>
                  <a:lnTo>
                    <a:pt x="11915" y="6910"/>
                  </a:lnTo>
                  <a:lnTo>
                    <a:pt x="11991" y="2955"/>
                  </a:lnTo>
                  <a:lnTo>
                    <a:pt x="12863" y="2912"/>
                  </a:lnTo>
                  <a:lnTo>
                    <a:pt x="13913" y="2912"/>
                  </a:lnTo>
                  <a:lnTo>
                    <a:pt x="14554" y="2955"/>
                  </a:lnTo>
                  <a:lnTo>
                    <a:pt x="15143" y="3129"/>
                  </a:lnTo>
                  <a:lnTo>
                    <a:pt x="15630" y="3477"/>
                  </a:lnTo>
                  <a:lnTo>
                    <a:pt x="15835" y="3651"/>
                  </a:lnTo>
                  <a:lnTo>
                    <a:pt x="16142" y="4085"/>
                  </a:lnTo>
                  <a:lnTo>
                    <a:pt x="16270" y="4346"/>
                  </a:lnTo>
                  <a:lnTo>
                    <a:pt x="16475" y="4911"/>
                  </a:lnTo>
                  <a:lnTo>
                    <a:pt x="16604" y="5520"/>
                  </a:lnTo>
                  <a:lnTo>
                    <a:pt x="16629" y="6302"/>
                  </a:lnTo>
                  <a:lnTo>
                    <a:pt x="16604" y="6693"/>
                  </a:lnTo>
                  <a:lnTo>
                    <a:pt x="16552" y="7171"/>
                  </a:lnTo>
                  <a:lnTo>
                    <a:pt x="16475" y="7606"/>
                  </a:lnTo>
                  <a:lnTo>
                    <a:pt x="16347" y="7997"/>
                  </a:lnTo>
                  <a:lnTo>
                    <a:pt x="16245" y="8344"/>
                  </a:lnTo>
                  <a:lnTo>
                    <a:pt x="15835" y="9040"/>
                  </a:lnTo>
                  <a:lnTo>
                    <a:pt x="15630" y="9344"/>
                  </a:lnTo>
                  <a:lnTo>
                    <a:pt x="15092" y="9866"/>
                  </a:lnTo>
                  <a:lnTo>
                    <a:pt x="14528" y="10300"/>
                  </a:lnTo>
                  <a:lnTo>
                    <a:pt x="13888" y="10648"/>
                  </a:lnTo>
                  <a:lnTo>
                    <a:pt x="13196" y="10996"/>
                  </a:lnTo>
                  <a:lnTo>
                    <a:pt x="14272" y="13386"/>
                  </a:lnTo>
                  <a:lnTo>
                    <a:pt x="15451" y="16080"/>
                  </a:lnTo>
                  <a:lnTo>
                    <a:pt x="16604" y="18905"/>
                  </a:lnTo>
                  <a:lnTo>
                    <a:pt x="17654" y="21600"/>
                  </a:lnTo>
                  <a:lnTo>
                    <a:pt x="21600" y="21600"/>
                  </a:lnTo>
                  <a:lnTo>
                    <a:pt x="19166" y="16298"/>
                  </a:lnTo>
                  <a:lnTo>
                    <a:pt x="18115" y="13821"/>
                  </a:lnTo>
                  <a:lnTo>
                    <a:pt x="17167" y="11517"/>
                  </a:lnTo>
                  <a:close/>
                </a:path>
              </a:pathLst>
            </a:custGeom>
            <a:solidFill>
              <a:srgbClr val="005BAC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sp>
        <p:nvSpPr>
          <p:cNvPr id="131" name="本文レベル1…"/>
          <p:cNvSpPr txBox="1">
            <a:spLocks noGrp="1"/>
          </p:cNvSpPr>
          <p:nvPr>
            <p:ph type="body" idx="1"/>
          </p:nvPr>
        </p:nvSpPr>
        <p:spPr>
          <a:xfrm>
            <a:off x="416495" y="1120655"/>
            <a:ext cx="9073014" cy="5135767"/>
          </a:xfrm>
          <a:prstGeom prst="rect">
            <a:avLst/>
          </a:prstGeom>
        </p:spPr>
        <p:txBody>
          <a:bodyPr lIns="0" tIns="0" rIns="0" bIns="0" numCol="2" spcCol="359999">
            <a:normAutofit/>
          </a:bodyPr>
          <a:lstStyle>
            <a:lvl1pPr marL="271463" indent="-271463">
              <a:lnSpc>
                <a:spcPct val="110000"/>
              </a:lnSpc>
              <a:spcBef>
                <a:spcPts val="600"/>
              </a:spcBef>
              <a:buAutoNum type="arabicPeriod"/>
              <a:tabLst>
                <a:tab pos="3937000" algn="r"/>
                <a:tab pos="4216400" algn="r"/>
                <a:tab pos="4381500" algn="r"/>
                <a:tab pos="4483100" algn="r"/>
                <a:tab pos="6451600" algn="r"/>
                <a:tab pos="6807200" algn="r"/>
              </a:tabLst>
              <a:defRPr sz="1400"/>
            </a:lvl1pPr>
            <a:lvl2pPr marL="0" indent="517525">
              <a:lnSpc>
                <a:spcPct val="110000"/>
              </a:lnSpc>
              <a:spcBef>
                <a:spcPts val="600"/>
              </a:spcBef>
              <a:buSzTx/>
              <a:buNone/>
              <a:tabLst>
                <a:tab pos="3937000" algn="r"/>
                <a:tab pos="4216400" algn="r"/>
                <a:tab pos="4381500" algn="r"/>
                <a:tab pos="4483100" algn="r"/>
                <a:tab pos="6451600" algn="r"/>
                <a:tab pos="6807200" algn="r"/>
              </a:tabLst>
              <a:defRPr sz="1400"/>
            </a:lvl2pPr>
            <a:lvl3pPr marL="1003300" indent="-200025">
              <a:lnSpc>
                <a:spcPct val="110000"/>
              </a:lnSpc>
              <a:spcBef>
                <a:spcPts val="600"/>
              </a:spcBef>
              <a:tabLst>
                <a:tab pos="3937000" algn="r"/>
                <a:tab pos="4216400" algn="r"/>
                <a:tab pos="4381500" algn="r"/>
                <a:tab pos="4483100" algn="r"/>
                <a:tab pos="6451600" algn="r"/>
                <a:tab pos="6807200" algn="r"/>
              </a:tabLst>
              <a:defRPr sz="1400"/>
            </a:lvl3pPr>
            <a:lvl4pPr marL="0" indent="1027112">
              <a:lnSpc>
                <a:spcPct val="110000"/>
              </a:lnSpc>
              <a:spcBef>
                <a:spcPts val="600"/>
              </a:spcBef>
              <a:buSzTx/>
              <a:buNone/>
              <a:tabLst>
                <a:tab pos="3937000" algn="r"/>
                <a:tab pos="4216400" algn="r"/>
                <a:tab pos="4381500" algn="r"/>
                <a:tab pos="4483100" algn="r"/>
                <a:tab pos="6451600" algn="r"/>
                <a:tab pos="6807200" algn="r"/>
              </a:tabLst>
              <a:defRPr sz="1400"/>
            </a:lvl4pPr>
            <a:lvl5pPr marL="0" indent="1295400">
              <a:lnSpc>
                <a:spcPct val="110000"/>
              </a:lnSpc>
              <a:spcBef>
                <a:spcPts val="600"/>
              </a:spcBef>
              <a:buSzTx/>
              <a:buNone/>
              <a:tabLst>
                <a:tab pos="3937000" algn="r"/>
                <a:tab pos="4216400" algn="r"/>
                <a:tab pos="4381500" algn="r"/>
                <a:tab pos="4483100" algn="r"/>
                <a:tab pos="6451600" algn="r"/>
                <a:tab pos="6807200" algn="r"/>
              </a:tabLst>
              <a:defRPr sz="1400"/>
            </a:lvl5pPr>
          </a:lstStyle>
          <a:p>
            <a:r>
              <a:t>本文レベル1</a:t>
            </a:r>
          </a:p>
          <a:p>
            <a:pPr lvl="1"/>
            <a:r>
              <a:t>本文レベル2</a:t>
            </a:r>
          </a:p>
          <a:p>
            <a:pPr lvl="2"/>
            <a:r>
              <a:t>本文レベル3</a:t>
            </a:r>
          </a:p>
          <a:p>
            <a:pPr lvl="3"/>
            <a:r>
              <a:t>本文レベル4</a:t>
            </a:r>
          </a:p>
          <a:p>
            <a:pPr lvl="4"/>
            <a:r>
              <a:t>本文レベル5</a:t>
            </a:r>
          </a:p>
        </p:txBody>
      </p:sp>
      <p:sp>
        <p:nvSpPr>
          <p:cNvPr id="132" name="タイトルテキスト"/>
          <p:cNvSpPr txBox="1">
            <a:spLocks noGrp="1"/>
          </p:cNvSpPr>
          <p:nvPr>
            <p:ph type="title"/>
          </p:nvPr>
        </p:nvSpPr>
        <p:spPr>
          <a:xfrm>
            <a:off x="201000" y="259199"/>
            <a:ext cx="9504000" cy="380481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t>タイトルテキスト</a:t>
            </a:r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行タイトル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スライド番号"/>
          <p:cNvSpPr txBox="1">
            <a:spLocks noGrp="1"/>
          </p:cNvSpPr>
          <p:nvPr>
            <p:ph type="sldNum" sz="quarter" idx="2"/>
          </p:nvPr>
        </p:nvSpPr>
        <p:spPr>
          <a:xfrm>
            <a:off x="9723784" y="6620921"/>
            <a:ext cx="182217" cy="177801"/>
          </a:xfrm>
          <a:prstGeom prst="rect">
            <a:avLst/>
          </a:prstGeom>
        </p:spPr>
        <p:txBody>
          <a:bodyPr lIns="0" tIns="0" rIns="0" bIns="0"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153" name="テキスト ボックス 10"/>
          <p:cNvSpPr txBox="1"/>
          <p:nvPr/>
        </p:nvSpPr>
        <p:spPr>
          <a:xfrm>
            <a:off x="5934824" y="6620361"/>
            <a:ext cx="3119366" cy="218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 algn="r">
              <a:defRPr sz="800">
                <a:solidFill>
                  <a:schemeClr val="accent1"/>
                </a:solidFill>
              </a:defRPr>
            </a:pPr>
            <a:r>
              <a:t>Copyrigh</a:t>
            </a:r>
            <a:r>
              <a:rPr spc="-1000"/>
              <a:t>t</a:t>
            </a:r>
            <a:r>
              <a:rPr>
                <a:solidFill>
                  <a:srgbClr val="001279"/>
                </a:solidFill>
              </a:rPr>
              <a:t>（C）</a:t>
            </a:r>
            <a:r>
              <a:t> Nomura Research Institute, Ltd. All rights reserved.</a:t>
            </a:r>
          </a:p>
        </p:txBody>
      </p:sp>
      <p:grpSp>
        <p:nvGrpSpPr>
          <p:cNvPr id="156" name="グループ化 11"/>
          <p:cNvGrpSpPr/>
          <p:nvPr/>
        </p:nvGrpSpPr>
        <p:grpSpPr>
          <a:xfrm>
            <a:off x="9129156" y="6620361"/>
            <a:ext cx="288340" cy="145026"/>
            <a:chOff x="0" y="0"/>
            <a:chExt cx="288338" cy="145025"/>
          </a:xfrm>
        </p:grpSpPr>
        <p:sp>
          <p:nvSpPr>
            <p:cNvPr id="154" name="Freeform 290"/>
            <p:cNvSpPr/>
            <p:nvPr/>
          </p:nvSpPr>
          <p:spPr>
            <a:xfrm>
              <a:off x="249737" y="584"/>
              <a:ext cx="38602" cy="14385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lnTo>
                    <a:pt x="0" y="0"/>
                  </a:lnTo>
                  <a:lnTo>
                    <a:pt x="818" y="5312"/>
                  </a:lnTo>
                  <a:lnTo>
                    <a:pt x="1145" y="8034"/>
                  </a:lnTo>
                  <a:lnTo>
                    <a:pt x="1309" y="10800"/>
                  </a:lnTo>
                  <a:lnTo>
                    <a:pt x="1145" y="13610"/>
                  </a:lnTo>
                  <a:lnTo>
                    <a:pt x="818" y="16332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0782" y="16332"/>
                  </a:lnTo>
                  <a:lnTo>
                    <a:pt x="20291" y="13610"/>
                  </a:lnTo>
                  <a:lnTo>
                    <a:pt x="20291" y="8034"/>
                  </a:lnTo>
                  <a:lnTo>
                    <a:pt x="20782" y="5312"/>
                  </a:lnTo>
                  <a:lnTo>
                    <a:pt x="21600" y="0"/>
                  </a:lnTo>
                  <a:close/>
                </a:path>
              </a:pathLst>
            </a:custGeom>
            <a:solidFill>
              <a:srgbClr val="005BAC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155" name="Freeform 291"/>
            <p:cNvSpPr/>
            <p:nvPr/>
          </p:nvSpPr>
          <p:spPr>
            <a:xfrm>
              <a:off x="-1" y="0"/>
              <a:ext cx="246230" cy="14502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7167" y="11517"/>
                  </a:moveTo>
                  <a:lnTo>
                    <a:pt x="17859" y="11039"/>
                  </a:lnTo>
                  <a:lnTo>
                    <a:pt x="18423" y="10431"/>
                  </a:lnTo>
                  <a:lnTo>
                    <a:pt x="18961" y="9822"/>
                  </a:lnTo>
                  <a:lnTo>
                    <a:pt x="19396" y="9040"/>
                  </a:lnTo>
                  <a:lnTo>
                    <a:pt x="19730" y="8214"/>
                  </a:lnTo>
                  <a:lnTo>
                    <a:pt x="19986" y="7301"/>
                  </a:lnTo>
                  <a:lnTo>
                    <a:pt x="20088" y="6910"/>
                  </a:lnTo>
                  <a:lnTo>
                    <a:pt x="20140" y="6432"/>
                  </a:lnTo>
                  <a:lnTo>
                    <a:pt x="20191" y="5998"/>
                  </a:lnTo>
                  <a:lnTo>
                    <a:pt x="20191" y="4998"/>
                  </a:lnTo>
                  <a:lnTo>
                    <a:pt x="20140" y="4476"/>
                  </a:lnTo>
                  <a:lnTo>
                    <a:pt x="20088" y="3998"/>
                  </a:lnTo>
                  <a:lnTo>
                    <a:pt x="20011" y="3520"/>
                  </a:lnTo>
                  <a:lnTo>
                    <a:pt x="19883" y="3129"/>
                  </a:lnTo>
                  <a:lnTo>
                    <a:pt x="19730" y="2695"/>
                  </a:lnTo>
                  <a:lnTo>
                    <a:pt x="19601" y="2347"/>
                  </a:lnTo>
                  <a:lnTo>
                    <a:pt x="19396" y="1999"/>
                  </a:lnTo>
                  <a:lnTo>
                    <a:pt x="19012" y="1391"/>
                  </a:lnTo>
                  <a:lnTo>
                    <a:pt x="18551" y="956"/>
                  </a:lnTo>
                  <a:lnTo>
                    <a:pt x="18064" y="608"/>
                  </a:lnTo>
                  <a:lnTo>
                    <a:pt x="17500" y="348"/>
                  </a:lnTo>
                  <a:lnTo>
                    <a:pt x="16937" y="217"/>
                  </a:lnTo>
                  <a:lnTo>
                    <a:pt x="16322" y="87"/>
                  </a:lnTo>
                  <a:lnTo>
                    <a:pt x="15656" y="87"/>
                  </a:lnTo>
                  <a:lnTo>
                    <a:pt x="15015" y="0"/>
                  </a:lnTo>
                  <a:lnTo>
                    <a:pt x="13554" y="87"/>
                  </a:lnTo>
                  <a:lnTo>
                    <a:pt x="12043" y="130"/>
                  </a:lnTo>
                  <a:lnTo>
                    <a:pt x="10582" y="217"/>
                  </a:lnTo>
                  <a:lnTo>
                    <a:pt x="9327" y="217"/>
                  </a:lnTo>
                  <a:lnTo>
                    <a:pt x="9532" y="7258"/>
                  </a:lnTo>
                  <a:lnTo>
                    <a:pt x="9557" y="10561"/>
                  </a:lnTo>
                  <a:lnTo>
                    <a:pt x="9557" y="13603"/>
                  </a:lnTo>
                  <a:lnTo>
                    <a:pt x="7969" y="10518"/>
                  </a:lnTo>
                  <a:lnTo>
                    <a:pt x="6380" y="7171"/>
                  </a:lnTo>
                  <a:lnTo>
                    <a:pt x="4791" y="3738"/>
                  </a:lnTo>
                  <a:lnTo>
                    <a:pt x="3305" y="217"/>
                  </a:lnTo>
                  <a:lnTo>
                    <a:pt x="0" y="217"/>
                  </a:lnTo>
                  <a:lnTo>
                    <a:pt x="179" y="5476"/>
                  </a:lnTo>
                  <a:lnTo>
                    <a:pt x="205" y="8171"/>
                  </a:lnTo>
                  <a:lnTo>
                    <a:pt x="256" y="10909"/>
                  </a:lnTo>
                  <a:lnTo>
                    <a:pt x="205" y="13690"/>
                  </a:lnTo>
                  <a:lnTo>
                    <a:pt x="179" y="16385"/>
                  </a:lnTo>
                  <a:lnTo>
                    <a:pt x="0" y="21600"/>
                  </a:lnTo>
                  <a:lnTo>
                    <a:pt x="2742" y="21600"/>
                  </a:lnTo>
                  <a:lnTo>
                    <a:pt x="2562" y="17732"/>
                  </a:lnTo>
                  <a:lnTo>
                    <a:pt x="2485" y="13864"/>
                  </a:lnTo>
                  <a:lnTo>
                    <a:pt x="2434" y="10344"/>
                  </a:lnTo>
                  <a:lnTo>
                    <a:pt x="2434" y="7171"/>
                  </a:lnTo>
                  <a:lnTo>
                    <a:pt x="4151" y="10518"/>
                  </a:lnTo>
                  <a:lnTo>
                    <a:pt x="5893" y="14081"/>
                  </a:lnTo>
                  <a:lnTo>
                    <a:pt x="7661" y="17819"/>
                  </a:lnTo>
                  <a:lnTo>
                    <a:pt x="8456" y="19731"/>
                  </a:lnTo>
                  <a:lnTo>
                    <a:pt x="9275" y="21600"/>
                  </a:lnTo>
                  <a:lnTo>
                    <a:pt x="12120" y="21600"/>
                  </a:lnTo>
                  <a:lnTo>
                    <a:pt x="11991" y="16385"/>
                  </a:lnTo>
                  <a:lnTo>
                    <a:pt x="11966" y="13690"/>
                  </a:lnTo>
                  <a:lnTo>
                    <a:pt x="11915" y="10909"/>
                  </a:lnTo>
                  <a:lnTo>
                    <a:pt x="11915" y="6910"/>
                  </a:lnTo>
                  <a:lnTo>
                    <a:pt x="11991" y="2955"/>
                  </a:lnTo>
                  <a:lnTo>
                    <a:pt x="12863" y="2912"/>
                  </a:lnTo>
                  <a:lnTo>
                    <a:pt x="13913" y="2912"/>
                  </a:lnTo>
                  <a:lnTo>
                    <a:pt x="14554" y="2955"/>
                  </a:lnTo>
                  <a:lnTo>
                    <a:pt x="15143" y="3129"/>
                  </a:lnTo>
                  <a:lnTo>
                    <a:pt x="15630" y="3477"/>
                  </a:lnTo>
                  <a:lnTo>
                    <a:pt x="15835" y="3651"/>
                  </a:lnTo>
                  <a:lnTo>
                    <a:pt x="16142" y="4085"/>
                  </a:lnTo>
                  <a:lnTo>
                    <a:pt x="16270" y="4346"/>
                  </a:lnTo>
                  <a:lnTo>
                    <a:pt x="16475" y="4911"/>
                  </a:lnTo>
                  <a:lnTo>
                    <a:pt x="16604" y="5520"/>
                  </a:lnTo>
                  <a:lnTo>
                    <a:pt x="16629" y="6302"/>
                  </a:lnTo>
                  <a:lnTo>
                    <a:pt x="16604" y="6693"/>
                  </a:lnTo>
                  <a:lnTo>
                    <a:pt x="16552" y="7171"/>
                  </a:lnTo>
                  <a:lnTo>
                    <a:pt x="16475" y="7606"/>
                  </a:lnTo>
                  <a:lnTo>
                    <a:pt x="16347" y="7997"/>
                  </a:lnTo>
                  <a:lnTo>
                    <a:pt x="16245" y="8344"/>
                  </a:lnTo>
                  <a:lnTo>
                    <a:pt x="15835" y="9040"/>
                  </a:lnTo>
                  <a:lnTo>
                    <a:pt x="15630" y="9344"/>
                  </a:lnTo>
                  <a:lnTo>
                    <a:pt x="15092" y="9866"/>
                  </a:lnTo>
                  <a:lnTo>
                    <a:pt x="14528" y="10300"/>
                  </a:lnTo>
                  <a:lnTo>
                    <a:pt x="13888" y="10648"/>
                  </a:lnTo>
                  <a:lnTo>
                    <a:pt x="13196" y="10996"/>
                  </a:lnTo>
                  <a:lnTo>
                    <a:pt x="14272" y="13386"/>
                  </a:lnTo>
                  <a:lnTo>
                    <a:pt x="15451" y="16080"/>
                  </a:lnTo>
                  <a:lnTo>
                    <a:pt x="16604" y="18905"/>
                  </a:lnTo>
                  <a:lnTo>
                    <a:pt x="17654" y="21600"/>
                  </a:lnTo>
                  <a:lnTo>
                    <a:pt x="21600" y="21600"/>
                  </a:lnTo>
                  <a:lnTo>
                    <a:pt x="19166" y="16298"/>
                  </a:lnTo>
                  <a:lnTo>
                    <a:pt x="18115" y="13821"/>
                  </a:lnTo>
                  <a:lnTo>
                    <a:pt x="17167" y="11517"/>
                  </a:lnTo>
                  <a:close/>
                </a:path>
              </a:pathLst>
            </a:custGeom>
            <a:solidFill>
              <a:srgbClr val="005BAC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sp>
        <p:nvSpPr>
          <p:cNvPr id="157" name="タイトルテキスト"/>
          <p:cNvSpPr txBox="1">
            <a:spLocks noGrp="1"/>
          </p:cNvSpPr>
          <p:nvPr>
            <p:ph type="title"/>
          </p:nvPr>
        </p:nvSpPr>
        <p:spPr>
          <a:xfrm>
            <a:off x="201000" y="259199"/>
            <a:ext cx="9504000" cy="380481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t>タイトルテキスト</a:t>
            </a:r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章＋1行タイトル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スライド番号"/>
          <p:cNvSpPr txBox="1">
            <a:spLocks noGrp="1"/>
          </p:cNvSpPr>
          <p:nvPr>
            <p:ph type="sldNum" sz="quarter" idx="2"/>
          </p:nvPr>
        </p:nvSpPr>
        <p:spPr>
          <a:xfrm>
            <a:off x="9723784" y="6620921"/>
            <a:ext cx="182217" cy="177801"/>
          </a:xfrm>
          <a:prstGeom prst="rect">
            <a:avLst/>
          </a:prstGeom>
        </p:spPr>
        <p:txBody>
          <a:bodyPr lIns="0" tIns="0" rIns="0" bIns="0"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165" name="テキスト ボックス 10"/>
          <p:cNvSpPr txBox="1"/>
          <p:nvPr/>
        </p:nvSpPr>
        <p:spPr>
          <a:xfrm>
            <a:off x="5934824" y="6620361"/>
            <a:ext cx="3119366" cy="218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 algn="r">
              <a:defRPr sz="800">
                <a:solidFill>
                  <a:schemeClr val="accent1"/>
                </a:solidFill>
              </a:defRPr>
            </a:pPr>
            <a:r>
              <a:t>Copyrigh</a:t>
            </a:r>
            <a:r>
              <a:rPr spc="-1000"/>
              <a:t>t</a:t>
            </a:r>
            <a:r>
              <a:rPr>
                <a:solidFill>
                  <a:srgbClr val="001279"/>
                </a:solidFill>
              </a:rPr>
              <a:t>（C）</a:t>
            </a:r>
            <a:r>
              <a:t> Nomura Research Institute, Ltd. All rights reserved.</a:t>
            </a:r>
          </a:p>
        </p:txBody>
      </p:sp>
      <p:grpSp>
        <p:nvGrpSpPr>
          <p:cNvPr id="168" name="グループ化 11"/>
          <p:cNvGrpSpPr/>
          <p:nvPr/>
        </p:nvGrpSpPr>
        <p:grpSpPr>
          <a:xfrm>
            <a:off x="9129156" y="6620361"/>
            <a:ext cx="288340" cy="145026"/>
            <a:chOff x="0" y="0"/>
            <a:chExt cx="288338" cy="145025"/>
          </a:xfrm>
        </p:grpSpPr>
        <p:sp>
          <p:nvSpPr>
            <p:cNvPr id="166" name="Freeform 290"/>
            <p:cNvSpPr/>
            <p:nvPr/>
          </p:nvSpPr>
          <p:spPr>
            <a:xfrm>
              <a:off x="249737" y="584"/>
              <a:ext cx="38602" cy="14385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lnTo>
                    <a:pt x="0" y="0"/>
                  </a:lnTo>
                  <a:lnTo>
                    <a:pt x="818" y="5312"/>
                  </a:lnTo>
                  <a:lnTo>
                    <a:pt x="1145" y="8034"/>
                  </a:lnTo>
                  <a:lnTo>
                    <a:pt x="1309" y="10800"/>
                  </a:lnTo>
                  <a:lnTo>
                    <a:pt x="1145" y="13610"/>
                  </a:lnTo>
                  <a:lnTo>
                    <a:pt x="818" y="16332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0782" y="16332"/>
                  </a:lnTo>
                  <a:lnTo>
                    <a:pt x="20291" y="13610"/>
                  </a:lnTo>
                  <a:lnTo>
                    <a:pt x="20291" y="8034"/>
                  </a:lnTo>
                  <a:lnTo>
                    <a:pt x="20782" y="5312"/>
                  </a:lnTo>
                  <a:lnTo>
                    <a:pt x="21600" y="0"/>
                  </a:lnTo>
                  <a:close/>
                </a:path>
              </a:pathLst>
            </a:custGeom>
            <a:solidFill>
              <a:srgbClr val="005BAC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167" name="Freeform 291"/>
            <p:cNvSpPr/>
            <p:nvPr/>
          </p:nvSpPr>
          <p:spPr>
            <a:xfrm>
              <a:off x="-1" y="0"/>
              <a:ext cx="246230" cy="14502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7167" y="11517"/>
                  </a:moveTo>
                  <a:lnTo>
                    <a:pt x="17859" y="11039"/>
                  </a:lnTo>
                  <a:lnTo>
                    <a:pt x="18423" y="10431"/>
                  </a:lnTo>
                  <a:lnTo>
                    <a:pt x="18961" y="9822"/>
                  </a:lnTo>
                  <a:lnTo>
                    <a:pt x="19396" y="9040"/>
                  </a:lnTo>
                  <a:lnTo>
                    <a:pt x="19730" y="8214"/>
                  </a:lnTo>
                  <a:lnTo>
                    <a:pt x="19986" y="7301"/>
                  </a:lnTo>
                  <a:lnTo>
                    <a:pt x="20088" y="6910"/>
                  </a:lnTo>
                  <a:lnTo>
                    <a:pt x="20140" y="6432"/>
                  </a:lnTo>
                  <a:lnTo>
                    <a:pt x="20191" y="5998"/>
                  </a:lnTo>
                  <a:lnTo>
                    <a:pt x="20191" y="4998"/>
                  </a:lnTo>
                  <a:lnTo>
                    <a:pt x="20140" y="4476"/>
                  </a:lnTo>
                  <a:lnTo>
                    <a:pt x="20088" y="3998"/>
                  </a:lnTo>
                  <a:lnTo>
                    <a:pt x="20011" y="3520"/>
                  </a:lnTo>
                  <a:lnTo>
                    <a:pt x="19883" y="3129"/>
                  </a:lnTo>
                  <a:lnTo>
                    <a:pt x="19730" y="2695"/>
                  </a:lnTo>
                  <a:lnTo>
                    <a:pt x="19601" y="2347"/>
                  </a:lnTo>
                  <a:lnTo>
                    <a:pt x="19396" y="1999"/>
                  </a:lnTo>
                  <a:lnTo>
                    <a:pt x="19012" y="1391"/>
                  </a:lnTo>
                  <a:lnTo>
                    <a:pt x="18551" y="956"/>
                  </a:lnTo>
                  <a:lnTo>
                    <a:pt x="18064" y="608"/>
                  </a:lnTo>
                  <a:lnTo>
                    <a:pt x="17500" y="348"/>
                  </a:lnTo>
                  <a:lnTo>
                    <a:pt x="16937" y="217"/>
                  </a:lnTo>
                  <a:lnTo>
                    <a:pt x="16322" y="87"/>
                  </a:lnTo>
                  <a:lnTo>
                    <a:pt x="15656" y="87"/>
                  </a:lnTo>
                  <a:lnTo>
                    <a:pt x="15015" y="0"/>
                  </a:lnTo>
                  <a:lnTo>
                    <a:pt x="13554" y="87"/>
                  </a:lnTo>
                  <a:lnTo>
                    <a:pt x="12043" y="130"/>
                  </a:lnTo>
                  <a:lnTo>
                    <a:pt x="10582" y="217"/>
                  </a:lnTo>
                  <a:lnTo>
                    <a:pt x="9327" y="217"/>
                  </a:lnTo>
                  <a:lnTo>
                    <a:pt x="9532" y="7258"/>
                  </a:lnTo>
                  <a:lnTo>
                    <a:pt x="9557" y="10561"/>
                  </a:lnTo>
                  <a:lnTo>
                    <a:pt x="9557" y="13603"/>
                  </a:lnTo>
                  <a:lnTo>
                    <a:pt x="7969" y="10518"/>
                  </a:lnTo>
                  <a:lnTo>
                    <a:pt x="6380" y="7171"/>
                  </a:lnTo>
                  <a:lnTo>
                    <a:pt x="4791" y="3738"/>
                  </a:lnTo>
                  <a:lnTo>
                    <a:pt x="3305" y="217"/>
                  </a:lnTo>
                  <a:lnTo>
                    <a:pt x="0" y="217"/>
                  </a:lnTo>
                  <a:lnTo>
                    <a:pt x="179" y="5476"/>
                  </a:lnTo>
                  <a:lnTo>
                    <a:pt x="205" y="8171"/>
                  </a:lnTo>
                  <a:lnTo>
                    <a:pt x="256" y="10909"/>
                  </a:lnTo>
                  <a:lnTo>
                    <a:pt x="205" y="13690"/>
                  </a:lnTo>
                  <a:lnTo>
                    <a:pt x="179" y="16385"/>
                  </a:lnTo>
                  <a:lnTo>
                    <a:pt x="0" y="21600"/>
                  </a:lnTo>
                  <a:lnTo>
                    <a:pt x="2742" y="21600"/>
                  </a:lnTo>
                  <a:lnTo>
                    <a:pt x="2562" y="17732"/>
                  </a:lnTo>
                  <a:lnTo>
                    <a:pt x="2485" y="13864"/>
                  </a:lnTo>
                  <a:lnTo>
                    <a:pt x="2434" y="10344"/>
                  </a:lnTo>
                  <a:lnTo>
                    <a:pt x="2434" y="7171"/>
                  </a:lnTo>
                  <a:lnTo>
                    <a:pt x="4151" y="10518"/>
                  </a:lnTo>
                  <a:lnTo>
                    <a:pt x="5893" y="14081"/>
                  </a:lnTo>
                  <a:lnTo>
                    <a:pt x="7661" y="17819"/>
                  </a:lnTo>
                  <a:lnTo>
                    <a:pt x="8456" y="19731"/>
                  </a:lnTo>
                  <a:lnTo>
                    <a:pt x="9275" y="21600"/>
                  </a:lnTo>
                  <a:lnTo>
                    <a:pt x="12120" y="21600"/>
                  </a:lnTo>
                  <a:lnTo>
                    <a:pt x="11991" y="16385"/>
                  </a:lnTo>
                  <a:lnTo>
                    <a:pt x="11966" y="13690"/>
                  </a:lnTo>
                  <a:lnTo>
                    <a:pt x="11915" y="10909"/>
                  </a:lnTo>
                  <a:lnTo>
                    <a:pt x="11915" y="6910"/>
                  </a:lnTo>
                  <a:lnTo>
                    <a:pt x="11991" y="2955"/>
                  </a:lnTo>
                  <a:lnTo>
                    <a:pt x="12863" y="2912"/>
                  </a:lnTo>
                  <a:lnTo>
                    <a:pt x="13913" y="2912"/>
                  </a:lnTo>
                  <a:lnTo>
                    <a:pt x="14554" y="2955"/>
                  </a:lnTo>
                  <a:lnTo>
                    <a:pt x="15143" y="3129"/>
                  </a:lnTo>
                  <a:lnTo>
                    <a:pt x="15630" y="3477"/>
                  </a:lnTo>
                  <a:lnTo>
                    <a:pt x="15835" y="3651"/>
                  </a:lnTo>
                  <a:lnTo>
                    <a:pt x="16142" y="4085"/>
                  </a:lnTo>
                  <a:lnTo>
                    <a:pt x="16270" y="4346"/>
                  </a:lnTo>
                  <a:lnTo>
                    <a:pt x="16475" y="4911"/>
                  </a:lnTo>
                  <a:lnTo>
                    <a:pt x="16604" y="5520"/>
                  </a:lnTo>
                  <a:lnTo>
                    <a:pt x="16629" y="6302"/>
                  </a:lnTo>
                  <a:lnTo>
                    <a:pt x="16604" y="6693"/>
                  </a:lnTo>
                  <a:lnTo>
                    <a:pt x="16552" y="7171"/>
                  </a:lnTo>
                  <a:lnTo>
                    <a:pt x="16475" y="7606"/>
                  </a:lnTo>
                  <a:lnTo>
                    <a:pt x="16347" y="7997"/>
                  </a:lnTo>
                  <a:lnTo>
                    <a:pt x="16245" y="8344"/>
                  </a:lnTo>
                  <a:lnTo>
                    <a:pt x="15835" y="9040"/>
                  </a:lnTo>
                  <a:lnTo>
                    <a:pt x="15630" y="9344"/>
                  </a:lnTo>
                  <a:lnTo>
                    <a:pt x="15092" y="9866"/>
                  </a:lnTo>
                  <a:lnTo>
                    <a:pt x="14528" y="10300"/>
                  </a:lnTo>
                  <a:lnTo>
                    <a:pt x="13888" y="10648"/>
                  </a:lnTo>
                  <a:lnTo>
                    <a:pt x="13196" y="10996"/>
                  </a:lnTo>
                  <a:lnTo>
                    <a:pt x="14272" y="13386"/>
                  </a:lnTo>
                  <a:lnTo>
                    <a:pt x="15451" y="16080"/>
                  </a:lnTo>
                  <a:lnTo>
                    <a:pt x="16604" y="18905"/>
                  </a:lnTo>
                  <a:lnTo>
                    <a:pt x="17654" y="21600"/>
                  </a:lnTo>
                  <a:lnTo>
                    <a:pt x="21600" y="21600"/>
                  </a:lnTo>
                  <a:lnTo>
                    <a:pt x="19166" y="16298"/>
                  </a:lnTo>
                  <a:lnTo>
                    <a:pt x="18115" y="13821"/>
                  </a:lnTo>
                  <a:lnTo>
                    <a:pt x="17167" y="11517"/>
                  </a:lnTo>
                  <a:close/>
                </a:path>
              </a:pathLst>
            </a:custGeom>
            <a:solidFill>
              <a:srgbClr val="005BAC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sp>
        <p:nvSpPr>
          <p:cNvPr id="169" name="本文レベル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201975" y="259238"/>
            <a:ext cx="9504000" cy="671294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txBody>
          <a:bodyPr lIns="0" tIns="0" rIns="0" bIns="0">
            <a:normAutofit/>
          </a:bodyPr>
          <a:lstStyle>
            <a:lvl1pPr marL="0" indent="0">
              <a:spcBef>
                <a:spcPts val="0"/>
              </a:spcBef>
              <a:buClrTx/>
              <a:buSzTx/>
              <a:buNone/>
              <a:defRPr sz="2000" b="1">
                <a:solidFill>
                  <a:schemeClr val="accent1"/>
                </a:solidFill>
              </a:defRPr>
            </a:lvl1pPr>
            <a:lvl2pPr marL="708252" indent="-328840">
              <a:spcBef>
                <a:spcPts val="0"/>
              </a:spcBef>
              <a:buClrTx/>
              <a:defRPr sz="2000" b="1">
                <a:solidFill>
                  <a:schemeClr val="accent1"/>
                </a:solidFill>
              </a:defRPr>
            </a:lvl2pPr>
            <a:lvl3pPr marL="1068614" indent="-281214">
              <a:spcBef>
                <a:spcPts val="0"/>
              </a:spcBef>
              <a:buClrTx/>
              <a:defRPr sz="2000" b="1">
                <a:solidFill>
                  <a:schemeClr val="accent1"/>
                </a:solidFill>
              </a:defRPr>
            </a:lvl3pPr>
            <a:lvl4pPr marL="1482725" indent="-317500">
              <a:spcBef>
                <a:spcPts val="0"/>
              </a:spcBef>
              <a:buClrTx/>
              <a:defRPr sz="2000" b="1">
                <a:solidFill>
                  <a:schemeClr val="accent1"/>
                </a:solidFill>
              </a:defRPr>
            </a:lvl4pPr>
            <a:lvl5pPr marL="1797579" indent="-306916">
              <a:spcBef>
                <a:spcPts val="0"/>
              </a:spcBef>
              <a:buClrTx/>
              <a:defRPr sz="2000" b="1">
                <a:solidFill>
                  <a:schemeClr val="accent1"/>
                </a:solidFill>
              </a:defRPr>
            </a:lvl5pPr>
          </a:lstStyle>
          <a:p>
            <a:r>
              <a:t>マスター タイトルの書式設定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70" name="章タイトル/スライドタイトルを入力"/>
          <p:cNvSpPr txBox="1">
            <a:spLocks noGrp="1"/>
          </p:cNvSpPr>
          <p:nvPr>
            <p:ph type="title" hasCustomPrompt="1"/>
          </p:nvPr>
        </p:nvSpPr>
        <p:spPr>
          <a:xfrm>
            <a:off x="201975" y="259238"/>
            <a:ext cx="9504000" cy="288374"/>
          </a:xfrm>
          <a:prstGeom prst="rect">
            <a:avLst/>
          </a:prstGeom>
          <a:noFill/>
        </p:spPr>
        <p:txBody>
          <a:bodyPr anchor="b">
            <a:normAutofit/>
          </a:bodyPr>
          <a:lstStyle>
            <a:lvl1pPr>
              <a:defRPr sz="1400"/>
            </a:lvl1pPr>
          </a:lstStyle>
          <a:p>
            <a:r>
              <a:t>章タイトル/スライドタイトルを入力</a:t>
            </a:r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章＋1行タイトル+本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スライド番号"/>
          <p:cNvSpPr txBox="1">
            <a:spLocks noGrp="1"/>
          </p:cNvSpPr>
          <p:nvPr>
            <p:ph type="sldNum" sz="quarter" idx="2"/>
          </p:nvPr>
        </p:nvSpPr>
        <p:spPr>
          <a:xfrm>
            <a:off x="9723784" y="6620921"/>
            <a:ext cx="182217" cy="177801"/>
          </a:xfrm>
          <a:prstGeom prst="rect">
            <a:avLst/>
          </a:prstGeom>
        </p:spPr>
        <p:txBody>
          <a:bodyPr lIns="0" tIns="0" rIns="0" bIns="0"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178" name="テキスト ボックス 10"/>
          <p:cNvSpPr txBox="1"/>
          <p:nvPr/>
        </p:nvSpPr>
        <p:spPr>
          <a:xfrm>
            <a:off x="5934824" y="6620361"/>
            <a:ext cx="3119366" cy="218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 algn="r">
              <a:defRPr sz="800">
                <a:solidFill>
                  <a:schemeClr val="accent1"/>
                </a:solidFill>
              </a:defRPr>
            </a:pPr>
            <a:r>
              <a:t>Copyrigh</a:t>
            </a:r>
            <a:r>
              <a:rPr spc="-1000"/>
              <a:t>t</a:t>
            </a:r>
            <a:r>
              <a:rPr>
                <a:solidFill>
                  <a:srgbClr val="001279"/>
                </a:solidFill>
              </a:rPr>
              <a:t>（C）</a:t>
            </a:r>
            <a:r>
              <a:t> Nomura Research Institute, Ltd. All rights reserved.</a:t>
            </a:r>
          </a:p>
        </p:txBody>
      </p:sp>
      <p:grpSp>
        <p:nvGrpSpPr>
          <p:cNvPr id="181" name="グループ化 11"/>
          <p:cNvGrpSpPr/>
          <p:nvPr/>
        </p:nvGrpSpPr>
        <p:grpSpPr>
          <a:xfrm>
            <a:off x="9129156" y="6620361"/>
            <a:ext cx="288340" cy="145026"/>
            <a:chOff x="0" y="0"/>
            <a:chExt cx="288338" cy="145025"/>
          </a:xfrm>
        </p:grpSpPr>
        <p:sp>
          <p:nvSpPr>
            <p:cNvPr id="179" name="Freeform 290"/>
            <p:cNvSpPr/>
            <p:nvPr/>
          </p:nvSpPr>
          <p:spPr>
            <a:xfrm>
              <a:off x="249737" y="584"/>
              <a:ext cx="38602" cy="14385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lnTo>
                    <a:pt x="0" y="0"/>
                  </a:lnTo>
                  <a:lnTo>
                    <a:pt x="818" y="5312"/>
                  </a:lnTo>
                  <a:lnTo>
                    <a:pt x="1145" y="8034"/>
                  </a:lnTo>
                  <a:lnTo>
                    <a:pt x="1309" y="10800"/>
                  </a:lnTo>
                  <a:lnTo>
                    <a:pt x="1145" y="13610"/>
                  </a:lnTo>
                  <a:lnTo>
                    <a:pt x="818" y="16332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0782" y="16332"/>
                  </a:lnTo>
                  <a:lnTo>
                    <a:pt x="20291" y="13610"/>
                  </a:lnTo>
                  <a:lnTo>
                    <a:pt x="20291" y="8034"/>
                  </a:lnTo>
                  <a:lnTo>
                    <a:pt x="20782" y="5312"/>
                  </a:lnTo>
                  <a:lnTo>
                    <a:pt x="21600" y="0"/>
                  </a:lnTo>
                  <a:close/>
                </a:path>
              </a:pathLst>
            </a:custGeom>
            <a:solidFill>
              <a:srgbClr val="005BAC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180" name="Freeform 291"/>
            <p:cNvSpPr/>
            <p:nvPr/>
          </p:nvSpPr>
          <p:spPr>
            <a:xfrm>
              <a:off x="-1" y="0"/>
              <a:ext cx="246230" cy="14502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7167" y="11517"/>
                  </a:moveTo>
                  <a:lnTo>
                    <a:pt x="17859" y="11039"/>
                  </a:lnTo>
                  <a:lnTo>
                    <a:pt x="18423" y="10431"/>
                  </a:lnTo>
                  <a:lnTo>
                    <a:pt x="18961" y="9822"/>
                  </a:lnTo>
                  <a:lnTo>
                    <a:pt x="19396" y="9040"/>
                  </a:lnTo>
                  <a:lnTo>
                    <a:pt x="19730" y="8214"/>
                  </a:lnTo>
                  <a:lnTo>
                    <a:pt x="19986" y="7301"/>
                  </a:lnTo>
                  <a:lnTo>
                    <a:pt x="20088" y="6910"/>
                  </a:lnTo>
                  <a:lnTo>
                    <a:pt x="20140" y="6432"/>
                  </a:lnTo>
                  <a:lnTo>
                    <a:pt x="20191" y="5998"/>
                  </a:lnTo>
                  <a:lnTo>
                    <a:pt x="20191" y="4998"/>
                  </a:lnTo>
                  <a:lnTo>
                    <a:pt x="20140" y="4476"/>
                  </a:lnTo>
                  <a:lnTo>
                    <a:pt x="20088" y="3998"/>
                  </a:lnTo>
                  <a:lnTo>
                    <a:pt x="20011" y="3520"/>
                  </a:lnTo>
                  <a:lnTo>
                    <a:pt x="19883" y="3129"/>
                  </a:lnTo>
                  <a:lnTo>
                    <a:pt x="19730" y="2695"/>
                  </a:lnTo>
                  <a:lnTo>
                    <a:pt x="19601" y="2347"/>
                  </a:lnTo>
                  <a:lnTo>
                    <a:pt x="19396" y="1999"/>
                  </a:lnTo>
                  <a:lnTo>
                    <a:pt x="19012" y="1391"/>
                  </a:lnTo>
                  <a:lnTo>
                    <a:pt x="18551" y="956"/>
                  </a:lnTo>
                  <a:lnTo>
                    <a:pt x="18064" y="608"/>
                  </a:lnTo>
                  <a:lnTo>
                    <a:pt x="17500" y="348"/>
                  </a:lnTo>
                  <a:lnTo>
                    <a:pt x="16937" y="217"/>
                  </a:lnTo>
                  <a:lnTo>
                    <a:pt x="16322" y="87"/>
                  </a:lnTo>
                  <a:lnTo>
                    <a:pt x="15656" y="87"/>
                  </a:lnTo>
                  <a:lnTo>
                    <a:pt x="15015" y="0"/>
                  </a:lnTo>
                  <a:lnTo>
                    <a:pt x="13554" y="87"/>
                  </a:lnTo>
                  <a:lnTo>
                    <a:pt x="12043" y="130"/>
                  </a:lnTo>
                  <a:lnTo>
                    <a:pt x="10582" y="217"/>
                  </a:lnTo>
                  <a:lnTo>
                    <a:pt x="9327" y="217"/>
                  </a:lnTo>
                  <a:lnTo>
                    <a:pt x="9532" y="7258"/>
                  </a:lnTo>
                  <a:lnTo>
                    <a:pt x="9557" y="10561"/>
                  </a:lnTo>
                  <a:lnTo>
                    <a:pt x="9557" y="13603"/>
                  </a:lnTo>
                  <a:lnTo>
                    <a:pt x="7969" y="10518"/>
                  </a:lnTo>
                  <a:lnTo>
                    <a:pt x="6380" y="7171"/>
                  </a:lnTo>
                  <a:lnTo>
                    <a:pt x="4791" y="3738"/>
                  </a:lnTo>
                  <a:lnTo>
                    <a:pt x="3305" y="217"/>
                  </a:lnTo>
                  <a:lnTo>
                    <a:pt x="0" y="217"/>
                  </a:lnTo>
                  <a:lnTo>
                    <a:pt x="179" y="5476"/>
                  </a:lnTo>
                  <a:lnTo>
                    <a:pt x="205" y="8171"/>
                  </a:lnTo>
                  <a:lnTo>
                    <a:pt x="256" y="10909"/>
                  </a:lnTo>
                  <a:lnTo>
                    <a:pt x="205" y="13690"/>
                  </a:lnTo>
                  <a:lnTo>
                    <a:pt x="179" y="16385"/>
                  </a:lnTo>
                  <a:lnTo>
                    <a:pt x="0" y="21600"/>
                  </a:lnTo>
                  <a:lnTo>
                    <a:pt x="2742" y="21600"/>
                  </a:lnTo>
                  <a:lnTo>
                    <a:pt x="2562" y="17732"/>
                  </a:lnTo>
                  <a:lnTo>
                    <a:pt x="2485" y="13864"/>
                  </a:lnTo>
                  <a:lnTo>
                    <a:pt x="2434" y="10344"/>
                  </a:lnTo>
                  <a:lnTo>
                    <a:pt x="2434" y="7171"/>
                  </a:lnTo>
                  <a:lnTo>
                    <a:pt x="4151" y="10518"/>
                  </a:lnTo>
                  <a:lnTo>
                    <a:pt x="5893" y="14081"/>
                  </a:lnTo>
                  <a:lnTo>
                    <a:pt x="7661" y="17819"/>
                  </a:lnTo>
                  <a:lnTo>
                    <a:pt x="8456" y="19731"/>
                  </a:lnTo>
                  <a:lnTo>
                    <a:pt x="9275" y="21600"/>
                  </a:lnTo>
                  <a:lnTo>
                    <a:pt x="12120" y="21600"/>
                  </a:lnTo>
                  <a:lnTo>
                    <a:pt x="11991" y="16385"/>
                  </a:lnTo>
                  <a:lnTo>
                    <a:pt x="11966" y="13690"/>
                  </a:lnTo>
                  <a:lnTo>
                    <a:pt x="11915" y="10909"/>
                  </a:lnTo>
                  <a:lnTo>
                    <a:pt x="11915" y="6910"/>
                  </a:lnTo>
                  <a:lnTo>
                    <a:pt x="11991" y="2955"/>
                  </a:lnTo>
                  <a:lnTo>
                    <a:pt x="12863" y="2912"/>
                  </a:lnTo>
                  <a:lnTo>
                    <a:pt x="13913" y="2912"/>
                  </a:lnTo>
                  <a:lnTo>
                    <a:pt x="14554" y="2955"/>
                  </a:lnTo>
                  <a:lnTo>
                    <a:pt x="15143" y="3129"/>
                  </a:lnTo>
                  <a:lnTo>
                    <a:pt x="15630" y="3477"/>
                  </a:lnTo>
                  <a:lnTo>
                    <a:pt x="15835" y="3651"/>
                  </a:lnTo>
                  <a:lnTo>
                    <a:pt x="16142" y="4085"/>
                  </a:lnTo>
                  <a:lnTo>
                    <a:pt x="16270" y="4346"/>
                  </a:lnTo>
                  <a:lnTo>
                    <a:pt x="16475" y="4911"/>
                  </a:lnTo>
                  <a:lnTo>
                    <a:pt x="16604" y="5520"/>
                  </a:lnTo>
                  <a:lnTo>
                    <a:pt x="16629" y="6302"/>
                  </a:lnTo>
                  <a:lnTo>
                    <a:pt x="16604" y="6693"/>
                  </a:lnTo>
                  <a:lnTo>
                    <a:pt x="16552" y="7171"/>
                  </a:lnTo>
                  <a:lnTo>
                    <a:pt x="16475" y="7606"/>
                  </a:lnTo>
                  <a:lnTo>
                    <a:pt x="16347" y="7997"/>
                  </a:lnTo>
                  <a:lnTo>
                    <a:pt x="16245" y="8344"/>
                  </a:lnTo>
                  <a:lnTo>
                    <a:pt x="15835" y="9040"/>
                  </a:lnTo>
                  <a:lnTo>
                    <a:pt x="15630" y="9344"/>
                  </a:lnTo>
                  <a:lnTo>
                    <a:pt x="15092" y="9866"/>
                  </a:lnTo>
                  <a:lnTo>
                    <a:pt x="14528" y="10300"/>
                  </a:lnTo>
                  <a:lnTo>
                    <a:pt x="13888" y="10648"/>
                  </a:lnTo>
                  <a:lnTo>
                    <a:pt x="13196" y="10996"/>
                  </a:lnTo>
                  <a:lnTo>
                    <a:pt x="14272" y="13386"/>
                  </a:lnTo>
                  <a:lnTo>
                    <a:pt x="15451" y="16080"/>
                  </a:lnTo>
                  <a:lnTo>
                    <a:pt x="16604" y="18905"/>
                  </a:lnTo>
                  <a:lnTo>
                    <a:pt x="17654" y="21600"/>
                  </a:lnTo>
                  <a:lnTo>
                    <a:pt x="21600" y="21600"/>
                  </a:lnTo>
                  <a:lnTo>
                    <a:pt x="19166" y="16298"/>
                  </a:lnTo>
                  <a:lnTo>
                    <a:pt x="18115" y="13821"/>
                  </a:lnTo>
                  <a:lnTo>
                    <a:pt x="17167" y="11517"/>
                  </a:lnTo>
                  <a:close/>
                </a:path>
              </a:pathLst>
            </a:custGeom>
            <a:solidFill>
              <a:srgbClr val="005BAC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sp>
        <p:nvSpPr>
          <p:cNvPr id="182" name="本文レベル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201975" y="259238"/>
            <a:ext cx="9504000" cy="671294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txBody>
          <a:bodyPr lIns="0" tIns="0" rIns="0" bIns="0">
            <a:normAutofit/>
          </a:bodyPr>
          <a:lstStyle>
            <a:lvl1pPr marL="0" indent="0">
              <a:spcBef>
                <a:spcPts val="0"/>
              </a:spcBef>
              <a:buClrTx/>
              <a:buSzTx/>
              <a:buNone/>
              <a:defRPr sz="2000" b="1">
                <a:solidFill>
                  <a:schemeClr val="accent1"/>
                </a:solidFill>
              </a:defRPr>
            </a:lvl1pPr>
            <a:lvl2pPr marL="708252" indent="-328840">
              <a:spcBef>
                <a:spcPts val="0"/>
              </a:spcBef>
              <a:buClrTx/>
              <a:defRPr sz="2000" b="1">
                <a:solidFill>
                  <a:schemeClr val="accent1"/>
                </a:solidFill>
              </a:defRPr>
            </a:lvl2pPr>
            <a:lvl3pPr marL="1068614" indent="-281214">
              <a:spcBef>
                <a:spcPts val="0"/>
              </a:spcBef>
              <a:buClrTx/>
              <a:defRPr sz="2000" b="1">
                <a:solidFill>
                  <a:schemeClr val="accent1"/>
                </a:solidFill>
              </a:defRPr>
            </a:lvl3pPr>
            <a:lvl4pPr marL="1482725" indent="-317500">
              <a:spcBef>
                <a:spcPts val="0"/>
              </a:spcBef>
              <a:buClrTx/>
              <a:defRPr sz="2000" b="1">
                <a:solidFill>
                  <a:schemeClr val="accent1"/>
                </a:solidFill>
              </a:defRPr>
            </a:lvl4pPr>
            <a:lvl5pPr marL="1797579" indent="-306916">
              <a:spcBef>
                <a:spcPts val="0"/>
              </a:spcBef>
              <a:buClrTx/>
              <a:defRPr sz="2000" b="1">
                <a:solidFill>
                  <a:schemeClr val="accent1"/>
                </a:solidFill>
              </a:defRPr>
            </a:lvl5pPr>
          </a:lstStyle>
          <a:p>
            <a:r>
              <a:t>マスター タイトルの書式設定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83" name="章タイトル/スライドタイトルを入力"/>
          <p:cNvSpPr txBox="1">
            <a:spLocks noGrp="1"/>
          </p:cNvSpPr>
          <p:nvPr>
            <p:ph type="title" hasCustomPrompt="1"/>
          </p:nvPr>
        </p:nvSpPr>
        <p:spPr>
          <a:xfrm>
            <a:off x="201975" y="259238"/>
            <a:ext cx="9504000" cy="288374"/>
          </a:xfrm>
          <a:prstGeom prst="rect">
            <a:avLst/>
          </a:prstGeom>
          <a:noFill/>
        </p:spPr>
        <p:txBody>
          <a:bodyPr anchor="b">
            <a:normAutofit/>
          </a:bodyPr>
          <a:lstStyle>
            <a:lvl1pPr>
              <a:defRPr sz="1400"/>
            </a:lvl1pPr>
          </a:lstStyle>
          <a:p>
            <a:r>
              <a:t>章タイトル/スライドタイトルを入力</a:t>
            </a:r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裏表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スライド番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行タイトル+本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スライド番号"/>
          <p:cNvSpPr txBox="1">
            <a:spLocks noGrp="1"/>
          </p:cNvSpPr>
          <p:nvPr>
            <p:ph type="sldNum" sz="quarter" idx="2"/>
          </p:nvPr>
        </p:nvSpPr>
        <p:spPr>
          <a:xfrm>
            <a:off x="9723784" y="6620921"/>
            <a:ext cx="182217" cy="177801"/>
          </a:xfrm>
          <a:prstGeom prst="rect">
            <a:avLst/>
          </a:prstGeom>
        </p:spPr>
        <p:txBody>
          <a:bodyPr lIns="0" tIns="0" rIns="0" bIns="0"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198" name="テキスト ボックス 10"/>
          <p:cNvSpPr txBox="1"/>
          <p:nvPr/>
        </p:nvSpPr>
        <p:spPr>
          <a:xfrm>
            <a:off x="5934824" y="6620361"/>
            <a:ext cx="3119366" cy="218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 algn="r">
              <a:defRPr sz="800">
                <a:solidFill>
                  <a:schemeClr val="accent1"/>
                </a:solidFill>
              </a:defRPr>
            </a:pPr>
            <a:r>
              <a:t>Copyrigh</a:t>
            </a:r>
            <a:r>
              <a:rPr spc="-1000"/>
              <a:t>t</a:t>
            </a:r>
            <a:r>
              <a:rPr>
                <a:solidFill>
                  <a:srgbClr val="001279"/>
                </a:solidFill>
              </a:rPr>
              <a:t>（C）</a:t>
            </a:r>
            <a:r>
              <a:t> Nomura Research Institute, Ltd. All rights reserved.</a:t>
            </a:r>
          </a:p>
        </p:txBody>
      </p:sp>
      <p:grpSp>
        <p:nvGrpSpPr>
          <p:cNvPr id="201" name="グループ化 11"/>
          <p:cNvGrpSpPr/>
          <p:nvPr/>
        </p:nvGrpSpPr>
        <p:grpSpPr>
          <a:xfrm>
            <a:off x="9129156" y="6620361"/>
            <a:ext cx="288340" cy="145026"/>
            <a:chOff x="0" y="0"/>
            <a:chExt cx="288338" cy="145025"/>
          </a:xfrm>
        </p:grpSpPr>
        <p:sp>
          <p:nvSpPr>
            <p:cNvPr id="199" name="Freeform 290"/>
            <p:cNvSpPr/>
            <p:nvPr/>
          </p:nvSpPr>
          <p:spPr>
            <a:xfrm>
              <a:off x="249737" y="584"/>
              <a:ext cx="38602" cy="14385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lnTo>
                    <a:pt x="0" y="0"/>
                  </a:lnTo>
                  <a:lnTo>
                    <a:pt x="818" y="5312"/>
                  </a:lnTo>
                  <a:lnTo>
                    <a:pt x="1145" y="8034"/>
                  </a:lnTo>
                  <a:lnTo>
                    <a:pt x="1309" y="10800"/>
                  </a:lnTo>
                  <a:lnTo>
                    <a:pt x="1145" y="13610"/>
                  </a:lnTo>
                  <a:lnTo>
                    <a:pt x="818" y="16332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0782" y="16332"/>
                  </a:lnTo>
                  <a:lnTo>
                    <a:pt x="20291" y="13610"/>
                  </a:lnTo>
                  <a:lnTo>
                    <a:pt x="20291" y="8034"/>
                  </a:lnTo>
                  <a:lnTo>
                    <a:pt x="20782" y="5312"/>
                  </a:lnTo>
                  <a:lnTo>
                    <a:pt x="21600" y="0"/>
                  </a:lnTo>
                  <a:close/>
                </a:path>
              </a:pathLst>
            </a:custGeom>
            <a:solidFill>
              <a:srgbClr val="005BAC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200" name="Freeform 291"/>
            <p:cNvSpPr/>
            <p:nvPr/>
          </p:nvSpPr>
          <p:spPr>
            <a:xfrm>
              <a:off x="-1" y="0"/>
              <a:ext cx="246230" cy="14502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7167" y="11517"/>
                  </a:moveTo>
                  <a:lnTo>
                    <a:pt x="17859" y="11039"/>
                  </a:lnTo>
                  <a:lnTo>
                    <a:pt x="18423" y="10431"/>
                  </a:lnTo>
                  <a:lnTo>
                    <a:pt x="18961" y="9822"/>
                  </a:lnTo>
                  <a:lnTo>
                    <a:pt x="19396" y="9040"/>
                  </a:lnTo>
                  <a:lnTo>
                    <a:pt x="19730" y="8214"/>
                  </a:lnTo>
                  <a:lnTo>
                    <a:pt x="19986" y="7301"/>
                  </a:lnTo>
                  <a:lnTo>
                    <a:pt x="20088" y="6910"/>
                  </a:lnTo>
                  <a:lnTo>
                    <a:pt x="20140" y="6432"/>
                  </a:lnTo>
                  <a:lnTo>
                    <a:pt x="20191" y="5998"/>
                  </a:lnTo>
                  <a:lnTo>
                    <a:pt x="20191" y="4998"/>
                  </a:lnTo>
                  <a:lnTo>
                    <a:pt x="20140" y="4476"/>
                  </a:lnTo>
                  <a:lnTo>
                    <a:pt x="20088" y="3998"/>
                  </a:lnTo>
                  <a:lnTo>
                    <a:pt x="20011" y="3520"/>
                  </a:lnTo>
                  <a:lnTo>
                    <a:pt x="19883" y="3129"/>
                  </a:lnTo>
                  <a:lnTo>
                    <a:pt x="19730" y="2695"/>
                  </a:lnTo>
                  <a:lnTo>
                    <a:pt x="19601" y="2347"/>
                  </a:lnTo>
                  <a:lnTo>
                    <a:pt x="19396" y="1999"/>
                  </a:lnTo>
                  <a:lnTo>
                    <a:pt x="19012" y="1391"/>
                  </a:lnTo>
                  <a:lnTo>
                    <a:pt x="18551" y="956"/>
                  </a:lnTo>
                  <a:lnTo>
                    <a:pt x="18064" y="608"/>
                  </a:lnTo>
                  <a:lnTo>
                    <a:pt x="17500" y="348"/>
                  </a:lnTo>
                  <a:lnTo>
                    <a:pt x="16937" y="217"/>
                  </a:lnTo>
                  <a:lnTo>
                    <a:pt x="16322" y="87"/>
                  </a:lnTo>
                  <a:lnTo>
                    <a:pt x="15656" y="87"/>
                  </a:lnTo>
                  <a:lnTo>
                    <a:pt x="15015" y="0"/>
                  </a:lnTo>
                  <a:lnTo>
                    <a:pt x="13554" y="87"/>
                  </a:lnTo>
                  <a:lnTo>
                    <a:pt x="12043" y="130"/>
                  </a:lnTo>
                  <a:lnTo>
                    <a:pt x="10582" y="217"/>
                  </a:lnTo>
                  <a:lnTo>
                    <a:pt x="9327" y="217"/>
                  </a:lnTo>
                  <a:lnTo>
                    <a:pt x="9532" y="7258"/>
                  </a:lnTo>
                  <a:lnTo>
                    <a:pt x="9557" y="10561"/>
                  </a:lnTo>
                  <a:lnTo>
                    <a:pt x="9557" y="13603"/>
                  </a:lnTo>
                  <a:lnTo>
                    <a:pt x="7969" y="10518"/>
                  </a:lnTo>
                  <a:lnTo>
                    <a:pt x="6380" y="7171"/>
                  </a:lnTo>
                  <a:lnTo>
                    <a:pt x="4791" y="3738"/>
                  </a:lnTo>
                  <a:lnTo>
                    <a:pt x="3305" y="217"/>
                  </a:lnTo>
                  <a:lnTo>
                    <a:pt x="0" y="217"/>
                  </a:lnTo>
                  <a:lnTo>
                    <a:pt x="179" y="5476"/>
                  </a:lnTo>
                  <a:lnTo>
                    <a:pt x="205" y="8171"/>
                  </a:lnTo>
                  <a:lnTo>
                    <a:pt x="256" y="10909"/>
                  </a:lnTo>
                  <a:lnTo>
                    <a:pt x="205" y="13690"/>
                  </a:lnTo>
                  <a:lnTo>
                    <a:pt x="179" y="16385"/>
                  </a:lnTo>
                  <a:lnTo>
                    <a:pt x="0" y="21600"/>
                  </a:lnTo>
                  <a:lnTo>
                    <a:pt x="2742" y="21600"/>
                  </a:lnTo>
                  <a:lnTo>
                    <a:pt x="2562" y="17732"/>
                  </a:lnTo>
                  <a:lnTo>
                    <a:pt x="2485" y="13864"/>
                  </a:lnTo>
                  <a:lnTo>
                    <a:pt x="2434" y="10344"/>
                  </a:lnTo>
                  <a:lnTo>
                    <a:pt x="2434" y="7171"/>
                  </a:lnTo>
                  <a:lnTo>
                    <a:pt x="4151" y="10518"/>
                  </a:lnTo>
                  <a:lnTo>
                    <a:pt x="5893" y="14081"/>
                  </a:lnTo>
                  <a:lnTo>
                    <a:pt x="7661" y="17819"/>
                  </a:lnTo>
                  <a:lnTo>
                    <a:pt x="8456" y="19731"/>
                  </a:lnTo>
                  <a:lnTo>
                    <a:pt x="9275" y="21600"/>
                  </a:lnTo>
                  <a:lnTo>
                    <a:pt x="12120" y="21600"/>
                  </a:lnTo>
                  <a:lnTo>
                    <a:pt x="11991" y="16385"/>
                  </a:lnTo>
                  <a:lnTo>
                    <a:pt x="11966" y="13690"/>
                  </a:lnTo>
                  <a:lnTo>
                    <a:pt x="11915" y="10909"/>
                  </a:lnTo>
                  <a:lnTo>
                    <a:pt x="11915" y="6910"/>
                  </a:lnTo>
                  <a:lnTo>
                    <a:pt x="11991" y="2955"/>
                  </a:lnTo>
                  <a:lnTo>
                    <a:pt x="12863" y="2912"/>
                  </a:lnTo>
                  <a:lnTo>
                    <a:pt x="13913" y="2912"/>
                  </a:lnTo>
                  <a:lnTo>
                    <a:pt x="14554" y="2955"/>
                  </a:lnTo>
                  <a:lnTo>
                    <a:pt x="15143" y="3129"/>
                  </a:lnTo>
                  <a:lnTo>
                    <a:pt x="15630" y="3477"/>
                  </a:lnTo>
                  <a:lnTo>
                    <a:pt x="15835" y="3651"/>
                  </a:lnTo>
                  <a:lnTo>
                    <a:pt x="16142" y="4085"/>
                  </a:lnTo>
                  <a:lnTo>
                    <a:pt x="16270" y="4346"/>
                  </a:lnTo>
                  <a:lnTo>
                    <a:pt x="16475" y="4911"/>
                  </a:lnTo>
                  <a:lnTo>
                    <a:pt x="16604" y="5520"/>
                  </a:lnTo>
                  <a:lnTo>
                    <a:pt x="16629" y="6302"/>
                  </a:lnTo>
                  <a:lnTo>
                    <a:pt x="16604" y="6693"/>
                  </a:lnTo>
                  <a:lnTo>
                    <a:pt x="16552" y="7171"/>
                  </a:lnTo>
                  <a:lnTo>
                    <a:pt x="16475" y="7606"/>
                  </a:lnTo>
                  <a:lnTo>
                    <a:pt x="16347" y="7997"/>
                  </a:lnTo>
                  <a:lnTo>
                    <a:pt x="16245" y="8344"/>
                  </a:lnTo>
                  <a:lnTo>
                    <a:pt x="15835" y="9040"/>
                  </a:lnTo>
                  <a:lnTo>
                    <a:pt x="15630" y="9344"/>
                  </a:lnTo>
                  <a:lnTo>
                    <a:pt x="15092" y="9866"/>
                  </a:lnTo>
                  <a:lnTo>
                    <a:pt x="14528" y="10300"/>
                  </a:lnTo>
                  <a:lnTo>
                    <a:pt x="13888" y="10648"/>
                  </a:lnTo>
                  <a:lnTo>
                    <a:pt x="13196" y="10996"/>
                  </a:lnTo>
                  <a:lnTo>
                    <a:pt x="14272" y="13386"/>
                  </a:lnTo>
                  <a:lnTo>
                    <a:pt x="15451" y="16080"/>
                  </a:lnTo>
                  <a:lnTo>
                    <a:pt x="16604" y="18905"/>
                  </a:lnTo>
                  <a:lnTo>
                    <a:pt x="17654" y="21600"/>
                  </a:lnTo>
                  <a:lnTo>
                    <a:pt x="21600" y="21600"/>
                  </a:lnTo>
                  <a:lnTo>
                    <a:pt x="19166" y="16298"/>
                  </a:lnTo>
                  <a:lnTo>
                    <a:pt x="18115" y="13821"/>
                  </a:lnTo>
                  <a:lnTo>
                    <a:pt x="17167" y="11517"/>
                  </a:lnTo>
                  <a:close/>
                </a:path>
              </a:pathLst>
            </a:custGeom>
            <a:solidFill>
              <a:srgbClr val="005BAC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sp>
        <p:nvSpPr>
          <p:cNvPr id="202" name="本文レベル1…"/>
          <p:cNvSpPr txBox="1">
            <a:spLocks noGrp="1"/>
          </p:cNvSpPr>
          <p:nvPr>
            <p:ph type="body" idx="1"/>
          </p:nvPr>
        </p:nvSpPr>
        <p:spPr>
          <a:xfrm>
            <a:off x="200025" y="836612"/>
            <a:ext cx="9505950" cy="5616576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t>本文レベル1</a:t>
            </a:r>
          </a:p>
          <a:p>
            <a:pPr lvl="1"/>
            <a:r>
              <a:t>本文レベル2</a:t>
            </a:r>
          </a:p>
          <a:p>
            <a:pPr lvl="2"/>
            <a:r>
              <a:t>本文レベル3</a:t>
            </a:r>
          </a:p>
          <a:p>
            <a:pPr lvl="3"/>
            <a:r>
              <a:t>本文レベル4</a:t>
            </a:r>
          </a:p>
          <a:p>
            <a:pPr lvl="4"/>
            <a:r>
              <a:t>本文レベル5</a:t>
            </a:r>
          </a:p>
        </p:txBody>
      </p:sp>
      <p:sp>
        <p:nvSpPr>
          <p:cNvPr id="203" name="1行レイアウト タイトル/スライドタイトルを入力"/>
          <p:cNvSpPr txBox="1">
            <a:spLocks noGrp="1"/>
          </p:cNvSpPr>
          <p:nvPr>
            <p:ph type="title" hasCustomPrompt="1"/>
          </p:nvPr>
        </p:nvSpPr>
        <p:spPr>
          <a:xfrm>
            <a:off x="201000" y="259199"/>
            <a:ext cx="9504000" cy="380481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t>1行レイアウト タイトル/スライドタイトルを入力</a:t>
            </a:r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章＋1行タイトル+本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スライド番号"/>
          <p:cNvSpPr txBox="1">
            <a:spLocks noGrp="1"/>
          </p:cNvSpPr>
          <p:nvPr>
            <p:ph type="sldNum" sz="quarter" idx="2"/>
          </p:nvPr>
        </p:nvSpPr>
        <p:spPr>
          <a:xfrm>
            <a:off x="9723784" y="6620921"/>
            <a:ext cx="182217" cy="177801"/>
          </a:xfrm>
          <a:prstGeom prst="rect">
            <a:avLst/>
          </a:prstGeom>
        </p:spPr>
        <p:txBody>
          <a:bodyPr lIns="0" tIns="0" rIns="0" bIns="0"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211" name="テキスト ボックス 10"/>
          <p:cNvSpPr txBox="1"/>
          <p:nvPr/>
        </p:nvSpPr>
        <p:spPr>
          <a:xfrm>
            <a:off x="5934824" y="6620361"/>
            <a:ext cx="3119366" cy="218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 algn="r">
              <a:defRPr sz="800">
                <a:solidFill>
                  <a:schemeClr val="accent1"/>
                </a:solidFill>
              </a:defRPr>
            </a:pPr>
            <a:r>
              <a:t>Copyrigh</a:t>
            </a:r>
            <a:r>
              <a:rPr spc="-1000"/>
              <a:t>t</a:t>
            </a:r>
            <a:r>
              <a:rPr>
                <a:solidFill>
                  <a:srgbClr val="001279"/>
                </a:solidFill>
              </a:rPr>
              <a:t>（C）</a:t>
            </a:r>
            <a:r>
              <a:t> Nomura Research Institute, Ltd. All rights reserved.</a:t>
            </a:r>
          </a:p>
        </p:txBody>
      </p:sp>
      <p:grpSp>
        <p:nvGrpSpPr>
          <p:cNvPr id="214" name="グループ化 11"/>
          <p:cNvGrpSpPr/>
          <p:nvPr/>
        </p:nvGrpSpPr>
        <p:grpSpPr>
          <a:xfrm>
            <a:off x="9129156" y="6620361"/>
            <a:ext cx="288340" cy="145026"/>
            <a:chOff x="0" y="0"/>
            <a:chExt cx="288338" cy="145025"/>
          </a:xfrm>
        </p:grpSpPr>
        <p:sp>
          <p:nvSpPr>
            <p:cNvPr id="212" name="Freeform 290"/>
            <p:cNvSpPr/>
            <p:nvPr/>
          </p:nvSpPr>
          <p:spPr>
            <a:xfrm>
              <a:off x="249737" y="584"/>
              <a:ext cx="38602" cy="14385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lnTo>
                    <a:pt x="0" y="0"/>
                  </a:lnTo>
                  <a:lnTo>
                    <a:pt x="818" y="5312"/>
                  </a:lnTo>
                  <a:lnTo>
                    <a:pt x="1145" y="8034"/>
                  </a:lnTo>
                  <a:lnTo>
                    <a:pt x="1309" y="10800"/>
                  </a:lnTo>
                  <a:lnTo>
                    <a:pt x="1145" y="13610"/>
                  </a:lnTo>
                  <a:lnTo>
                    <a:pt x="818" y="16332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0782" y="16332"/>
                  </a:lnTo>
                  <a:lnTo>
                    <a:pt x="20291" y="13610"/>
                  </a:lnTo>
                  <a:lnTo>
                    <a:pt x="20291" y="8034"/>
                  </a:lnTo>
                  <a:lnTo>
                    <a:pt x="20782" y="5312"/>
                  </a:lnTo>
                  <a:lnTo>
                    <a:pt x="21600" y="0"/>
                  </a:lnTo>
                  <a:close/>
                </a:path>
              </a:pathLst>
            </a:custGeom>
            <a:solidFill>
              <a:srgbClr val="005BAC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213" name="Freeform 291"/>
            <p:cNvSpPr/>
            <p:nvPr/>
          </p:nvSpPr>
          <p:spPr>
            <a:xfrm>
              <a:off x="-1" y="0"/>
              <a:ext cx="246230" cy="14502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7167" y="11517"/>
                  </a:moveTo>
                  <a:lnTo>
                    <a:pt x="17859" y="11039"/>
                  </a:lnTo>
                  <a:lnTo>
                    <a:pt x="18423" y="10431"/>
                  </a:lnTo>
                  <a:lnTo>
                    <a:pt x="18961" y="9822"/>
                  </a:lnTo>
                  <a:lnTo>
                    <a:pt x="19396" y="9040"/>
                  </a:lnTo>
                  <a:lnTo>
                    <a:pt x="19730" y="8214"/>
                  </a:lnTo>
                  <a:lnTo>
                    <a:pt x="19986" y="7301"/>
                  </a:lnTo>
                  <a:lnTo>
                    <a:pt x="20088" y="6910"/>
                  </a:lnTo>
                  <a:lnTo>
                    <a:pt x="20140" y="6432"/>
                  </a:lnTo>
                  <a:lnTo>
                    <a:pt x="20191" y="5998"/>
                  </a:lnTo>
                  <a:lnTo>
                    <a:pt x="20191" y="4998"/>
                  </a:lnTo>
                  <a:lnTo>
                    <a:pt x="20140" y="4476"/>
                  </a:lnTo>
                  <a:lnTo>
                    <a:pt x="20088" y="3998"/>
                  </a:lnTo>
                  <a:lnTo>
                    <a:pt x="20011" y="3520"/>
                  </a:lnTo>
                  <a:lnTo>
                    <a:pt x="19883" y="3129"/>
                  </a:lnTo>
                  <a:lnTo>
                    <a:pt x="19730" y="2695"/>
                  </a:lnTo>
                  <a:lnTo>
                    <a:pt x="19601" y="2347"/>
                  </a:lnTo>
                  <a:lnTo>
                    <a:pt x="19396" y="1999"/>
                  </a:lnTo>
                  <a:lnTo>
                    <a:pt x="19012" y="1391"/>
                  </a:lnTo>
                  <a:lnTo>
                    <a:pt x="18551" y="956"/>
                  </a:lnTo>
                  <a:lnTo>
                    <a:pt x="18064" y="608"/>
                  </a:lnTo>
                  <a:lnTo>
                    <a:pt x="17500" y="348"/>
                  </a:lnTo>
                  <a:lnTo>
                    <a:pt x="16937" y="217"/>
                  </a:lnTo>
                  <a:lnTo>
                    <a:pt x="16322" y="87"/>
                  </a:lnTo>
                  <a:lnTo>
                    <a:pt x="15656" y="87"/>
                  </a:lnTo>
                  <a:lnTo>
                    <a:pt x="15015" y="0"/>
                  </a:lnTo>
                  <a:lnTo>
                    <a:pt x="13554" y="87"/>
                  </a:lnTo>
                  <a:lnTo>
                    <a:pt x="12043" y="130"/>
                  </a:lnTo>
                  <a:lnTo>
                    <a:pt x="10582" y="217"/>
                  </a:lnTo>
                  <a:lnTo>
                    <a:pt x="9327" y="217"/>
                  </a:lnTo>
                  <a:lnTo>
                    <a:pt x="9532" y="7258"/>
                  </a:lnTo>
                  <a:lnTo>
                    <a:pt x="9557" y="10561"/>
                  </a:lnTo>
                  <a:lnTo>
                    <a:pt x="9557" y="13603"/>
                  </a:lnTo>
                  <a:lnTo>
                    <a:pt x="7969" y="10518"/>
                  </a:lnTo>
                  <a:lnTo>
                    <a:pt x="6380" y="7171"/>
                  </a:lnTo>
                  <a:lnTo>
                    <a:pt x="4791" y="3738"/>
                  </a:lnTo>
                  <a:lnTo>
                    <a:pt x="3305" y="217"/>
                  </a:lnTo>
                  <a:lnTo>
                    <a:pt x="0" y="217"/>
                  </a:lnTo>
                  <a:lnTo>
                    <a:pt x="179" y="5476"/>
                  </a:lnTo>
                  <a:lnTo>
                    <a:pt x="205" y="8171"/>
                  </a:lnTo>
                  <a:lnTo>
                    <a:pt x="256" y="10909"/>
                  </a:lnTo>
                  <a:lnTo>
                    <a:pt x="205" y="13690"/>
                  </a:lnTo>
                  <a:lnTo>
                    <a:pt x="179" y="16385"/>
                  </a:lnTo>
                  <a:lnTo>
                    <a:pt x="0" y="21600"/>
                  </a:lnTo>
                  <a:lnTo>
                    <a:pt x="2742" y="21600"/>
                  </a:lnTo>
                  <a:lnTo>
                    <a:pt x="2562" y="17732"/>
                  </a:lnTo>
                  <a:lnTo>
                    <a:pt x="2485" y="13864"/>
                  </a:lnTo>
                  <a:lnTo>
                    <a:pt x="2434" y="10344"/>
                  </a:lnTo>
                  <a:lnTo>
                    <a:pt x="2434" y="7171"/>
                  </a:lnTo>
                  <a:lnTo>
                    <a:pt x="4151" y="10518"/>
                  </a:lnTo>
                  <a:lnTo>
                    <a:pt x="5893" y="14081"/>
                  </a:lnTo>
                  <a:lnTo>
                    <a:pt x="7661" y="17819"/>
                  </a:lnTo>
                  <a:lnTo>
                    <a:pt x="8456" y="19731"/>
                  </a:lnTo>
                  <a:lnTo>
                    <a:pt x="9275" y="21600"/>
                  </a:lnTo>
                  <a:lnTo>
                    <a:pt x="12120" y="21600"/>
                  </a:lnTo>
                  <a:lnTo>
                    <a:pt x="11991" y="16385"/>
                  </a:lnTo>
                  <a:lnTo>
                    <a:pt x="11966" y="13690"/>
                  </a:lnTo>
                  <a:lnTo>
                    <a:pt x="11915" y="10909"/>
                  </a:lnTo>
                  <a:lnTo>
                    <a:pt x="11915" y="6910"/>
                  </a:lnTo>
                  <a:lnTo>
                    <a:pt x="11991" y="2955"/>
                  </a:lnTo>
                  <a:lnTo>
                    <a:pt x="12863" y="2912"/>
                  </a:lnTo>
                  <a:lnTo>
                    <a:pt x="13913" y="2912"/>
                  </a:lnTo>
                  <a:lnTo>
                    <a:pt x="14554" y="2955"/>
                  </a:lnTo>
                  <a:lnTo>
                    <a:pt x="15143" y="3129"/>
                  </a:lnTo>
                  <a:lnTo>
                    <a:pt x="15630" y="3477"/>
                  </a:lnTo>
                  <a:lnTo>
                    <a:pt x="15835" y="3651"/>
                  </a:lnTo>
                  <a:lnTo>
                    <a:pt x="16142" y="4085"/>
                  </a:lnTo>
                  <a:lnTo>
                    <a:pt x="16270" y="4346"/>
                  </a:lnTo>
                  <a:lnTo>
                    <a:pt x="16475" y="4911"/>
                  </a:lnTo>
                  <a:lnTo>
                    <a:pt x="16604" y="5520"/>
                  </a:lnTo>
                  <a:lnTo>
                    <a:pt x="16629" y="6302"/>
                  </a:lnTo>
                  <a:lnTo>
                    <a:pt x="16604" y="6693"/>
                  </a:lnTo>
                  <a:lnTo>
                    <a:pt x="16552" y="7171"/>
                  </a:lnTo>
                  <a:lnTo>
                    <a:pt x="16475" y="7606"/>
                  </a:lnTo>
                  <a:lnTo>
                    <a:pt x="16347" y="7997"/>
                  </a:lnTo>
                  <a:lnTo>
                    <a:pt x="16245" y="8344"/>
                  </a:lnTo>
                  <a:lnTo>
                    <a:pt x="15835" y="9040"/>
                  </a:lnTo>
                  <a:lnTo>
                    <a:pt x="15630" y="9344"/>
                  </a:lnTo>
                  <a:lnTo>
                    <a:pt x="15092" y="9866"/>
                  </a:lnTo>
                  <a:lnTo>
                    <a:pt x="14528" y="10300"/>
                  </a:lnTo>
                  <a:lnTo>
                    <a:pt x="13888" y="10648"/>
                  </a:lnTo>
                  <a:lnTo>
                    <a:pt x="13196" y="10996"/>
                  </a:lnTo>
                  <a:lnTo>
                    <a:pt x="14272" y="13386"/>
                  </a:lnTo>
                  <a:lnTo>
                    <a:pt x="15451" y="16080"/>
                  </a:lnTo>
                  <a:lnTo>
                    <a:pt x="16604" y="18905"/>
                  </a:lnTo>
                  <a:lnTo>
                    <a:pt x="17654" y="21600"/>
                  </a:lnTo>
                  <a:lnTo>
                    <a:pt x="21600" y="21600"/>
                  </a:lnTo>
                  <a:lnTo>
                    <a:pt x="19166" y="16298"/>
                  </a:lnTo>
                  <a:lnTo>
                    <a:pt x="18115" y="13821"/>
                  </a:lnTo>
                  <a:lnTo>
                    <a:pt x="17167" y="11517"/>
                  </a:lnTo>
                  <a:close/>
                </a:path>
              </a:pathLst>
            </a:custGeom>
            <a:solidFill>
              <a:srgbClr val="005BAC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sp>
        <p:nvSpPr>
          <p:cNvPr id="215" name="1行レイアウト タイトル/スライドタイトルを入力"/>
          <p:cNvSpPr txBox="1">
            <a:spLocks noGrp="1"/>
          </p:cNvSpPr>
          <p:nvPr>
            <p:ph type="title" hasCustomPrompt="1"/>
          </p:nvPr>
        </p:nvSpPr>
        <p:spPr>
          <a:xfrm>
            <a:off x="201000" y="259199"/>
            <a:ext cx="9504000" cy="67320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>
                <a:latin typeface="(日本語用のフォントを使用)"/>
                <a:ea typeface="(日本語用のフォントを使用)"/>
                <a:cs typeface="(日本語用のフォントを使用)"/>
                <a:sym typeface="(日本語用のフォントを使用)"/>
              </a:defRPr>
            </a:lvl1pPr>
          </a:lstStyle>
          <a:p>
            <a:r>
              <a:t>1行レイアウト タイトル/スライドタイトルを入力</a:t>
            </a:r>
          </a:p>
        </p:txBody>
      </p:sp>
      <p:sp>
        <p:nvSpPr>
          <p:cNvPr id="216" name="本文レベル1…"/>
          <p:cNvSpPr txBox="1">
            <a:spLocks noGrp="1"/>
          </p:cNvSpPr>
          <p:nvPr>
            <p:ph type="body" idx="1"/>
          </p:nvPr>
        </p:nvSpPr>
        <p:spPr>
          <a:xfrm>
            <a:off x="201000" y="1124744"/>
            <a:ext cx="9502776" cy="532800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>
                <a:latin typeface="(日本語用のフォントを使用)"/>
                <a:ea typeface="(日本語用のフォントを使用)"/>
                <a:cs typeface="(日本語用のフォントを使用)"/>
                <a:sym typeface="(日本語用のフォントを使用)"/>
              </a:defRPr>
            </a:lvl1pPr>
            <a:lvl2pPr>
              <a:defRPr>
                <a:latin typeface="(日本語用のフォントを使用)"/>
                <a:ea typeface="(日本語用のフォントを使用)"/>
                <a:cs typeface="(日本語用のフォントを使用)"/>
                <a:sym typeface="(日本語用のフォントを使用)"/>
              </a:defRPr>
            </a:lvl2pPr>
            <a:lvl3pPr>
              <a:defRPr>
                <a:latin typeface="(日本語用のフォントを使用)"/>
                <a:ea typeface="(日本語用のフォントを使用)"/>
                <a:cs typeface="(日本語用のフォントを使用)"/>
                <a:sym typeface="(日本語用のフォントを使用)"/>
              </a:defRPr>
            </a:lvl3pPr>
            <a:lvl4pPr>
              <a:defRPr>
                <a:latin typeface="(日本語用のフォントを使用)"/>
                <a:ea typeface="(日本語用のフォントを使用)"/>
                <a:cs typeface="(日本語用のフォントを使用)"/>
                <a:sym typeface="(日本語用のフォントを使用)"/>
              </a:defRPr>
            </a:lvl4pPr>
            <a:lvl5pPr>
              <a:defRPr>
                <a:latin typeface="(日本語用のフォントを使用)"/>
                <a:ea typeface="(日本語用のフォントを使用)"/>
                <a:cs typeface="(日本語用のフォントを使用)"/>
                <a:sym typeface="(日本語用のフォントを使用)"/>
              </a:defRPr>
            </a:lvl5pPr>
          </a:lstStyle>
          <a:p>
            <a:r>
              <a:t>本文レベル1</a:t>
            </a:r>
          </a:p>
          <a:p>
            <a:pPr lvl="1"/>
            <a:r>
              <a:t>本文レベル2</a:t>
            </a:r>
          </a:p>
          <a:p>
            <a:pPr lvl="2"/>
            <a:r>
              <a:t>本文レベル3</a:t>
            </a:r>
          </a:p>
          <a:p>
            <a:pPr lvl="3"/>
            <a:r>
              <a:t>本文レベル4</a:t>
            </a:r>
          </a:p>
          <a:p>
            <a:pPr lvl="4"/>
            <a:r>
              <a:t>本文レベル5</a:t>
            </a:r>
          </a:p>
        </p:txBody>
      </p:sp>
      <p:sp>
        <p:nvSpPr>
          <p:cNvPr id="217" name="テキスト プレースホルダー 19"/>
          <p:cNvSpPr>
            <a:spLocks noGrp="1"/>
          </p:cNvSpPr>
          <p:nvPr>
            <p:ph type="body" sz="quarter" idx="21" hasCustomPrompt="1"/>
          </p:nvPr>
        </p:nvSpPr>
        <p:spPr>
          <a:xfrm>
            <a:off x="200999" y="259199"/>
            <a:ext cx="9504002" cy="288926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marL="0" indent="0">
              <a:spcBef>
                <a:spcPts val="0"/>
              </a:spcBef>
              <a:buClrTx/>
              <a:buSzTx/>
              <a:buNone/>
              <a:defRPr sz="1400" b="1">
                <a:solidFill>
                  <a:schemeClr val="accent1"/>
                </a:solidFill>
              </a:defRPr>
            </a:lvl1pPr>
          </a:lstStyle>
          <a:p>
            <a:r>
              <a:t>章タイトル/スライドタイトルを入力</a:t>
            </a:r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章＋1行タイトル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スライド番号"/>
          <p:cNvSpPr txBox="1">
            <a:spLocks noGrp="1"/>
          </p:cNvSpPr>
          <p:nvPr>
            <p:ph type="sldNum" sz="quarter" idx="2"/>
          </p:nvPr>
        </p:nvSpPr>
        <p:spPr>
          <a:xfrm>
            <a:off x="9723784" y="6620921"/>
            <a:ext cx="182217" cy="177801"/>
          </a:xfrm>
          <a:prstGeom prst="rect">
            <a:avLst/>
          </a:prstGeom>
        </p:spPr>
        <p:txBody>
          <a:bodyPr lIns="0" tIns="0" rIns="0" bIns="0"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225" name="テキスト ボックス 10"/>
          <p:cNvSpPr txBox="1"/>
          <p:nvPr/>
        </p:nvSpPr>
        <p:spPr>
          <a:xfrm>
            <a:off x="5934824" y="6620361"/>
            <a:ext cx="3119366" cy="218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 algn="r">
              <a:defRPr sz="800">
                <a:solidFill>
                  <a:schemeClr val="accent1"/>
                </a:solidFill>
              </a:defRPr>
            </a:pPr>
            <a:r>
              <a:t>Copyrigh</a:t>
            </a:r>
            <a:r>
              <a:rPr spc="-1000"/>
              <a:t>t</a:t>
            </a:r>
            <a:r>
              <a:rPr>
                <a:solidFill>
                  <a:srgbClr val="001279"/>
                </a:solidFill>
              </a:rPr>
              <a:t>（C）</a:t>
            </a:r>
            <a:r>
              <a:t> Nomura Research Institute, Ltd. All rights reserved.</a:t>
            </a:r>
          </a:p>
        </p:txBody>
      </p:sp>
      <p:grpSp>
        <p:nvGrpSpPr>
          <p:cNvPr id="228" name="グループ化 11"/>
          <p:cNvGrpSpPr/>
          <p:nvPr/>
        </p:nvGrpSpPr>
        <p:grpSpPr>
          <a:xfrm>
            <a:off x="9129156" y="6620361"/>
            <a:ext cx="288340" cy="145026"/>
            <a:chOff x="0" y="0"/>
            <a:chExt cx="288338" cy="145025"/>
          </a:xfrm>
        </p:grpSpPr>
        <p:sp>
          <p:nvSpPr>
            <p:cNvPr id="226" name="Freeform 290"/>
            <p:cNvSpPr/>
            <p:nvPr/>
          </p:nvSpPr>
          <p:spPr>
            <a:xfrm>
              <a:off x="249737" y="584"/>
              <a:ext cx="38602" cy="14385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lnTo>
                    <a:pt x="0" y="0"/>
                  </a:lnTo>
                  <a:lnTo>
                    <a:pt x="818" y="5312"/>
                  </a:lnTo>
                  <a:lnTo>
                    <a:pt x="1145" y="8034"/>
                  </a:lnTo>
                  <a:lnTo>
                    <a:pt x="1309" y="10800"/>
                  </a:lnTo>
                  <a:lnTo>
                    <a:pt x="1145" y="13610"/>
                  </a:lnTo>
                  <a:lnTo>
                    <a:pt x="818" y="16332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0782" y="16332"/>
                  </a:lnTo>
                  <a:lnTo>
                    <a:pt x="20291" y="13610"/>
                  </a:lnTo>
                  <a:lnTo>
                    <a:pt x="20291" y="8034"/>
                  </a:lnTo>
                  <a:lnTo>
                    <a:pt x="20782" y="5312"/>
                  </a:lnTo>
                  <a:lnTo>
                    <a:pt x="21600" y="0"/>
                  </a:lnTo>
                  <a:close/>
                </a:path>
              </a:pathLst>
            </a:custGeom>
            <a:solidFill>
              <a:srgbClr val="005BAC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227" name="Freeform 291"/>
            <p:cNvSpPr/>
            <p:nvPr/>
          </p:nvSpPr>
          <p:spPr>
            <a:xfrm>
              <a:off x="-1" y="0"/>
              <a:ext cx="246230" cy="14502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7167" y="11517"/>
                  </a:moveTo>
                  <a:lnTo>
                    <a:pt x="17859" y="11039"/>
                  </a:lnTo>
                  <a:lnTo>
                    <a:pt x="18423" y="10431"/>
                  </a:lnTo>
                  <a:lnTo>
                    <a:pt x="18961" y="9822"/>
                  </a:lnTo>
                  <a:lnTo>
                    <a:pt x="19396" y="9040"/>
                  </a:lnTo>
                  <a:lnTo>
                    <a:pt x="19730" y="8214"/>
                  </a:lnTo>
                  <a:lnTo>
                    <a:pt x="19986" y="7301"/>
                  </a:lnTo>
                  <a:lnTo>
                    <a:pt x="20088" y="6910"/>
                  </a:lnTo>
                  <a:lnTo>
                    <a:pt x="20140" y="6432"/>
                  </a:lnTo>
                  <a:lnTo>
                    <a:pt x="20191" y="5998"/>
                  </a:lnTo>
                  <a:lnTo>
                    <a:pt x="20191" y="4998"/>
                  </a:lnTo>
                  <a:lnTo>
                    <a:pt x="20140" y="4476"/>
                  </a:lnTo>
                  <a:lnTo>
                    <a:pt x="20088" y="3998"/>
                  </a:lnTo>
                  <a:lnTo>
                    <a:pt x="20011" y="3520"/>
                  </a:lnTo>
                  <a:lnTo>
                    <a:pt x="19883" y="3129"/>
                  </a:lnTo>
                  <a:lnTo>
                    <a:pt x="19730" y="2695"/>
                  </a:lnTo>
                  <a:lnTo>
                    <a:pt x="19601" y="2347"/>
                  </a:lnTo>
                  <a:lnTo>
                    <a:pt x="19396" y="1999"/>
                  </a:lnTo>
                  <a:lnTo>
                    <a:pt x="19012" y="1391"/>
                  </a:lnTo>
                  <a:lnTo>
                    <a:pt x="18551" y="956"/>
                  </a:lnTo>
                  <a:lnTo>
                    <a:pt x="18064" y="608"/>
                  </a:lnTo>
                  <a:lnTo>
                    <a:pt x="17500" y="348"/>
                  </a:lnTo>
                  <a:lnTo>
                    <a:pt x="16937" y="217"/>
                  </a:lnTo>
                  <a:lnTo>
                    <a:pt x="16322" y="87"/>
                  </a:lnTo>
                  <a:lnTo>
                    <a:pt x="15656" y="87"/>
                  </a:lnTo>
                  <a:lnTo>
                    <a:pt x="15015" y="0"/>
                  </a:lnTo>
                  <a:lnTo>
                    <a:pt x="13554" y="87"/>
                  </a:lnTo>
                  <a:lnTo>
                    <a:pt x="12043" y="130"/>
                  </a:lnTo>
                  <a:lnTo>
                    <a:pt x="10582" y="217"/>
                  </a:lnTo>
                  <a:lnTo>
                    <a:pt x="9327" y="217"/>
                  </a:lnTo>
                  <a:lnTo>
                    <a:pt x="9532" y="7258"/>
                  </a:lnTo>
                  <a:lnTo>
                    <a:pt x="9557" y="10561"/>
                  </a:lnTo>
                  <a:lnTo>
                    <a:pt x="9557" y="13603"/>
                  </a:lnTo>
                  <a:lnTo>
                    <a:pt x="7969" y="10518"/>
                  </a:lnTo>
                  <a:lnTo>
                    <a:pt x="6380" y="7171"/>
                  </a:lnTo>
                  <a:lnTo>
                    <a:pt x="4791" y="3738"/>
                  </a:lnTo>
                  <a:lnTo>
                    <a:pt x="3305" y="217"/>
                  </a:lnTo>
                  <a:lnTo>
                    <a:pt x="0" y="217"/>
                  </a:lnTo>
                  <a:lnTo>
                    <a:pt x="179" y="5476"/>
                  </a:lnTo>
                  <a:lnTo>
                    <a:pt x="205" y="8171"/>
                  </a:lnTo>
                  <a:lnTo>
                    <a:pt x="256" y="10909"/>
                  </a:lnTo>
                  <a:lnTo>
                    <a:pt x="205" y="13690"/>
                  </a:lnTo>
                  <a:lnTo>
                    <a:pt x="179" y="16385"/>
                  </a:lnTo>
                  <a:lnTo>
                    <a:pt x="0" y="21600"/>
                  </a:lnTo>
                  <a:lnTo>
                    <a:pt x="2742" y="21600"/>
                  </a:lnTo>
                  <a:lnTo>
                    <a:pt x="2562" y="17732"/>
                  </a:lnTo>
                  <a:lnTo>
                    <a:pt x="2485" y="13864"/>
                  </a:lnTo>
                  <a:lnTo>
                    <a:pt x="2434" y="10344"/>
                  </a:lnTo>
                  <a:lnTo>
                    <a:pt x="2434" y="7171"/>
                  </a:lnTo>
                  <a:lnTo>
                    <a:pt x="4151" y="10518"/>
                  </a:lnTo>
                  <a:lnTo>
                    <a:pt x="5893" y="14081"/>
                  </a:lnTo>
                  <a:lnTo>
                    <a:pt x="7661" y="17819"/>
                  </a:lnTo>
                  <a:lnTo>
                    <a:pt x="8456" y="19731"/>
                  </a:lnTo>
                  <a:lnTo>
                    <a:pt x="9275" y="21600"/>
                  </a:lnTo>
                  <a:lnTo>
                    <a:pt x="12120" y="21600"/>
                  </a:lnTo>
                  <a:lnTo>
                    <a:pt x="11991" y="16385"/>
                  </a:lnTo>
                  <a:lnTo>
                    <a:pt x="11966" y="13690"/>
                  </a:lnTo>
                  <a:lnTo>
                    <a:pt x="11915" y="10909"/>
                  </a:lnTo>
                  <a:lnTo>
                    <a:pt x="11915" y="6910"/>
                  </a:lnTo>
                  <a:lnTo>
                    <a:pt x="11991" y="2955"/>
                  </a:lnTo>
                  <a:lnTo>
                    <a:pt x="12863" y="2912"/>
                  </a:lnTo>
                  <a:lnTo>
                    <a:pt x="13913" y="2912"/>
                  </a:lnTo>
                  <a:lnTo>
                    <a:pt x="14554" y="2955"/>
                  </a:lnTo>
                  <a:lnTo>
                    <a:pt x="15143" y="3129"/>
                  </a:lnTo>
                  <a:lnTo>
                    <a:pt x="15630" y="3477"/>
                  </a:lnTo>
                  <a:lnTo>
                    <a:pt x="15835" y="3651"/>
                  </a:lnTo>
                  <a:lnTo>
                    <a:pt x="16142" y="4085"/>
                  </a:lnTo>
                  <a:lnTo>
                    <a:pt x="16270" y="4346"/>
                  </a:lnTo>
                  <a:lnTo>
                    <a:pt x="16475" y="4911"/>
                  </a:lnTo>
                  <a:lnTo>
                    <a:pt x="16604" y="5520"/>
                  </a:lnTo>
                  <a:lnTo>
                    <a:pt x="16629" y="6302"/>
                  </a:lnTo>
                  <a:lnTo>
                    <a:pt x="16604" y="6693"/>
                  </a:lnTo>
                  <a:lnTo>
                    <a:pt x="16552" y="7171"/>
                  </a:lnTo>
                  <a:lnTo>
                    <a:pt x="16475" y="7606"/>
                  </a:lnTo>
                  <a:lnTo>
                    <a:pt x="16347" y="7997"/>
                  </a:lnTo>
                  <a:lnTo>
                    <a:pt x="16245" y="8344"/>
                  </a:lnTo>
                  <a:lnTo>
                    <a:pt x="15835" y="9040"/>
                  </a:lnTo>
                  <a:lnTo>
                    <a:pt x="15630" y="9344"/>
                  </a:lnTo>
                  <a:lnTo>
                    <a:pt x="15092" y="9866"/>
                  </a:lnTo>
                  <a:lnTo>
                    <a:pt x="14528" y="10300"/>
                  </a:lnTo>
                  <a:lnTo>
                    <a:pt x="13888" y="10648"/>
                  </a:lnTo>
                  <a:lnTo>
                    <a:pt x="13196" y="10996"/>
                  </a:lnTo>
                  <a:lnTo>
                    <a:pt x="14272" y="13386"/>
                  </a:lnTo>
                  <a:lnTo>
                    <a:pt x="15451" y="16080"/>
                  </a:lnTo>
                  <a:lnTo>
                    <a:pt x="16604" y="18905"/>
                  </a:lnTo>
                  <a:lnTo>
                    <a:pt x="17654" y="21600"/>
                  </a:lnTo>
                  <a:lnTo>
                    <a:pt x="21600" y="21600"/>
                  </a:lnTo>
                  <a:lnTo>
                    <a:pt x="19166" y="16298"/>
                  </a:lnTo>
                  <a:lnTo>
                    <a:pt x="18115" y="13821"/>
                  </a:lnTo>
                  <a:lnTo>
                    <a:pt x="17167" y="11517"/>
                  </a:lnTo>
                  <a:close/>
                </a:path>
              </a:pathLst>
            </a:custGeom>
            <a:solidFill>
              <a:srgbClr val="005BAC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sp>
        <p:nvSpPr>
          <p:cNvPr id="229" name="本文レベル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201975" y="259238"/>
            <a:ext cx="9504000" cy="671294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txBody>
          <a:bodyPr lIns="0" tIns="0" rIns="0" bIns="0">
            <a:normAutofit/>
          </a:bodyPr>
          <a:lstStyle>
            <a:lvl1pPr marL="0" indent="0">
              <a:spcBef>
                <a:spcPts val="0"/>
              </a:spcBef>
              <a:buClrTx/>
              <a:buSzTx/>
              <a:buNone/>
              <a:defRPr sz="2000" b="1">
                <a:solidFill>
                  <a:schemeClr val="accent1"/>
                </a:solidFill>
              </a:defRPr>
            </a:lvl1pPr>
            <a:lvl2pPr marL="708252" indent="-328840">
              <a:spcBef>
                <a:spcPts val="0"/>
              </a:spcBef>
              <a:buClrTx/>
              <a:defRPr sz="2000" b="1">
                <a:solidFill>
                  <a:schemeClr val="accent1"/>
                </a:solidFill>
              </a:defRPr>
            </a:lvl2pPr>
            <a:lvl3pPr marL="1068614" indent="-281214">
              <a:spcBef>
                <a:spcPts val="0"/>
              </a:spcBef>
              <a:buClrTx/>
              <a:defRPr sz="2000" b="1">
                <a:solidFill>
                  <a:schemeClr val="accent1"/>
                </a:solidFill>
              </a:defRPr>
            </a:lvl3pPr>
            <a:lvl4pPr marL="1482725" indent="-317500">
              <a:spcBef>
                <a:spcPts val="0"/>
              </a:spcBef>
              <a:buClrTx/>
              <a:defRPr sz="2000" b="1">
                <a:solidFill>
                  <a:schemeClr val="accent1"/>
                </a:solidFill>
              </a:defRPr>
            </a:lvl4pPr>
            <a:lvl5pPr marL="1797579" indent="-306916">
              <a:spcBef>
                <a:spcPts val="0"/>
              </a:spcBef>
              <a:buClrTx/>
              <a:defRPr sz="2000" b="1">
                <a:solidFill>
                  <a:schemeClr val="accent1"/>
                </a:solidFill>
              </a:defRPr>
            </a:lvl5pPr>
          </a:lstStyle>
          <a:p>
            <a:r>
              <a:t>1行レイアウト タイトル/スライドタイトルを入力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230" name="章タイトル/スライドタイトルを入力"/>
          <p:cNvSpPr txBox="1">
            <a:spLocks noGrp="1"/>
          </p:cNvSpPr>
          <p:nvPr>
            <p:ph type="title" hasCustomPrompt="1"/>
          </p:nvPr>
        </p:nvSpPr>
        <p:spPr>
          <a:xfrm>
            <a:off x="201975" y="259238"/>
            <a:ext cx="9504000" cy="299053"/>
          </a:xfrm>
          <a:prstGeom prst="rect">
            <a:avLst/>
          </a:prstGeom>
          <a:noFill/>
        </p:spPr>
        <p:txBody>
          <a:bodyPr anchor="b">
            <a:normAutofit/>
          </a:bodyPr>
          <a:lstStyle>
            <a:lvl1pPr>
              <a:defRPr sz="1400"/>
            </a:lvl1pPr>
          </a:lstStyle>
          <a:p>
            <a:r>
              <a:t>章タイトル/スライドタイトルを入力</a:t>
            </a:r>
          </a:p>
        </p:txBody>
      </p:sp>
      <p:sp>
        <p:nvSpPr>
          <p:cNvPr id="231" name="テキスト プレースホルダー 3"/>
          <p:cNvSpPr>
            <a:spLocks noGrp="1"/>
          </p:cNvSpPr>
          <p:nvPr>
            <p:ph type="body" sz="quarter" idx="21"/>
          </p:nvPr>
        </p:nvSpPr>
        <p:spPr>
          <a:xfrm>
            <a:off x="215844" y="1123653"/>
            <a:ext cx="9504002" cy="426914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spcBef>
                <a:spcPts val="0"/>
              </a:spcBef>
              <a:buClrTx/>
              <a:buSzTx/>
              <a:buNone/>
              <a:defRPr sz="1800" b="1">
                <a:solidFill>
                  <a:schemeClr val="accent1"/>
                </a:solidFill>
              </a:defRPr>
            </a:pPr>
            <a:endParaRPr/>
          </a:p>
        </p:txBody>
      </p:sp>
      <p:sp>
        <p:nvSpPr>
          <p:cNvPr id="232" name="テキスト プレースホルダー 3"/>
          <p:cNvSpPr>
            <a:spLocks noGrp="1"/>
          </p:cNvSpPr>
          <p:nvPr>
            <p:ph type="body" sz="quarter" idx="22"/>
          </p:nvPr>
        </p:nvSpPr>
        <p:spPr>
          <a:xfrm>
            <a:off x="215844" y="1525406"/>
            <a:ext cx="9504002" cy="279181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spcBef>
                <a:spcPts val="0"/>
              </a:spcBef>
              <a:buClrTx/>
              <a:buSzTx/>
              <a:buNone/>
              <a:defRPr sz="1000" b="1"/>
            </a:pPr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スライド番号"/>
          <p:cNvSpPr txBox="1">
            <a:spLocks noGrp="1"/>
          </p:cNvSpPr>
          <p:nvPr>
            <p:ph type="sldNum" sz="quarter" idx="2"/>
          </p:nvPr>
        </p:nvSpPr>
        <p:spPr>
          <a:xfrm>
            <a:off x="9723784" y="6620921"/>
            <a:ext cx="182217" cy="177801"/>
          </a:xfrm>
          <a:prstGeom prst="rect">
            <a:avLst/>
          </a:prstGeom>
        </p:spPr>
        <p:txBody>
          <a:bodyPr lIns="0" tIns="0" rIns="0" bIns="0"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240" name="テキスト ボックス 10"/>
          <p:cNvSpPr txBox="1"/>
          <p:nvPr/>
        </p:nvSpPr>
        <p:spPr>
          <a:xfrm>
            <a:off x="5934824" y="6620361"/>
            <a:ext cx="3119366" cy="218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 algn="r">
              <a:defRPr sz="800">
                <a:solidFill>
                  <a:schemeClr val="accent1"/>
                </a:solidFill>
              </a:defRPr>
            </a:pPr>
            <a:r>
              <a:t>Copyrigh</a:t>
            </a:r>
            <a:r>
              <a:rPr spc="-1000"/>
              <a:t>t</a:t>
            </a:r>
            <a:r>
              <a:rPr>
                <a:solidFill>
                  <a:srgbClr val="001279"/>
                </a:solidFill>
              </a:rPr>
              <a:t>（C）</a:t>
            </a:r>
            <a:r>
              <a:t> Nomura Research Institute, Ltd. All rights reserved.</a:t>
            </a:r>
          </a:p>
        </p:txBody>
      </p:sp>
      <p:grpSp>
        <p:nvGrpSpPr>
          <p:cNvPr id="243" name="グループ化 11"/>
          <p:cNvGrpSpPr/>
          <p:nvPr/>
        </p:nvGrpSpPr>
        <p:grpSpPr>
          <a:xfrm>
            <a:off x="9129156" y="6620361"/>
            <a:ext cx="288340" cy="145026"/>
            <a:chOff x="0" y="0"/>
            <a:chExt cx="288338" cy="145025"/>
          </a:xfrm>
        </p:grpSpPr>
        <p:sp>
          <p:nvSpPr>
            <p:cNvPr id="241" name="Freeform 290"/>
            <p:cNvSpPr/>
            <p:nvPr/>
          </p:nvSpPr>
          <p:spPr>
            <a:xfrm>
              <a:off x="249737" y="584"/>
              <a:ext cx="38602" cy="14385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lnTo>
                    <a:pt x="0" y="0"/>
                  </a:lnTo>
                  <a:lnTo>
                    <a:pt x="818" y="5312"/>
                  </a:lnTo>
                  <a:lnTo>
                    <a:pt x="1145" y="8034"/>
                  </a:lnTo>
                  <a:lnTo>
                    <a:pt x="1309" y="10800"/>
                  </a:lnTo>
                  <a:lnTo>
                    <a:pt x="1145" y="13610"/>
                  </a:lnTo>
                  <a:lnTo>
                    <a:pt x="818" y="16332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0782" y="16332"/>
                  </a:lnTo>
                  <a:lnTo>
                    <a:pt x="20291" y="13610"/>
                  </a:lnTo>
                  <a:lnTo>
                    <a:pt x="20291" y="8034"/>
                  </a:lnTo>
                  <a:lnTo>
                    <a:pt x="20782" y="5312"/>
                  </a:lnTo>
                  <a:lnTo>
                    <a:pt x="21600" y="0"/>
                  </a:lnTo>
                  <a:close/>
                </a:path>
              </a:pathLst>
            </a:custGeom>
            <a:solidFill>
              <a:srgbClr val="005BAC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242" name="Freeform 291"/>
            <p:cNvSpPr/>
            <p:nvPr/>
          </p:nvSpPr>
          <p:spPr>
            <a:xfrm>
              <a:off x="-1" y="0"/>
              <a:ext cx="246230" cy="14502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7167" y="11517"/>
                  </a:moveTo>
                  <a:lnTo>
                    <a:pt x="17859" y="11039"/>
                  </a:lnTo>
                  <a:lnTo>
                    <a:pt x="18423" y="10431"/>
                  </a:lnTo>
                  <a:lnTo>
                    <a:pt x="18961" y="9822"/>
                  </a:lnTo>
                  <a:lnTo>
                    <a:pt x="19396" y="9040"/>
                  </a:lnTo>
                  <a:lnTo>
                    <a:pt x="19730" y="8214"/>
                  </a:lnTo>
                  <a:lnTo>
                    <a:pt x="19986" y="7301"/>
                  </a:lnTo>
                  <a:lnTo>
                    <a:pt x="20088" y="6910"/>
                  </a:lnTo>
                  <a:lnTo>
                    <a:pt x="20140" y="6432"/>
                  </a:lnTo>
                  <a:lnTo>
                    <a:pt x="20191" y="5998"/>
                  </a:lnTo>
                  <a:lnTo>
                    <a:pt x="20191" y="4998"/>
                  </a:lnTo>
                  <a:lnTo>
                    <a:pt x="20140" y="4476"/>
                  </a:lnTo>
                  <a:lnTo>
                    <a:pt x="20088" y="3998"/>
                  </a:lnTo>
                  <a:lnTo>
                    <a:pt x="20011" y="3520"/>
                  </a:lnTo>
                  <a:lnTo>
                    <a:pt x="19883" y="3129"/>
                  </a:lnTo>
                  <a:lnTo>
                    <a:pt x="19730" y="2695"/>
                  </a:lnTo>
                  <a:lnTo>
                    <a:pt x="19601" y="2347"/>
                  </a:lnTo>
                  <a:lnTo>
                    <a:pt x="19396" y="1999"/>
                  </a:lnTo>
                  <a:lnTo>
                    <a:pt x="19012" y="1391"/>
                  </a:lnTo>
                  <a:lnTo>
                    <a:pt x="18551" y="956"/>
                  </a:lnTo>
                  <a:lnTo>
                    <a:pt x="18064" y="608"/>
                  </a:lnTo>
                  <a:lnTo>
                    <a:pt x="17500" y="348"/>
                  </a:lnTo>
                  <a:lnTo>
                    <a:pt x="16937" y="217"/>
                  </a:lnTo>
                  <a:lnTo>
                    <a:pt x="16322" y="87"/>
                  </a:lnTo>
                  <a:lnTo>
                    <a:pt x="15656" y="87"/>
                  </a:lnTo>
                  <a:lnTo>
                    <a:pt x="15015" y="0"/>
                  </a:lnTo>
                  <a:lnTo>
                    <a:pt x="13554" y="87"/>
                  </a:lnTo>
                  <a:lnTo>
                    <a:pt x="12043" y="130"/>
                  </a:lnTo>
                  <a:lnTo>
                    <a:pt x="10582" y="217"/>
                  </a:lnTo>
                  <a:lnTo>
                    <a:pt x="9327" y="217"/>
                  </a:lnTo>
                  <a:lnTo>
                    <a:pt x="9532" y="7258"/>
                  </a:lnTo>
                  <a:lnTo>
                    <a:pt x="9557" y="10561"/>
                  </a:lnTo>
                  <a:lnTo>
                    <a:pt x="9557" y="13603"/>
                  </a:lnTo>
                  <a:lnTo>
                    <a:pt x="7969" y="10518"/>
                  </a:lnTo>
                  <a:lnTo>
                    <a:pt x="6380" y="7171"/>
                  </a:lnTo>
                  <a:lnTo>
                    <a:pt x="4791" y="3738"/>
                  </a:lnTo>
                  <a:lnTo>
                    <a:pt x="3305" y="217"/>
                  </a:lnTo>
                  <a:lnTo>
                    <a:pt x="0" y="217"/>
                  </a:lnTo>
                  <a:lnTo>
                    <a:pt x="179" y="5476"/>
                  </a:lnTo>
                  <a:lnTo>
                    <a:pt x="205" y="8171"/>
                  </a:lnTo>
                  <a:lnTo>
                    <a:pt x="256" y="10909"/>
                  </a:lnTo>
                  <a:lnTo>
                    <a:pt x="205" y="13690"/>
                  </a:lnTo>
                  <a:lnTo>
                    <a:pt x="179" y="16385"/>
                  </a:lnTo>
                  <a:lnTo>
                    <a:pt x="0" y="21600"/>
                  </a:lnTo>
                  <a:lnTo>
                    <a:pt x="2742" y="21600"/>
                  </a:lnTo>
                  <a:lnTo>
                    <a:pt x="2562" y="17732"/>
                  </a:lnTo>
                  <a:lnTo>
                    <a:pt x="2485" y="13864"/>
                  </a:lnTo>
                  <a:lnTo>
                    <a:pt x="2434" y="10344"/>
                  </a:lnTo>
                  <a:lnTo>
                    <a:pt x="2434" y="7171"/>
                  </a:lnTo>
                  <a:lnTo>
                    <a:pt x="4151" y="10518"/>
                  </a:lnTo>
                  <a:lnTo>
                    <a:pt x="5893" y="14081"/>
                  </a:lnTo>
                  <a:lnTo>
                    <a:pt x="7661" y="17819"/>
                  </a:lnTo>
                  <a:lnTo>
                    <a:pt x="8456" y="19731"/>
                  </a:lnTo>
                  <a:lnTo>
                    <a:pt x="9275" y="21600"/>
                  </a:lnTo>
                  <a:lnTo>
                    <a:pt x="12120" y="21600"/>
                  </a:lnTo>
                  <a:lnTo>
                    <a:pt x="11991" y="16385"/>
                  </a:lnTo>
                  <a:lnTo>
                    <a:pt x="11966" y="13690"/>
                  </a:lnTo>
                  <a:lnTo>
                    <a:pt x="11915" y="10909"/>
                  </a:lnTo>
                  <a:lnTo>
                    <a:pt x="11915" y="6910"/>
                  </a:lnTo>
                  <a:lnTo>
                    <a:pt x="11991" y="2955"/>
                  </a:lnTo>
                  <a:lnTo>
                    <a:pt x="12863" y="2912"/>
                  </a:lnTo>
                  <a:lnTo>
                    <a:pt x="13913" y="2912"/>
                  </a:lnTo>
                  <a:lnTo>
                    <a:pt x="14554" y="2955"/>
                  </a:lnTo>
                  <a:lnTo>
                    <a:pt x="15143" y="3129"/>
                  </a:lnTo>
                  <a:lnTo>
                    <a:pt x="15630" y="3477"/>
                  </a:lnTo>
                  <a:lnTo>
                    <a:pt x="15835" y="3651"/>
                  </a:lnTo>
                  <a:lnTo>
                    <a:pt x="16142" y="4085"/>
                  </a:lnTo>
                  <a:lnTo>
                    <a:pt x="16270" y="4346"/>
                  </a:lnTo>
                  <a:lnTo>
                    <a:pt x="16475" y="4911"/>
                  </a:lnTo>
                  <a:lnTo>
                    <a:pt x="16604" y="5520"/>
                  </a:lnTo>
                  <a:lnTo>
                    <a:pt x="16629" y="6302"/>
                  </a:lnTo>
                  <a:lnTo>
                    <a:pt x="16604" y="6693"/>
                  </a:lnTo>
                  <a:lnTo>
                    <a:pt x="16552" y="7171"/>
                  </a:lnTo>
                  <a:lnTo>
                    <a:pt x="16475" y="7606"/>
                  </a:lnTo>
                  <a:lnTo>
                    <a:pt x="16347" y="7997"/>
                  </a:lnTo>
                  <a:lnTo>
                    <a:pt x="16245" y="8344"/>
                  </a:lnTo>
                  <a:lnTo>
                    <a:pt x="15835" y="9040"/>
                  </a:lnTo>
                  <a:lnTo>
                    <a:pt x="15630" y="9344"/>
                  </a:lnTo>
                  <a:lnTo>
                    <a:pt x="15092" y="9866"/>
                  </a:lnTo>
                  <a:lnTo>
                    <a:pt x="14528" y="10300"/>
                  </a:lnTo>
                  <a:lnTo>
                    <a:pt x="13888" y="10648"/>
                  </a:lnTo>
                  <a:lnTo>
                    <a:pt x="13196" y="10996"/>
                  </a:lnTo>
                  <a:lnTo>
                    <a:pt x="14272" y="13386"/>
                  </a:lnTo>
                  <a:lnTo>
                    <a:pt x="15451" y="16080"/>
                  </a:lnTo>
                  <a:lnTo>
                    <a:pt x="16604" y="18905"/>
                  </a:lnTo>
                  <a:lnTo>
                    <a:pt x="17654" y="21600"/>
                  </a:lnTo>
                  <a:lnTo>
                    <a:pt x="21600" y="21600"/>
                  </a:lnTo>
                  <a:lnTo>
                    <a:pt x="19166" y="16298"/>
                  </a:lnTo>
                  <a:lnTo>
                    <a:pt x="18115" y="13821"/>
                  </a:lnTo>
                  <a:lnTo>
                    <a:pt x="17167" y="11517"/>
                  </a:lnTo>
                  <a:close/>
                </a:path>
              </a:pathLst>
            </a:custGeom>
            <a:solidFill>
              <a:srgbClr val="005BAC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sp>
        <p:nvSpPr>
          <p:cNvPr id="244" name="タイトルテキスト"/>
          <p:cNvSpPr txBox="1">
            <a:spLocks noGrp="1"/>
          </p:cNvSpPr>
          <p:nvPr>
            <p:ph type="title"/>
          </p:nvPr>
        </p:nvSpPr>
        <p:spPr>
          <a:xfrm>
            <a:off x="201000" y="259199"/>
            <a:ext cx="9504000" cy="380481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t>タイトルテキスト</a:t>
            </a:r>
          </a:p>
        </p:txBody>
      </p:sp>
      <p:sp>
        <p:nvSpPr>
          <p:cNvPr id="245" name="本文レベル1…"/>
          <p:cNvSpPr txBox="1">
            <a:spLocks noGrp="1"/>
          </p:cNvSpPr>
          <p:nvPr>
            <p:ph type="body" idx="1"/>
          </p:nvPr>
        </p:nvSpPr>
        <p:spPr>
          <a:xfrm>
            <a:off x="201000" y="863999"/>
            <a:ext cx="9504000" cy="5589336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t>本文レベル1</a:t>
            </a:r>
          </a:p>
          <a:p>
            <a:pPr lvl="1"/>
            <a:r>
              <a:t>本文レベル2</a:t>
            </a:r>
          </a:p>
          <a:p>
            <a:pPr lvl="2"/>
            <a:r>
              <a:t>本文レベル3</a:t>
            </a:r>
          </a:p>
          <a:p>
            <a:pPr lvl="3"/>
            <a:r>
              <a:t>本文レベル4</a:t>
            </a:r>
          </a:p>
          <a:p>
            <a:pPr lvl="4"/>
            <a:r>
              <a:t>本文レベル5</a:t>
            </a:r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章＋1行タイトル（説明文あり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スライド番号"/>
          <p:cNvSpPr txBox="1">
            <a:spLocks noGrp="1"/>
          </p:cNvSpPr>
          <p:nvPr>
            <p:ph type="sldNum" sz="quarter" idx="2"/>
          </p:nvPr>
        </p:nvSpPr>
        <p:spPr>
          <a:xfrm>
            <a:off x="9723784" y="6620921"/>
            <a:ext cx="182217" cy="177801"/>
          </a:xfrm>
          <a:prstGeom prst="rect">
            <a:avLst/>
          </a:prstGeom>
        </p:spPr>
        <p:txBody>
          <a:bodyPr lIns="0" tIns="0" rIns="0" bIns="0"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253" name="テキスト ボックス 10"/>
          <p:cNvSpPr txBox="1"/>
          <p:nvPr/>
        </p:nvSpPr>
        <p:spPr>
          <a:xfrm>
            <a:off x="5934824" y="6620361"/>
            <a:ext cx="3119366" cy="218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 algn="r">
              <a:defRPr sz="800">
                <a:solidFill>
                  <a:schemeClr val="accent1"/>
                </a:solidFill>
              </a:defRPr>
            </a:pPr>
            <a:r>
              <a:t>Copyrigh</a:t>
            </a:r>
            <a:r>
              <a:rPr spc="-1000"/>
              <a:t>t</a:t>
            </a:r>
            <a:r>
              <a:rPr>
                <a:solidFill>
                  <a:srgbClr val="001279"/>
                </a:solidFill>
              </a:rPr>
              <a:t>（C）</a:t>
            </a:r>
            <a:r>
              <a:t> Nomura Research Institute, Ltd. All rights reserved.</a:t>
            </a:r>
          </a:p>
        </p:txBody>
      </p:sp>
      <p:grpSp>
        <p:nvGrpSpPr>
          <p:cNvPr id="256" name="グループ化 11"/>
          <p:cNvGrpSpPr/>
          <p:nvPr/>
        </p:nvGrpSpPr>
        <p:grpSpPr>
          <a:xfrm>
            <a:off x="9129156" y="6620361"/>
            <a:ext cx="288340" cy="145026"/>
            <a:chOff x="0" y="0"/>
            <a:chExt cx="288338" cy="145025"/>
          </a:xfrm>
        </p:grpSpPr>
        <p:sp>
          <p:nvSpPr>
            <p:cNvPr id="254" name="Freeform 290"/>
            <p:cNvSpPr/>
            <p:nvPr/>
          </p:nvSpPr>
          <p:spPr>
            <a:xfrm>
              <a:off x="249737" y="584"/>
              <a:ext cx="38602" cy="14385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lnTo>
                    <a:pt x="0" y="0"/>
                  </a:lnTo>
                  <a:lnTo>
                    <a:pt x="818" y="5312"/>
                  </a:lnTo>
                  <a:lnTo>
                    <a:pt x="1145" y="8034"/>
                  </a:lnTo>
                  <a:lnTo>
                    <a:pt x="1309" y="10800"/>
                  </a:lnTo>
                  <a:lnTo>
                    <a:pt x="1145" y="13610"/>
                  </a:lnTo>
                  <a:lnTo>
                    <a:pt x="818" y="16332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0782" y="16332"/>
                  </a:lnTo>
                  <a:lnTo>
                    <a:pt x="20291" y="13610"/>
                  </a:lnTo>
                  <a:lnTo>
                    <a:pt x="20291" y="8034"/>
                  </a:lnTo>
                  <a:lnTo>
                    <a:pt x="20782" y="5312"/>
                  </a:lnTo>
                  <a:lnTo>
                    <a:pt x="21600" y="0"/>
                  </a:lnTo>
                  <a:close/>
                </a:path>
              </a:pathLst>
            </a:custGeom>
            <a:solidFill>
              <a:srgbClr val="005BAC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255" name="Freeform 291"/>
            <p:cNvSpPr/>
            <p:nvPr/>
          </p:nvSpPr>
          <p:spPr>
            <a:xfrm>
              <a:off x="-1" y="0"/>
              <a:ext cx="246230" cy="14502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7167" y="11517"/>
                  </a:moveTo>
                  <a:lnTo>
                    <a:pt x="17859" y="11039"/>
                  </a:lnTo>
                  <a:lnTo>
                    <a:pt x="18423" y="10431"/>
                  </a:lnTo>
                  <a:lnTo>
                    <a:pt x="18961" y="9822"/>
                  </a:lnTo>
                  <a:lnTo>
                    <a:pt x="19396" y="9040"/>
                  </a:lnTo>
                  <a:lnTo>
                    <a:pt x="19730" y="8214"/>
                  </a:lnTo>
                  <a:lnTo>
                    <a:pt x="19986" y="7301"/>
                  </a:lnTo>
                  <a:lnTo>
                    <a:pt x="20088" y="6910"/>
                  </a:lnTo>
                  <a:lnTo>
                    <a:pt x="20140" y="6432"/>
                  </a:lnTo>
                  <a:lnTo>
                    <a:pt x="20191" y="5998"/>
                  </a:lnTo>
                  <a:lnTo>
                    <a:pt x="20191" y="4998"/>
                  </a:lnTo>
                  <a:lnTo>
                    <a:pt x="20140" y="4476"/>
                  </a:lnTo>
                  <a:lnTo>
                    <a:pt x="20088" y="3998"/>
                  </a:lnTo>
                  <a:lnTo>
                    <a:pt x="20011" y="3520"/>
                  </a:lnTo>
                  <a:lnTo>
                    <a:pt x="19883" y="3129"/>
                  </a:lnTo>
                  <a:lnTo>
                    <a:pt x="19730" y="2695"/>
                  </a:lnTo>
                  <a:lnTo>
                    <a:pt x="19601" y="2347"/>
                  </a:lnTo>
                  <a:lnTo>
                    <a:pt x="19396" y="1999"/>
                  </a:lnTo>
                  <a:lnTo>
                    <a:pt x="19012" y="1391"/>
                  </a:lnTo>
                  <a:lnTo>
                    <a:pt x="18551" y="956"/>
                  </a:lnTo>
                  <a:lnTo>
                    <a:pt x="18064" y="608"/>
                  </a:lnTo>
                  <a:lnTo>
                    <a:pt x="17500" y="348"/>
                  </a:lnTo>
                  <a:lnTo>
                    <a:pt x="16937" y="217"/>
                  </a:lnTo>
                  <a:lnTo>
                    <a:pt x="16322" y="87"/>
                  </a:lnTo>
                  <a:lnTo>
                    <a:pt x="15656" y="87"/>
                  </a:lnTo>
                  <a:lnTo>
                    <a:pt x="15015" y="0"/>
                  </a:lnTo>
                  <a:lnTo>
                    <a:pt x="13554" y="87"/>
                  </a:lnTo>
                  <a:lnTo>
                    <a:pt x="12043" y="130"/>
                  </a:lnTo>
                  <a:lnTo>
                    <a:pt x="10582" y="217"/>
                  </a:lnTo>
                  <a:lnTo>
                    <a:pt x="9327" y="217"/>
                  </a:lnTo>
                  <a:lnTo>
                    <a:pt x="9532" y="7258"/>
                  </a:lnTo>
                  <a:lnTo>
                    <a:pt x="9557" y="10561"/>
                  </a:lnTo>
                  <a:lnTo>
                    <a:pt x="9557" y="13603"/>
                  </a:lnTo>
                  <a:lnTo>
                    <a:pt x="7969" y="10518"/>
                  </a:lnTo>
                  <a:lnTo>
                    <a:pt x="6380" y="7171"/>
                  </a:lnTo>
                  <a:lnTo>
                    <a:pt x="4791" y="3738"/>
                  </a:lnTo>
                  <a:lnTo>
                    <a:pt x="3305" y="217"/>
                  </a:lnTo>
                  <a:lnTo>
                    <a:pt x="0" y="217"/>
                  </a:lnTo>
                  <a:lnTo>
                    <a:pt x="179" y="5476"/>
                  </a:lnTo>
                  <a:lnTo>
                    <a:pt x="205" y="8171"/>
                  </a:lnTo>
                  <a:lnTo>
                    <a:pt x="256" y="10909"/>
                  </a:lnTo>
                  <a:lnTo>
                    <a:pt x="205" y="13690"/>
                  </a:lnTo>
                  <a:lnTo>
                    <a:pt x="179" y="16385"/>
                  </a:lnTo>
                  <a:lnTo>
                    <a:pt x="0" y="21600"/>
                  </a:lnTo>
                  <a:lnTo>
                    <a:pt x="2742" y="21600"/>
                  </a:lnTo>
                  <a:lnTo>
                    <a:pt x="2562" y="17732"/>
                  </a:lnTo>
                  <a:lnTo>
                    <a:pt x="2485" y="13864"/>
                  </a:lnTo>
                  <a:lnTo>
                    <a:pt x="2434" y="10344"/>
                  </a:lnTo>
                  <a:lnTo>
                    <a:pt x="2434" y="7171"/>
                  </a:lnTo>
                  <a:lnTo>
                    <a:pt x="4151" y="10518"/>
                  </a:lnTo>
                  <a:lnTo>
                    <a:pt x="5893" y="14081"/>
                  </a:lnTo>
                  <a:lnTo>
                    <a:pt x="7661" y="17819"/>
                  </a:lnTo>
                  <a:lnTo>
                    <a:pt x="8456" y="19731"/>
                  </a:lnTo>
                  <a:lnTo>
                    <a:pt x="9275" y="21600"/>
                  </a:lnTo>
                  <a:lnTo>
                    <a:pt x="12120" y="21600"/>
                  </a:lnTo>
                  <a:lnTo>
                    <a:pt x="11991" y="16385"/>
                  </a:lnTo>
                  <a:lnTo>
                    <a:pt x="11966" y="13690"/>
                  </a:lnTo>
                  <a:lnTo>
                    <a:pt x="11915" y="10909"/>
                  </a:lnTo>
                  <a:lnTo>
                    <a:pt x="11915" y="6910"/>
                  </a:lnTo>
                  <a:lnTo>
                    <a:pt x="11991" y="2955"/>
                  </a:lnTo>
                  <a:lnTo>
                    <a:pt x="12863" y="2912"/>
                  </a:lnTo>
                  <a:lnTo>
                    <a:pt x="13913" y="2912"/>
                  </a:lnTo>
                  <a:lnTo>
                    <a:pt x="14554" y="2955"/>
                  </a:lnTo>
                  <a:lnTo>
                    <a:pt x="15143" y="3129"/>
                  </a:lnTo>
                  <a:lnTo>
                    <a:pt x="15630" y="3477"/>
                  </a:lnTo>
                  <a:lnTo>
                    <a:pt x="15835" y="3651"/>
                  </a:lnTo>
                  <a:lnTo>
                    <a:pt x="16142" y="4085"/>
                  </a:lnTo>
                  <a:lnTo>
                    <a:pt x="16270" y="4346"/>
                  </a:lnTo>
                  <a:lnTo>
                    <a:pt x="16475" y="4911"/>
                  </a:lnTo>
                  <a:lnTo>
                    <a:pt x="16604" y="5520"/>
                  </a:lnTo>
                  <a:lnTo>
                    <a:pt x="16629" y="6302"/>
                  </a:lnTo>
                  <a:lnTo>
                    <a:pt x="16604" y="6693"/>
                  </a:lnTo>
                  <a:lnTo>
                    <a:pt x="16552" y="7171"/>
                  </a:lnTo>
                  <a:lnTo>
                    <a:pt x="16475" y="7606"/>
                  </a:lnTo>
                  <a:lnTo>
                    <a:pt x="16347" y="7997"/>
                  </a:lnTo>
                  <a:lnTo>
                    <a:pt x="16245" y="8344"/>
                  </a:lnTo>
                  <a:lnTo>
                    <a:pt x="15835" y="9040"/>
                  </a:lnTo>
                  <a:lnTo>
                    <a:pt x="15630" y="9344"/>
                  </a:lnTo>
                  <a:lnTo>
                    <a:pt x="15092" y="9866"/>
                  </a:lnTo>
                  <a:lnTo>
                    <a:pt x="14528" y="10300"/>
                  </a:lnTo>
                  <a:lnTo>
                    <a:pt x="13888" y="10648"/>
                  </a:lnTo>
                  <a:lnTo>
                    <a:pt x="13196" y="10996"/>
                  </a:lnTo>
                  <a:lnTo>
                    <a:pt x="14272" y="13386"/>
                  </a:lnTo>
                  <a:lnTo>
                    <a:pt x="15451" y="16080"/>
                  </a:lnTo>
                  <a:lnTo>
                    <a:pt x="16604" y="18905"/>
                  </a:lnTo>
                  <a:lnTo>
                    <a:pt x="17654" y="21600"/>
                  </a:lnTo>
                  <a:lnTo>
                    <a:pt x="21600" y="21600"/>
                  </a:lnTo>
                  <a:lnTo>
                    <a:pt x="19166" y="16298"/>
                  </a:lnTo>
                  <a:lnTo>
                    <a:pt x="18115" y="13821"/>
                  </a:lnTo>
                  <a:lnTo>
                    <a:pt x="17167" y="11517"/>
                  </a:lnTo>
                  <a:close/>
                </a:path>
              </a:pathLst>
            </a:custGeom>
            <a:solidFill>
              <a:srgbClr val="005BAC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sp>
        <p:nvSpPr>
          <p:cNvPr id="257" name="本文レベル1…"/>
          <p:cNvSpPr txBox="1">
            <a:spLocks noGrp="1"/>
          </p:cNvSpPr>
          <p:nvPr>
            <p:ph type="body" idx="1"/>
          </p:nvPr>
        </p:nvSpPr>
        <p:spPr>
          <a:xfrm>
            <a:off x="497659" y="1086567"/>
            <a:ext cx="8916118" cy="5291376"/>
          </a:xfrm>
          <a:prstGeom prst="rect">
            <a:avLst/>
          </a:prstGeom>
        </p:spPr>
        <p:txBody>
          <a:bodyPr>
            <a:normAutofit/>
          </a:bodyPr>
          <a:lstStyle>
            <a:lvl1pPr marL="147768" indent="-147768">
              <a:lnSpc>
                <a:spcPct val="120000"/>
              </a:lnSpc>
              <a:spcBef>
                <a:spcPts val="0"/>
              </a:spcBef>
              <a:buClr>
                <a:srgbClr val="CCCCCC"/>
              </a:buClr>
              <a:defRPr sz="1000">
                <a:latin typeface="UD デジタル 教科書体 N-R"/>
                <a:ea typeface="UD デジタル 教科書体 N-R"/>
                <a:cs typeface="UD デジタル 教科書体 N-R"/>
                <a:sym typeface="UD デジタル 教科書体 N-R"/>
              </a:defRPr>
            </a:lvl1pPr>
            <a:lvl2pPr marL="262149" indent="-86085">
              <a:lnSpc>
                <a:spcPct val="120000"/>
              </a:lnSpc>
              <a:spcBef>
                <a:spcPts val="0"/>
              </a:spcBef>
              <a:buClr>
                <a:srgbClr val="CCCCCC"/>
              </a:buClr>
              <a:defRPr sz="1000">
                <a:latin typeface="UD デジタル 教科書体 N-R"/>
                <a:ea typeface="UD デジタル 教科書体 N-R"/>
                <a:cs typeface="UD デジタル 教科書体 N-R"/>
                <a:sym typeface="UD デジタル 教科書体 N-R"/>
              </a:defRPr>
            </a:lvl2pPr>
            <a:lvl3pPr marL="455130" indent="-130251">
              <a:lnSpc>
                <a:spcPct val="120000"/>
              </a:lnSpc>
              <a:spcBef>
                <a:spcPts val="0"/>
              </a:spcBef>
              <a:buClr>
                <a:srgbClr val="CCCCCC"/>
              </a:buClr>
              <a:defRPr sz="1000">
                <a:latin typeface="UD デジタル 教科書体 N-R"/>
                <a:ea typeface="UD デジタル 教科書体 N-R"/>
                <a:cs typeface="UD デジタル 教科書体 N-R"/>
                <a:sym typeface="UD デジタル 教科書体 N-R"/>
              </a:defRPr>
            </a:lvl3pPr>
            <a:lvl4pPr marL="595412" indent="-122765">
              <a:lnSpc>
                <a:spcPct val="120000"/>
              </a:lnSpc>
              <a:spcBef>
                <a:spcPts val="0"/>
              </a:spcBef>
              <a:buClr>
                <a:srgbClr val="CCCCCC"/>
              </a:buClr>
              <a:defRPr sz="1000">
                <a:latin typeface="UD デジタル 教科書体 N-R"/>
                <a:ea typeface="UD デジタル 教科書体 N-R"/>
                <a:cs typeface="UD デジタル 教科書体 N-R"/>
                <a:sym typeface="UD デジタル 教科書体 N-R"/>
              </a:defRPr>
            </a:lvl4pPr>
            <a:lvl5pPr marL="663033" indent="-69866">
              <a:lnSpc>
                <a:spcPct val="120000"/>
              </a:lnSpc>
              <a:spcBef>
                <a:spcPts val="0"/>
              </a:spcBef>
              <a:buClr>
                <a:srgbClr val="CCCCCC"/>
              </a:buClr>
              <a:buChar char="-"/>
              <a:defRPr sz="1000">
                <a:latin typeface="UD デジタル 教科書体 N-R"/>
                <a:ea typeface="UD デジタル 教科書体 N-R"/>
                <a:cs typeface="UD デジタル 教科書体 N-R"/>
                <a:sym typeface="UD デジタル 教科書体 N-R"/>
              </a:defRPr>
            </a:lvl5pPr>
          </a:lstStyle>
          <a:p>
            <a:r>
              <a:t>本文レベル1</a:t>
            </a:r>
          </a:p>
          <a:p>
            <a:pPr lvl="1"/>
            <a:r>
              <a:t>本文レベル2</a:t>
            </a:r>
          </a:p>
          <a:p>
            <a:pPr lvl="2"/>
            <a:r>
              <a:t>本文レベル3</a:t>
            </a:r>
          </a:p>
          <a:p>
            <a:pPr lvl="3"/>
            <a:r>
              <a:t>本文レベル4</a:t>
            </a:r>
          </a:p>
          <a:p>
            <a:pPr lvl="4"/>
            <a:r>
              <a:t>本文レベル5</a:t>
            </a:r>
          </a:p>
        </p:txBody>
      </p:sp>
      <p:sp>
        <p:nvSpPr>
          <p:cNvPr id="258" name="テキスト プレースホルダー 18"/>
          <p:cNvSpPr>
            <a:spLocks noGrp="1"/>
          </p:cNvSpPr>
          <p:nvPr>
            <p:ph type="body" sz="quarter" idx="21" hasCustomPrompt="1"/>
          </p:nvPr>
        </p:nvSpPr>
        <p:spPr>
          <a:xfrm>
            <a:off x="488950" y="238182"/>
            <a:ext cx="8928101" cy="301423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ClrTx/>
              <a:buSzTx/>
              <a:buNone/>
              <a:defRPr sz="900" b="1">
                <a:solidFill>
                  <a:srgbClr val="CCCCCC"/>
                </a:solidFill>
                <a:latin typeface="UD デジタル 教科書体 N-B"/>
                <a:ea typeface="UD デジタル 教科書体 N-B"/>
                <a:cs typeface="UD デジタル 教科書体 N-B"/>
                <a:sym typeface="UD デジタル 教科書体 N-B"/>
              </a:defRPr>
            </a:lvl1pPr>
          </a:lstStyle>
          <a:p>
            <a:r>
              <a:t>章タイトルを入力</a:t>
            </a:r>
          </a:p>
        </p:txBody>
      </p:sp>
      <p:sp>
        <p:nvSpPr>
          <p:cNvPr id="259" name="タイトルテキスト"/>
          <p:cNvSpPr txBox="1">
            <a:spLocks noGrp="1"/>
          </p:cNvSpPr>
          <p:nvPr>
            <p:ph type="title"/>
          </p:nvPr>
        </p:nvSpPr>
        <p:spPr>
          <a:xfrm>
            <a:off x="488951" y="547918"/>
            <a:ext cx="8928100" cy="397566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defRPr>
                <a:latin typeface="UD デジタル 教科書体 N-B"/>
                <a:ea typeface="UD デジタル 教科書体 N-B"/>
                <a:cs typeface="UD デジタル 教科書体 N-B"/>
                <a:sym typeface="UD デジタル 教科書体 N-B"/>
              </a:defRPr>
            </a:lvl1pPr>
          </a:lstStyle>
          <a:p>
            <a:r>
              <a:t>タイトルテキスト</a:t>
            </a:r>
          </a:p>
        </p:txBody>
      </p:sp>
      <p:sp>
        <p:nvSpPr>
          <p:cNvPr id="260" name="正方形/長方形 4"/>
          <p:cNvSpPr/>
          <p:nvPr/>
        </p:nvSpPr>
        <p:spPr>
          <a:xfrm>
            <a:off x="343527" y="262399"/>
            <a:ext cx="87170" cy="604301"/>
          </a:xfrm>
          <a:prstGeom prst="rect">
            <a:avLst/>
          </a:prstGeom>
          <a:solidFill>
            <a:srgbClr val="CCCCC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1200"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表紙（デジタル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タイトルテキスト"/>
          <p:cNvSpPr txBox="1">
            <a:spLocks noGrp="1"/>
          </p:cNvSpPr>
          <p:nvPr>
            <p:ph type="title"/>
          </p:nvPr>
        </p:nvSpPr>
        <p:spPr>
          <a:xfrm>
            <a:off x="492767" y="2986964"/>
            <a:ext cx="6332444" cy="442036"/>
          </a:xfrm>
          <a:prstGeom prst="rect">
            <a:avLst/>
          </a:prstGeom>
          <a:noFill/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t>タイトルテキスト</a:t>
            </a:r>
          </a:p>
        </p:txBody>
      </p:sp>
      <p:sp>
        <p:nvSpPr>
          <p:cNvPr id="268" name="本文レベル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492391" y="686668"/>
            <a:ext cx="6332819" cy="365358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buClrTx/>
              <a:buSzTx/>
              <a:buNone/>
              <a:defRPr b="1">
                <a:solidFill>
                  <a:schemeClr val="accent1"/>
                </a:solidFill>
              </a:defRPr>
            </a:lvl1pPr>
            <a:lvl2pPr marL="0" indent="495284">
              <a:lnSpc>
                <a:spcPct val="110000"/>
              </a:lnSpc>
              <a:spcBef>
                <a:spcPts val="0"/>
              </a:spcBef>
              <a:buClrTx/>
              <a:buSzTx/>
              <a:buNone/>
              <a:defRPr b="1">
                <a:solidFill>
                  <a:schemeClr val="accent1"/>
                </a:solidFill>
              </a:defRPr>
            </a:lvl2pPr>
            <a:lvl3pPr marL="0" indent="990569">
              <a:lnSpc>
                <a:spcPct val="110000"/>
              </a:lnSpc>
              <a:spcBef>
                <a:spcPts val="0"/>
              </a:spcBef>
              <a:buClrTx/>
              <a:buSzTx/>
              <a:buNone/>
              <a:defRPr b="1">
                <a:solidFill>
                  <a:schemeClr val="accent1"/>
                </a:solidFill>
              </a:defRPr>
            </a:lvl3pPr>
            <a:lvl4pPr marL="0" indent="1485853">
              <a:lnSpc>
                <a:spcPct val="110000"/>
              </a:lnSpc>
              <a:spcBef>
                <a:spcPts val="0"/>
              </a:spcBef>
              <a:buClrTx/>
              <a:buSzTx/>
              <a:buNone/>
              <a:defRPr b="1">
                <a:solidFill>
                  <a:schemeClr val="accent1"/>
                </a:solidFill>
              </a:defRPr>
            </a:lvl4pPr>
            <a:lvl5pPr marL="0" indent="1981138">
              <a:lnSpc>
                <a:spcPct val="110000"/>
              </a:lnSpc>
              <a:spcBef>
                <a:spcPts val="0"/>
              </a:spcBef>
              <a:buClrTx/>
              <a:buSzTx/>
              <a:buNone/>
              <a:defRPr b="1">
                <a:solidFill>
                  <a:schemeClr val="accent1"/>
                </a:solidFill>
              </a:defRPr>
            </a:lvl5pPr>
          </a:lstStyle>
          <a:p>
            <a:r>
              <a:t>資料名など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269" name="テキスト プレースホルダー 14"/>
          <p:cNvSpPr>
            <a:spLocks noGrp="1"/>
          </p:cNvSpPr>
          <p:nvPr>
            <p:ph type="body" sz="quarter" idx="21" hasCustomPrompt="1"/>
          </p:nvPr>
        </p:nvSpPr>
        <p:spPr>
          <a:xfrm>
            <a:off x="492389" y="5435999"/>
            <a:ext cx="6332443" cy="252001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>
              <a:spcBef>
                <a:spcPts val="0"/>
              </a:spcBef>
              <a:buClrTx/>
              <a:buSzTx/>
              <a:buNone/>
              <a:defRPr sz="1200" b="1"/>
            </a:lvl1pPr>
          </a:lstStyle>
          <a:p>
            <a:r>
              <a:t>日付</a:t>
            </a:r>
          </a:p>
        </p:txBody>
      </p:sp>
      <p:sp>
        <p:nvSpPr>
          <p:cNvPr id="270" name="テキスト プレースホルダー 14"/>
          <p:cNvSpPr>
            <a:spLocks noGrp="1"/>
          </p:cNvSpPr>
          <p:nvPr>
            <p:ph type="body" sz="quarter" idx="22" hasCustomPrompt="1"/>
          </p:nvPr>
        </p:nvSpPr>
        <p:spPr>
          <a:xfrm>
            <a:off x="492765" y="4491642"/>
            <a:ext cx="6332444" cy="76617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lnSpc>
                <a:spcPts val="1600"/>
              </a:lnSpc>
              <a:spcBef>
                <a:spcPts val="0"/>
              </a:spcBef>
              <a:buClrTx/>
              <a:buSzTx/>
              <a:buNone/>
              <a:defRPr sz="1200" b="1"/>
            </a:lvl1pPr>
          </a:lstStyle>
          <a:p>
            <a:r>
              <a:t>部署</a:t>
            </a:r>
          </a:p>
        </p:txBody>
      </p:sp>
      <p:sp>
        <p:nvSpPr>
          <p:cNvPr id="271" name="テキスト プレースホルダー 4"/>
          <p:cNvSpPr>
            <a:spLocks noGrp="1"/>
          </p:cNvSpPr>
          <p:nvPr>
            <p:ph type="body" sz="quarter" idx="23" hasCustomPrompt="1"/>
          </p:nvPr>
        </p:nvSpPr>
        <p:spPr>
          <a:xfrm>
            <a:off x="492765" y="4017390"/>
            <a:ext cx="6332444" cy="342001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>
              <a:spcBef>
                <a:spcPts val="0"/>
              </a:spcBef>
              <a:buClrTx/>
              <a:buSzTx/>
              <a:buNone/>
              <a:defRPr b="1"/>
            </a:lvl1pPr>
          </a:lstStyle>
          <a:p>
            <a:r>
              <a:t>名前</a:t>
            </a:r>
          </a:p>
        </p:txBody>
      </p:sp>
      <p:grpSp>
        <p:nvGrpSpPr>
          <p:cNvPr id="274" name="グループ化 17"/>
          <p:cNvGrpSpPr/>
          <p:nvPr/>
        </p:nvGrpSpPr>
        <p:grpSpPr>
          <a:xfrm>
            <a:off x="492766" y="6091218"/>
            <a:ext cx="766801" cy="385679"/>
            <a:chOff x="0" y="0"/>
            <a:chExt cx="766800" cy="385678"/>
          </a:xfrm>
        </p:grpSpPr>
        <p:sp>
          <p:nvSpPr>
            <p:cNvPr id="272" name="Freeform 290"/>
            <p:cNvSpPr/>
            <p:nvPr/>
          </p:nvSpPr>
          <p:spPr>
            <a:xfrm>
              <a:off x="664144" y="1555"/>
              <a:ext cx="102657" cy="38256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lnTo>
                    <a:pt x="0" y="0"/>
                  </a:lnTo>
                  <a:lnTo>
                    <a:pt x="818" y="5312"/>
                  </a:lnTo>
                  <a:lnTo>
                    <a:pt x="1145" y="8034"/>
                  </a:lnTo>
                  <a:lnTo>
                    <a:pt x="1309" y="10800"/>
                  </a:lnTo>
                  <a:lnTo>
                    <a:pt x="1145" y="13610"/>
                  </a:lnTo>
                  <a:lnTo>
                    <a:pt x="818" y="16332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0782" y="16332"/>
                  </a:lnTo>
                  <a:lnTo>
                    <a:pt x="20291" y="13610"/>
                  </a:lnTo>
                  <a:lnTo>
                    <a:pt x="20291" y="8034"/>
                  </a:lnTo>
                  <a:lnTo>
                    <a:pt x="20782" y="5312"/>
                  </a:lnTo>
                  <a:lnTo>
                    <a:pt x="21600" y="0"/>
                  </a:lnTo>
                  <a:close/>
                </a:path>
              </a:pathLst>
            </a:custGeom>
            <a:solidFill>
              <a:srgbClr val="005BAC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273" name="Freeform 291"/>
            <p:cNvSpPr/>
            <p:nvPr/>
          </p:nvSpPr>
          <p:spPr>
            <a:xfrm>
              <a:off x="0" y="-1"/>
              <a:ext cx="654814" cy="38568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7167" y="11517"/>
                  </a:moveTo>
                  <a:lnTo>
                    <a:pt x="17859" y="11039"/>
                  </a:lnTo>
                  <a:lnTo>
                    <a:pt x="18423" y="10431"/>
                  </a:lnTo>
                  <a:lnTo>
                    <a:pt x="18961" y="9822"/>
                  </a:lnTo>
                  <a:lnTo>
                    <a:pt x="19396" y="9040"/>
                  </a:lnTo>
                  <a:lnTo>
                    <a:pt x="19730" y="8214"/>
                  </a:lnTo>
                  <a:lnTo>
                    <a:pt x="19986" y="7301"/>
                  </a:lnTo>
                  <a:lnTo>
                    <a:pt x="20088" y="6910"/>
                  </a:lnTo>
                  <a:lnTo>
                    <a:pt x="20140" y="6432"/>
                  </a:lnTo>
                  <a:lnTo>
                    <a:pt x="20191" y="5998"/>
                  </a:lnTo>
                  <a:lnTo>
                    <a:pt x="20191" y="4998"/>
                  </a:lnTo>
                  <a:lnTo>
                    <a:pt x="20140" y="4476"/>
                  </a:lnTo>
                  <a:lnTo>
                    <a:pt x="20088" y="3998"/>
                  </a:lnTo>
                  <a:lnTo>
                    <a:pt x="20011" y="3520"/>
                  </a:lnTo>
                  <a:lnTo>
                    <a:pt x="19883" y="3129"/>
                  </a:lnTo>
                  <a:lnTo>
                    <a:pt x="19730" y="2695"/>
                  </a:lnTo>
                  <a:lnTo>
                    <a:pt x="19601" y="2347"/>
                  </a:lnTo>
                  <a:lnTo>
                    <a:pt x="19396" y="1999"/>
                  </a:lnTo>
                  <a:lnTo>
                    <a:pt x="19012" y="1391"/>
                  </a:lnTo>
                  <a:lnTo>
                    <a:pt x="18551" y="956"/>
                  </a:lnTo>
                  <a:lnTo>
                    <a:pt x="18064" y="608"/>
                  </a:lnTo>
                  <a:lnTo>
                    <a:pt x="17500" y="348"/>
                  </a:lnTo>
                  <a:lnTo>
                    <a:pt x="16937" y="217"/>
                  </a:lnTo>
                  <a:lnTo>
                    <a:pt x="16322" y="87"/>
                  </a:lnTo>
                  <a:lnTo>
                    <a:pt x="15656" y="87"/>
                  </a:lnTo>
                  <a:lnTo>
                    <a:pt x="15015" y="0"/>
                  </a:lnTo>
                  <a:lnTo>
                    <a:pt x="13554" y="87"/>
                  </a:lnTo>
                  <a:lnTo>
                    <a:pt x="12043" y="130"/>
                  </a:lnTo>
                  <a:lnTo>
                    <a:pt x="10582" y="217"/>
                  </a:lnTo>
                  <a:lnTo>
                    <a:pt x="9327" y="217"/>
                  </a:lnTo>
                  <a:lnTo>
                    <a:pt x="9532" y="7258"/>
                  </a:lnTo>
                  <a:lnTo>
                    <a:pt x="9557" y="10561"/>
                  </a:lnTo>
                  <a:lnTo>
                    <a:pt x="9557" y="13603"/>
                  </a:lnTo>
                  <a:lnTo>
                    <a:pt x="7969" y="10518"/>
                  </a:lnTo>
                  <a:lnTo>
                    <a:pt x="6380" y="7171"/>
                  </a:lnTo>
                  <a:lnTo>
                    <a:pt x="4791" y="3738"/>
                  </a:lnTo>
                  <a:lnTo>
                    <a:pt x="3305" y="217"/>
                  </a:lnTo>
                  <a:lnTo>
                    <a:pt x="0" y="217"/>
                  </a:lnTo>
                  <a:lnTo>
                    <a:pt x="179" y="5476"/>
                  </a:lnTo>
                  <a:lnTo>
                    <a:pt x="205" y="8171"/>
                  </a:lnTo>
                  <a:lnTo>
                    <a:pt x="256" y="10909"/>
                  </a:lnTo>
                  <a:lnTo>
                    <a:pt x="205" y="13690"/>
                  </a:lnTo>
                  <a:lnTo>
                    <a:pt x="179" y="16385"/>
                  </a:lnTo>
                  <a:lnTo>
                    <a:pt x="0" y="21600"/>
                  </a:lnTo>
                  <a:lnTo>
                    <a:pt x="2742" y="21600"/>
                  </a:lnTo>
                  <a:lnTo>
                    <a:pt x="2562" y="17732"/>
                  </a:lnTo>
                  <a:lnTo>
                    <a:pt x="2485" y="13864"/>
                  </a:lnTo>
                  <a:lnTo>
                    <a:pt x="2434" y="10344"/>
                  </a:lnTo>
                  <a:lnTo>
                    <a:pt x="2434" y="7171"/>
                  </a:lnTo>
                  <a:lnTo>
                    <a:pt x="4151" y="10518"/>
                  </a:lnTo>
                  <a:lnTo>
                    <a:pt x="5893" y="14081"/>
                  </a:lnTo>
                  <a:lnTo>
                    <a:pt x="7661" y="17819"/>
                  </a:lnTo>
                  <a:lnTo>
                    <a:pt x="8456" y="19731"/>
                  </a:lnTo>
                  <a:lnTo>
                    <a:pt x="9275" y="21600"/>
                  </a:lnTo>
                  <a:lnTo>
                    <a:pt x="12120" y="21600"/>
                  </a:lnTo>
                  <a:lnTo>
                    <a:pt x="11991" y="16385"/>
                  </a:lnTo>
                  <a:lnTo>
                    <a:pt x="11966" y="13690"/>
                  </a:lnTo>
                  <a:lnTo>
                    <a:pt x="11915" y="10909"/>
                  </a:lnTo>
                  <a:lnTo>
                    <a:pt x="11915" y="6910"/>
                  </a:lnTo>
                  <a:lnTo>
                    <a:pt x="11991" y="2955"/>
                  </a:lnTo>
                  <a:lnTo>
                    <a:pt x="12863" y="2912"/>
                  </a:lnTo>
                  <a:lnTo>
                    <a:pt x="13913" y="2912"/>
                  </a:lnTo>
                  <a:lnTo>
                    <a:pt x="14554" y="2955"/>
                  </a:lnTo>
                  <a:lnTo>
                    <a:pt x="15143" y="3129"/>
                  </a:lnTo>
                  <a:lnTo>
                    <a:pt x="15630" y="3477"/>
                  </a:lnTo>
                  <a:lnTo>
                    <a:pt x="15835" y="3651"/>
                  </a:lnTo>
                  <a:lnTo>
                    <a:pt x="16142" y="4085"/>
                  </a:lnTo>
                  <a:lnTo>
                    <a:pt x="16270" y="4346"/>
                  </a:lnTo>
                  <a:lnTo>
                    <a:pt x="16475" y="4911"/>
                  </a:lnTo>
                  <a:lnTo>
                    <a:pt x="16604" y="5520"/>
                  </a:lnTo>
                  <a:lnTo>
                    <a:pt x="16629" y="6302"/>
                  </a:lnTo>
                  <a:lnTo>
                    <a:pt x="16604" y="6693"/>
                  </a:lnTo>
                  <a:lnTo>
                    <a:pt x="16552" y="7171"/>
                  </a:lnTo>
                  <a:lnTo>
                    <a:pt x="16475" y="7606"/>
                  </a:lnTo>
                  <a:lnTo>
                    <a:pt x="16347" y="7997"/>
                  </a:lnTo>
                  <a:lnTo>
                    <a:pt x="16245" y="8344"/>
                  </a:lnTo>
                  <a:lnTo>
                    <a:pt x="15835" y="9040"/>
                  </a:lnTo>
                  <a:lnTo>
                    <a:pt x="15630" y="9344"/>
                  </a:lnTo>
                  <a:lnTo>
                    <a:pt x="15092" y="9866"/>
                  </a:lnTo>
                  <a:lnTo>
                    <a:pt x="14528" y="10300"/>
                  </a:lnTo>
                  <a:lnTo>
                    <a:pt x="13888" y="10648"/>
                  </a:lnTo>
                  <a:lnTo>
                    <a:pt x="13196" y="10996"/>
                  </a:lnTo>
                  <a:lnTo>
                    <a:pt x="14272" y="13386"/>
                  </a:lnTo>
                  <a:lnTo>
                    <a:pt x="15451" y="16080"/>
                  </a:lnTo>
                  <a:lnTo>
                    <a:pt x="16604" y="18905"/>
                  </a:lnTo>
                  <a:lnTo>
                    <a:pt x="17654" y="21600"/>
                  </a:lnTo>
                  <a:lnTo>
                    <a:pt x="21600" y="21600"/>
                  </a:lnTo>
                  <a:lnTo>
                    <a:pt x="19166" y="16298"/>
                  </a:lnTo>
                  <a:lnTo>
                    <a:pt x="18115" y="13821"/>
                  </a:lnTo>
                  <a:lnTo>
                    <a:pt x="17167" y="11517"/>
                  </a:lnTo>
                  <a:close/>
                </a:path>
              </a:pathLst>
            </a:custGeom>
            <a:solidFill>
              <a:srgbClr val="005BAC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pic>
        <p:nvPicPr>
          <p:cNvPr id="275" name="図 20" descr="図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8894" y="5732622"/>
            <a:ext cx="2126489" cy="1102869"/>
          </a:xfrm>
          <a:prstGeom prst="rect">
            <a:avLst/>
          </a:prstGeom>
          <a:ln w="12700">
            <a:miter lim="400000"/>
          </a:ln>
        </p:spPr>
      </p:pic>
      <p:pic>
        <p:nvPicPr>
          <p:cNvPr id="276" name="図 21" descr="図 2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4400" y="0"/>
            <a:ext cx="2974849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277" name="スライド番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表紙（創発する社会1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本文レベル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492388" y="5435999"/>
            <a:ext cx="6332444" cy="252001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>
              <a:spcBef>
                <a:spcPts val="0"/>
              </a:spcBef>
              <a:buClrTx/>
              <a:buSzTx/>
              <a:buNone/>
              <a:defRPr sz="1200" b="1"/>
            </a:lvl1pPr>
            <a:lvl2pPr marL="576715" indent="-197303">
              <a:spcBef>
                <a:spcPts val="0"/>
              </a:spcBef>
              <a:buClrTx/>
              <a:defRPr sz="1200" b="1"/>
            </a:lvl2pPr>
            <a:lvl3pPr marL="956128" indent="-168728">
              <a:spcBef>
                <a:spcPts val="0"/>
              </a:spcBef>
              <a:buClrTx/>
              <a:defRPr sz="1200" b="1"/>
            </a:lvl3pPr>
            <a:lvl4pPr marL="1355725" indent="-190500">
              <a:spcBef>
                <a:spcPts val="0"/>
              </a:spcBef>
              <a:buClrTx/>
              <a:defRPr sz="1200" b="1"/>
            </a:lvl4pPr>
            <a:lvl5pPr marL="1674813" indent="-184150">
              <a:spcBef>
                <a:spcPts val="0"/>
              </a:spcBef>
              <a:buClrTx/>
              <a:defRPr sz="1200" b="1"/>
            </a:lvl5pPr>
          </a:lstStyle>
          <a:p>
            <a:r>
              <a:t>日付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grpSp>
        <p:nvGrpSpPr>
          <p:cNvPr id="287" name="グループ化 46"/>
          <p:cNvGrpSpPr/>
          <p:nvPr/>
        </p:nvGrpSpPr>
        <p:grpSpPr>
          <a:xfrm>
            <a:off x="492766" y="6091218"/>
            <a:ext cx="766801" cy="385679"/>
            <a:chOff x="0" y="0"/>
            <a:chExt cx="766800" cy="385678"/>
          </a:xfrm>
        </p:grpSpPr>
        <p:sp>
          <p:nvSpPr>
            <p:cNvPr id="285" name="Freeform 290"/>
            <p:cNvSpPr/>
            <p:nvPr/>
          </p:nvSpPr>
          <p:spPr>
            <a:xfrm>
              <a:off x="664144" y="1555"/>
              <a:ext cx="102657" cy="38256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lnTo>
                    <a:pt x="0" y="0"/>
                  </a:lnTo>
                  <a:lnTo>
                    <a:pt x="818" y="5312"/>
                  </a:lnTo>
                  <a:lnTo>
                    <a:pt x="1145" y="8034"/>
                  </a:lnTo>
                  <a:lnTo>
                    <a:pt x="1309" y="10800"/>
                  </a:lnTo>
                  <a:lnTo>
                    <a:pt x="1145" y="13610"/>
                  </a:lnTo>
                  <a:lnTo>
                    <a:pt x="818" y="16332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0782" y="16332"/>
                  </a:lnTo>
                  <a:lnTo>
                    <a:pt x="20291" y="13610"/>
                  </a:lnTo>
                  <a:lnTo>
                    <a:pt x="20291" y="8034"/>
                  </a:lnTo>
                  <a:lnTo>
                    <a:pt x="20782" y="5312"/>
                  </a:lnTo>
                  <a:lnTo>
                    <a:pt x="21600" y="0"/>
                  </a:lnTo>
                  <a:close/>
                </a:path>
              </a:pathLst>
            </a:custGeom>
            <a:solidFill>
              <a:srgbClr val="005BAC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286" name="Freeform 291"/>
            <p:cNvSpPr/>
            <p:nvPr/>
          </p:nvSpPr>
          <p:spPr>
            <a:xfrm>
              <a:off x="0" y="-1"/>
              <a:ext cx="654814" cy="38568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7167" y="11517"/>
                  </a:moveTo>
                  <a:lnTo>
                    <a:pt x="17859" y="11039"/>
                  </a:lnTo>
                  <a:lnTo>
                    <a:pt x="18423" y="10431"/>
                  </a:lnTo>
                  <a:lnTo>
                    <a:pt x="18961" y="9822"/>
                  </a:lnTo>
                  <a:lnTo>
                    <a:pt x="19396" y="9040"/>
                  </a:lnTo>
                  <a:lnTo>
                    <a:pt x="19730" y="8214"/>
                  </a:lnTo>
                  <a:lnTo>
                    <a:pt x="19986" y="7301"/>
                  </a:lnTo>
                  <a:lnTo>
                    <a:pt x="20088" y="6910"/>
                  </a:lnTo>
                  <a:lnTo>
                    <a:pt x="20140" y="6432"/>
                  </a:lnTo>
                  <a:lnTo>
                    <a:pt x="20191" y="5998"/>
                  </a:lnTo>
                  <a:lnTo>
                    <a:pt x="20191" y="4998"/>
                  </a:lnTo>
                  <a:lnTo>
                    <a:pt x="20140" y="4476"/>
                  </a:lnTo>
                  <a:lnTo>
                    <a:pt x="20088" y="3998"/>
                  </a:lnTo>
                  <a:lnTo>
                    <a:pt x="20011" y="3520"/>
                  </a:lnTo>
                  <a:lnTo>
                    <a:pt x="19883" y="3129"/>
                  </a:lnTo>
                  <a:lnTo>
                    <a:pt x="19730" y="2695"/>
                  </a:lnTo>
                  <a:lnTo>
                    <a:pt x="19601" y="2347"/>
                  </a:lnTo>
                  <a:lnTo>
                    <a:pt x="19396" y="1999"/>
                  </a:lnTo>
                  <a:lnTo>
                    <a:pt x="19012" y="1391"/>
                  </a:lnTo>
                  <a:lnTo>
                    <a:pt x="18551" y="956"/>
                  </a:lnTo>
                  <a:lnTo>
                    <a:pt x="18064" y="608"/>
                  </a:lnTo>
                  <a:lnTo>
                    <a:pt x="17500" y="348"/>
                  </a:lnTo>
                  <a:lnTo>
                    <a:pt x="16937" y="217"/>
                  </a:lnTo>
                  <a:lnTo>
                    <a:pt x="16322" y="87"/>
                  </a:lnTo>
                  <a:lnTo>
                    <a:pt x="15656" y="87"/>
                  </a:lnTo>
                  <a:lnTo>
                    <a:pt x="15015" y="0"/>
                  </a:lnTo>
                  <a:lnTo>
                    <a:pt x="13554" y="87"/>
                  </a:lnTo>
                  <a:lnTo>
                    <a:pt x="12043" y="130"/>
                  </a:lnTo>
                  <a:lnTo>
                    <a:pt x="10582" y="217"/>
                  </a:lnTo>
                  <a:lnTo>
                    <a:pt x="9327" y="217"/>
                  </a:lnTo>
                  <a:lnTo>
                    <a:pt x="9532" y="7258"/>
                  </a:lnTo>
                  <a:lnTo>
                    <a:pt x="9557" y="10561"/>
                  </a:lnTo>
                  <a:lnTo>
                    <a:pt x="9557" y="13603"/>
                  </a:lnTo>
                  <a:lnTo>
                    <a:pt x="7969" y="10518"/>
                  </a:lnTo>
                  <a:lnTo>
                    <a:pt x="6380" y="7171"/>
                  </a:lnTo>
                  <a:lnTo>
                    <a:pt x="4791" y="3738"/>
                  </a:lnTo>
                  <a:lnTo>
                    <a:pt x="3305" y="217"/>
                  </a:lnTo>
                  <a:lnTo>
                    <a:pt x="0" y="217"/>
                  </a:lnTo>
                  <a:lnTo>
                    <a:pt x="179" y="5476"/>
                  </a:lnTo>
                  <a:lnTo>
                    <a:pt x="205" y="8171"/>
                  </a:lnTo>
                  <a:lnTo>
                    <a:pt x="256" y="10909"/>
                  </a:lnTo>
                  <a:lnTo>
                    <a:pt x="205" y="13690"/>
                  </a:lnTo>
                  <a:lnTo>
                    <a:pt x="179" y="16385"/>
                  </a:lnTo>
                  <a:lnTo>
                    <a:pt x="0" y="21600"/>
                  </a:lnTo>
                  <a:lnTo>
                    <a:pt x="2742" y="21600"/>
                  </a:lnTo>
                  <a:lnTo>
                    <a:pt x="2562" y="17732"/>
                  </a:lnTo>
                  <a:lnTo>
                    <a:pt x="2485" y="13864"/>
                  </a:lnTo>
                  <a:lnTo>
                    <a:pt x="2434" y="10344"/>
                  </a:lnTo>
                  <a:lnTo>
                    <a:pt x="2434" y="7171"/>
                  </a:lnTo>
                  <a:lnTo>
                    <a:pt x="4151" y="10518"/>
                  </a:lnTo>
                  <a:lnTo>
                    <a:pt x="5893" y="14081"/>
                  </a:lnTo>
                  <a:lnTo>
                    <a:pt x="7661" y="17819"/>
                  </a:lnTo>
                  <a:lnTo>
                    <a:pt x="8456" y="19731"/>
                  </a:lnTo>
                  <a:lnTo>
                    <a:pt x="9275" y="21600"/>
                  </a:lnTo>
                  <a:lnTo>
                    <a:pt x="12120" y="21600"/>
                  </a:lnTo>
                  <a:lnTo>
                    <a:pt x="11991" y="16385"/>
                  </a:lnTo>
                  <a:lnTo>
                    <a:pt x="11966" y="13690"/>
                  </a:lnTo>
                  <a:lnTo>
                    <a:pt x="11915" y="10909"/>
                  </a:lnTo>
                  <a:lnTo>
                    <a:pt x="11915" y="6910"/>
                  </a:lnTo>
                  <a:lnTo>
                    <a:pt x="11991" y="2955"/>
                  </a:lnTo>
                  <a:lnTo>
                    <a:pt x="12863" y="2912"/>
                  </a:lnTo>
                  <a:lnTo>
                    <a:pt x="13913" y="2912"/>
                  </a:lnTo>
                  <a:lnTo>
                    <a:pt x="14554" y="2955"/>
                  </a:lnTo>
                  <a:lnTo>
                    <a:pt x="15143" y="3129"/>
                  </a:lnTo>
                  <a:lnTo>
                    <a:pt x="15630" y="3477"/>
                  </a:lnTo>
                  <a:lnTo>
                    <a:pt x="15835" y="3651"/>
                  </a:lnTo>
                  <a:lnTo>
                    <a:pt x="16142" y="4085"/>
                  </a:lnTo>
                  <a:lnTo>
                    <a:pt x="16270" y="4346"/>
                  </a:lnTo>
                  <a:lnTo>
                    <a:pt x="16475" y="4911"/>
                  </a:lnTo>
                  <a:lnTo>
                    <a:pt x="16604" y="5520"/>
                  </a:lnTo>
                  <a:lnTo>
                    <a:pt x="16629" y="6302"/>
                  </a:lnTo>
                  <a:lnTo>
                    <a:pt x="16604" y="6693"/>
                  </a:lnTo>
                  <a:lnTo>
                    <a:pt x="16552" y="7171"/>
                  </a:lnTo>
                  <a:lnTo>
                    <a:pt x="16475" y="7606"/>
                  </a:lnTo>
                  <a:lnTo>
                    <a:pt x="16347" y="7997"/>
                  </a:lnTo>
                  <a:lnTo>
                    <a:pt x="16245" y="8344"/>
                  </a:lnTo>
                  <a:lnTo>
                    <a:pt x="15835" y="9040"/>
                  </a:lnTo>
                  <a:lnTo>
                    <a:pt x="15630" y="9344"/>
                  </a:lnTo>
                  <a:lnTo>
                    <a:pt x="15092" y="9866"/>
                  </a:lnTo>
                  <a:lnTo>
                    <a:pt x="14528" y="10300"/>
                  </a:lnTo>
                  <a:lnTo>
                    <a:pt x="13888" y="10648"/>
                  </a:lnTo>
                  <a:lnTo>
                    <a:pt x="13196" y="10996"/>
                  </a:lnTo>
                  <a:lnTo>
                    <a:pt x="14272" y="13386"/>
                  </a:lnTo>
                  <a:lnTo>
                    <a:pt x="15451" y="16080"/>
                  </a:lnTo>
                  <a:lnTo>
                    <a:pt x="16604" y="18905"/>
                  </a:lnTo>
                  <a:lnTo>
                    <a:pt x="17654" y="21600"/>
                  </a:lnTo>
                  <a:lnTo>
                    <a:pt x="21600" y="21600"/>
                  </a:lnTo>
                  <a:lnTo>
                    <a:pt x="19166" y="16298"/>
                  </a:lnTo>
                  <a:lnTo>
                    <a:pt x="18115" y="13821"/>
                  </a:lnTo>
                  <a:lnTo>
                    <a:pt x="17167" y="11517"/>
                  </a:lnTo>
                  <a:close/>
                </a:path>
              </a:pathLst>
            </a:custGeom>
            <a:solidFill>
              <a:srgbClr val="005BAC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pic>
        <p:nvPicPr>
          <p:cNvPr id="288" name="図 49" descr="図 4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8894" y="5732622"/>
            <a:ext cx="2126489" cy="1102869"/>
          </a:xfrm>
          <a:prstGeom prst="rect">
            <a:avLst/>
          </a:prstGeom>
          <a:ln w="12700">
            <a:miter lim="400000"/>
          </a:ln>
        </p:spPr>
      </p:pic>
      <p:sp>
        <p:nvSpPr>
          <p:cNvPr id="289" name="タイトルテキスト"/>
          <p:cNvSpPr txBox="1">
            <a:spLocks noGrp="1"/>
          </p:cNvSpPr>
          <p:nvPr>
            <p:ph type="title"/>
          </p:nvPr>
        </p:nvSpPr>
        <p:spPr>
          <a:xfrm>
            <a:off x="492767" y="2986964"/>
            <a:ext cx="6332444" cy="442036"/>
          </a:xfrm>
          <a:prstGeom prst="rect">
            <a:avLst/>
          </a:prstGeom>
          <a:noFill/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t>タイトルテキスト</a:t>
            </a:r>
          </a:p>
        </p:txBody>
      </p:sp>
      <p:sp>
        <p:nvSpPr>
          <p:cNvPr id="290" name="テキスト プレースホルダー 14"/>
          <p:cNvSpPr>
            <a:spLocks noGrp="1"/>
          </p:cNvSpPr>
          <p:nvPr>
            <p:ph type="body" sz="quarter" idx="21" hasCustomPrompt="1"/>
          </p:nvPr>
        </p:nvSpPr>
        <p:spPr>
          <a:xfrm>
            <a:off x="492765" y="4491642"/>
            <a:ext cx="6332444" cy="76617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lnSpc>
                <a:spcPts val="1600"/>
              </a:lnSpc>
              <a:spcBef>
                <a:spcPts val="0"/>
              </a:spcBef>
              <a:buClrTx/>
              <a:buSzTx/>
              <a:buNone/>
              <a:defRPr sz="1200" b="1"/>
            </a:lvl1pPr>
          </a:lstStyle>
          <a:p>
            <a:r>
              <a:t>部署</a:t>
            </a:r>
          </a:p>
        </p:txBody>
      </p:sp>
      <p:sp>
        <p:nvSpPr>
          <p:cNvPr id="291" name="テキスト プレースホルダー 4"/>
          <p:cNvSpPr>
            <a:spLocks noGrp="1"/>
          </p:cNvSpPr>
          <p:nvPr>
            <p:ph type="body" sz="quarter" idx="22" hasCustomPrompt="1"/>
          </p:nvPr>
        </p:nvSpPr>
        <p:spPr>
          <a:xfrm>
            <a:off x="492765" y="4017390"/>
            <a:ext cx="6332444" cy="342001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>
              <a:spcBef>
                <a:spcPts val="0"/>
              </a:spcBef>
              <a:buClrTx/>
              <a:buSzTx/>
              <a:buNone/>
              <a:defRPr b="1"/>
            </a:lvl1pPr>
          </a:lstStyle>
          <a:p>
            <a:r>
              <a:t>名前</a:t>
            </a:r>
          </a:p>
        </p:txBody>
      </p:sp>
      <p:pic>
        <p:nvPicPr>
          <p:cNvPr id="292" name="図 53" descr="図 5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4400" y="0"/>
            <a:ext cx="2963485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293" name="スライド番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表紙（創発する社会2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2" name="グループ化 46"/>
          <p:cNvGrpSpPr/>
          <p:nvPr/>
        </p:nvGrpSpPr>
        <p:grpSpPr>
          <a:xfrm>
            <a:off x="492766" y="6091218"/>
            <a:ext cx="766801" cy="385679"/>
            <a:chOff x="0" y="0"/>
            <a:chExt cx="766800" cy="385678"/>
          </a:xfrm>
        </p:grpSpPr>
        <p:sp>
          <p:nvSpPr>
            <p:cNvPr id="300" name="Freeform 290"/>
            <p:cNvSpPr/>
            <p:nvPr/>
          </p:nvSpPr>
          <p:spPr>
            <a:xfrm>
              <a:off x="664144" y="1555"/>
              <a:ext cx="102657" cy="38256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lnTo>
                    <a:pt x="0" y="0"/>
                  </a:lnTo>
                  <a:lnTo>
                    <a:pt x="818" y="5312"/>
                  </a:lnTo>
                  <a:lnTo>
                    <a:pt x="1145" y="8034"/>
                  </a:lnTo>
                  <a:lnTo>
                    <a:pt x="1309" y="10800"/>
                  </a:lnTo>
                  <a:lnTo>
                    <a:pt x="1145" y="13610"/>
                  </a:lnTo>
                  <a:lnTo>
                    <a:pt x="818" y="16332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0782" y="16332"/>
                  </a:lnTo>
                  <a:lnTo>
                    <a:pt x="20291" y="13610"/>
                  </a:lnTo>
                  <a:lnTo>
                    <a:pt x="20291" y="8034"/>
                  </a:lnTo>
                  <a:lnTo>
                    <a:pt x="20782" y="5312"/>
                  </a:lnTo>
                  <a:lnTo>
                    <a:pt x="21600" y="0"/>
                  </a:lnTo>
                  <a:close/>
                </a:path>
              </a:pathLst>
            </a:custGeom>
            <a:solidFill>
              <a:srgbClr val="005BAC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301" name="Freeform 291"/>
            <p:cNvSpPr/>
            <p:nvPr/>
          </p:nvSpPr>
          <p:spPr>
            <a:xfrm>
              <a:off x="0" y="-1"/>
              <a:ext cx="654814" cy="38568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7167" y="11517"/>
                  </a:moveTo>
                  <a:lnTo>
                    <a:pt x="17859" y="11039"/>
                  </a:lnTo>
                  <a:lnTo>
                    <a:pt x="18423" y="10431"/>
                  </a:lnTo>
                  <a:lnTo>
                    <a:pt x="18961" y="9822"/>
                  </a:lnTo>
                  <a:lnTo>
                    <a:pt x="19396" y="9040"/>
                  </a:lnTo>
                  <a:lnTo>
                    <a:pt x="19730" y="8214"/>
                  </a:lnTo>
                  <a:lnTo>
                    <a:pt x="19986" y="7301"/>
                  </a:lnTo>
                  <a:lnTo>
                    <a:pt x="20088" y="6910"/>
                  </a:lnTo>
                  <a:lnTo>
                    <a:pt x="20140" y="6432"/>
                  </a:lnTo>
                  <a:lnTo>
                    <a:pt x="20191" y="5998"/>
                  </a:lnTo>
                  <a:lnTo>
                    <a:pt x="20191" y="4998"/>
                  </a:lnTo>
                  <a:lnTo>
                    <a:pt x="20140" y="4476"/>
                  </a:lnTo>
                  <a:lnTo>
                    <a:pt x="20088" y="3998"/>
                  </a:lnTo>
                  <a:lnTo>
                    <a:pt x="20011" y="3520"/>
                  </a:lnTo>
                  <a:lnTo>
                    <a:pt x="19883" y="3129"/>
                  </a:lnTo>
                  <a:lnTo>
                    <a:pt x="19730" y="2695"/>
                  </a:lnTo>
                  <a:lnTo>
                    <a:pt x="19601" y="2347"/>
                  </a:lnTo>
                  <a:lnTo>
                    <a:pt x="19396" y="1999"/>
                  </a:lnTo>
                  <a:lnTo>
                    <a:pt x="19012" y="1391"/>
                  </a:lnTo>
                  <a:lnTo>
                    <a:pt x="18551" y="956"/>
                  </a:lnTo>
                  <a:lnTo>
                    <a:pt x="18064" y="608"/>
                  </a:lnTo>
                  <a:lnTo>
                    <a:pt x="17500" y="348"/>
                  </a:lnTo>
                  <a:lnTo>
                    <a:pt x="16937" y="217"/>
                  </a:lnTo>
                  <a:lnTo>
                    <a:pt x="16322" y="87"/>
                  </a:lnTo>
                  <a:lnTo>
                    <a:pt x="15656" y="87"/>
                  </a:lnTo>
                  <a:lnTo>
                    <a:pt x="15015" y="0"/>
                  </a:lnTo>
                  <a:lnTo>
                    <a:pt x="13554" y="87"/>
                  </a:lnTo>
                  <a:lnTo>
                    <a:pt x="12043" y="130"/>
                  </a:lnTo>
                  <a:lnTo>
                    <a:pt x="10582" y="217"/>
                  </a:lnTo>
                  <a:lnTo>
                    <a:pt x="9327" y="217"/>
                  </a:lnTo>
                  <a:lnTo>
                    <a:pt x="9532" y="7258"/>
                  </a:lnTo>
                  <a:lnTo>
                    <a:pt x="9557" y="10561"/>
                  </a:lnTo>
                  <a:lnTo>
                    <a:pt x="9557" y="13603"/>
                  </a:lnTo>
                  <a:lnTo>
                    <a:pt x="7969" y="10518"/>
                  </a:lnTo>
                  <a:lnTo>
                    <a:pt x="6380" y="7171"/>
                  </a:lnTo>
                  <a:lnTo>
                    <a:pt x="4791" y="3738"/>
                  </a:lnTo>
                  <a:lnTo>
                    <a:pt x="3305" y="217"/>
                  </a:lnTo>
                  <a:lnTo>
                    <a:pt x="0" y="217"/>
                  </a:lnTo>
                  <a:lnTo>
                    <a:pt x="179" y="5476"/>
                  </a:lnTo>
                  <a:lnTo>
                    <a:pt x="205" y="8171"/>
                  </a:lnTo>
                  <a:lnTo>
                    <a:pt x="256" y="10909"/>
                  </a:lnTo>
                  <a:lnTo>
                    <a:pt x="205" y="13690"/>
                  </a:lnTo>
                  <a:lnTo>
                    <a:pt x="179" y="16385"/>
                  </a:lnTo>
                  <a:lnTo>
                    <a:pt x="0" y="21600"/>
                  </a:lnTo>
                  <a:lnTo>
                    <a:pt x="2742" y="21600"/>
                  </a:lnTo>
                  <a:lnTo>
                    <a:pt x="2562" y="17732"/>
                  </a:lnTo>
                  <a:lnTo>
                    <a:pt x="2485" y="13864"/>
                  </a:lnTo>
                  <a:lnTo>
                    <a:pt x="2434" y="10344"/>
                  </a:lnTo>
                  <a:lnTo>
                    <a:pt x="2434" y="7171"/>
                  </a:lnTo>
                  <a:lnTo>
                    <a:pt x="4151" y="10518"/>
                  </a:lnTo>
                  <a:lnTo>
                    <a:pt x="5893" y="14081"/>
                  </a:lnTo>
                  <a:lnTo>
                    <a:pt x="7661" y="17819"/>
                  </a:lnTo>
                  <a:lnTo>
                    <a:pt x="8456" y="19731"/>
                  </a:lnTo>
                  <a:lnTo>
                    <a:pt x="9275" y="21600"/>
                  </a:lnTo>
                  <a:lnTo>
                    <a:pt x="12120" y="21600"/>
                  </a:lnTo>
                  <a:lnTo>
                    <a:pt x="11991" y="16385"/>
                  </a:lnTo>
                  <a:lnTo>
                    <a:pt x="11966" y="13690"/>
                  </a:lnTo>
                  <a:lnTo>
                    <a:pt x="11915" y="10909"/>
                  </a:lnTo>
                  <a:lnTo>
                    <a:pt x="11915" y="6910"/>
                  </a:lnTo>
                  <a:lnTo>
                    <a:pt x="11991" y="2955"/>
                  </a:lnTo>
                  <a:lnTo>
                    <a:pt x="12863" y="2912"/>
                  </a:lnTo>
                  <a:lnTo>
                    <a:pt x="13913" y="2912"/>
                  </a:lnTo>
                  <a:lnTo>
                    <a:pt x="14554" y="2955"/>
                  </a:lnTo>
                  <a:lnTo>
                    <a:pt x="15143" y="3129"/>
                  </a:lnTo>
                  <a:lnTo>
                    <a:pt x="15630" y="3477"/>
                  </a:lnTo>
                  <a:lnTo>
                    <a:pt x="15835" y="3651"/>
                  </a:lnTo>
                  <a:lnTo>
                    <a:pt x="16142" y="4085"/>
                  </a:lnTo>
                  <a:lnTo>
                    <a:pt x="16270" y="4346"/>
                  </a:lnTo>
                  <a:lnTo>
                    <a:pt x="16475" y="4911"/>
                  </a:lnTo>
                  <a:lnTo>
                    <a:pt x="16604" y="5520"/>
                  </a:lnTo>
                  <a:lnTo>
                    <a:pt x="16629" y="6302"/>
                  </a:lnTo>
                  <a:lnTo>
                    <a:pt x="16604" y="6693"/>
                  </a:lnTo>
                  <a:lnTo>
                    <a:pt x="16552" y="7171"/>
                  </a:lnTo>
                  <a:lnTo>
                    <a:pt x="16475" y="7606"/>
                  </a:lnTo>
                  <a:lnTo>
                    <a:pt x="16347" y="7997"/>
                  </a:lnTo>
                  <a:lnTo>
                    <a:pt x="16245" y="8344"/>
                  </a:lnTo>
                  <a:lnTo>
                    <a:pt x="15835" y="9040"/>
                  </a:lnTo>
                  <a:lnTo>
                    <a:pt x="15630" y="9344"/>
                  </a:lnTo>
                  <a:lnTo>
                    <a:pt x="15092" y="9866"/>
                  </a:lnTo>
                  <a:lnTo>
                    <a:pt x="14528" y="10300"/>
                  </a:lnTo>
                  <a:lnTo>
                    <a:pt x="13888" y="10648"/>
                  </a:lnTo>
                  <a:lnTo>
                    <a:pt x="13196" y="10996"/>
                  </a:lnTo>
                  <a:lnTo>
                    <a:pt x="14272" y="13386"/>
                  </a:lnTo>
                  <a:lnTo>
                    <a:pt x="15451" y="16080"/>
                  </a:lnTo>
                  <a:lnTo>
                    <a:pt x="16604" y="18905"/>
                  </a:lnTo>
                  <a:lnTo>
                    <a:pt x="17654" y="21600"/>
                  </a:lnTo>
                  <a:lnTo>
                    <a:pt x="21600" y="21600"/>
                  </a:lnTo>
                  <a:lnTo>
                    <a:pt x="19166" y="16298"/>
                  </a:lnTo>
                  <a:lnTo>
                    <a:pt x="18115" y="13821"/>
                  </a:lnTo>
                  <a:lnTo>
                    <a:pt x="17167" y="11517"/>
                  </a:lnTo>
                  <a:close/>
                </a:path>
              </a:pathLst>
            </a:custGeom>
            <a:solidFill>
              <a:srgbClr val="005BAC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pic>
        <p:nvPicPr>
          <p:cNvPr id="303" name="図 49" descr="図 4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8894" y="5732622"/>
            <a:ext cx="2126489" cy="1102869"/>
          </a:xfrm>
          <a:prstGeom prst="rect">
            <a:avLst/>
          </a:prstGeom>
          <a:ln w="12700">
            <a:miter lim="400000"/>
          </a:ln>
        </p:spPr>
      </p:pic>
      <p:sp>
        <p:nvSpPr>
          <p:cNvPr id="304" name="本文レベル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492388" y="5435999"/>
            <a:ext cx="6332444" cy="252001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>
              <a:spcBef>
                <a:spcPts val="0"/>
              </a:spcBef>
              <a:buClrTx/>
              <a:buSzTx/>
              <a:buNone/>
              <a:defRPr sz="1200" b="1"/>
            </a:lvl1pPr>
            <a:lvl2pPr marL="576715" indent="-197303">
              <a:spcBef>
                <a:spcPts val="0"/>
              </a:spcBef>
              <a:buClrTx/>
              <a:defRPr sz="1200" b="1"/>
            </a:lvl2pPr>
            <a:lvl3pPr marL="956128" indent="-168728">
              <a:spcBef>
                <a:spcPts val="0"/>
              </a:spcBef>
              <a:buClrTx/>
              <a:defRPr sz="1200" b="1"/>
            </a:lvl3pPr>
            <a:lvl4pPr marL="1355725" indent="-190500">
              <a:spcBef>
                <a:spcPts val="0"/>
              </a:spcBef>
              <a:buClrTx/>
              <a:defRPr sz="1200" b="1"/>
            </a:lvl4pPr>
            <a:lvl5pPr marL="1674813" indent="-184150">
              <a:spcBef>
                <a:spcPts val="0"/>
              </a:spcBef>
              <a:buClrTx/>
              <a:defRPr sz="1200" b="1"/>
            </a:lvl5pPr>
          </a:lstStyle>
          <a:p>
            <a:r>
              <a:t>日付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305" name="タイトルテキスト"/>
          <p:cNvSpPr txBox="1">
            <a:spLocks noGrp="1"/>
          </p:cNvSpPr>
          <p:nvPr>
            <p:ph type="title"/>
          </p:nvPr>
        </p:nvSpPr>
        <p:spPr>
          <a:xfrm>
            <a:off x="492767" y="2986964"/>
            <a:ext cx="6332444" cy="442036"/>
          </a:xfrm>
          <a:prstGeom prst="rect">
            <a:avLst/>
          </a:prstGeom>
          <a:noFill/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t>タイトルテキスト</a:t>
            </a:r>
          </a:p>
        </p:txBody>
      </p:sp>
      <p:sp>
        <p:nvSpPr>
          <p:cNvPr id="306" name="テキスト プレースホルダー 14"/>
          <p:cNvSpPr>
            <a:spLocks noGrp="1"/>
          </p:cNvSpPr>
          <p:nvPr>
            <p:ph type="body" sz="quarter" idx="21" hasCustomPrompt="1"/>
          </p:nvPr>
        </p:nvSpPr>
        <p:spPr>
          <a:xfrm>
            <a:off x="492765" y="4491642"/>
            <a:ext cx="6332444" cy="76617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lnSpc>
                <a:spcPts val="1600"/>
              </a:lnSpc>
              <a:spcBef>
                <a:spcPts val="0"/>
              </a:spcBef>
              <a:buClrTx/>
              <a:buSzTx/>
              <a:buNone/>
              <a:defRPr sz="1200" b="1"/>
            </a:lvl1pPr>
          </a:lstStyle>
          <a:p>
            <a:r>
              <a:t>部署</a:t>
            </a:r>
          </a:p>
        </p:txBody>
      </p:sp>
      <p:sp>
        <p:nvSpPr>
          <p:cNvPr id="307" name="テキスト プレースホルダー 4"/>
          <p:cNvSpPr>
            <a:spLocks noGrp="1"/>
          </p:cNvSpPr>
          <p:nvPr>
            <p:ph type="body" sz="quarter" idx="22" hasCustomPrompt="1"/>
          </p:nvPr>
        </p:nvSpPr>
        <p:spPr>
          <a:xfrm>
            <a:off x="492765" y="4017390"/>
            <a:ext cx="6332444" cy="342001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>
              <a:spcBef>
                <a:spcPts val="0"/>
              </a:spcBef>
              <a:buClrTx/>
              <a:buSzTx/>
              <a:buNone/>
              <a:defRPr b="1"/>
            </a:lvl1pPr>
          </a:lstStyle>
          <a:p>
            <a:r>
              <a:t>名前</a:t>
            </a:r>
          </a:p>
        </p:txBody>
      </p:sp>
      <p:pic>
        <p:nvPicPr>
          <p:cNvPr id="308" name="図 54" descr="図 5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4400" y="0"/>
            <a:ext cx="2968753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309" name="スライド番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表紙（写真なし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8" name="グループ化 42"/>
          <p:cNvGrpSpPr/>
          <p:nvPr/>
        </p:nvGrpSpPr>
        <p:grpSpPr>
          <a:xfrm>
            <a:off x="492766" y="6091218"/>
            <a:ext cx="766801" cy="385679"/>
            <a:chOff x="0" y="0"/>
            <a:chExt cx="766800" cy="385678"/>
          </a:xfrm>
        </p:grpSpPr>
        <p:sp>
          <p:nvSpPr>
            <p:cNvPr id="316" name="Freeform 290"/>
            <p:cNvSpPr/>
            <p:nvPr/>
          </p:nvSpPr>
          <p:spPr>
            <a:xfrm>
              <a:off x="664144" y="1555"/>
              <a:ext cx="102657" cy="38256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lnTo>
                    <a:pt x="0" y="0"/>
                  </a:lnTo>
                  <a:lnTo>
                    <a:pt x="818" y="5312"/>
                  </a:lnTo>
                  <a:lnTo>
                    <a:pt x="1145" y="8034"/>
                  </a:lnTo>
                  <a:lnTo>
                    <a:pt x="1309" y="10800"/>
                  </a:lnTo>
                  <a:lnTo>
                    <a:pt x="1145" y="13610"/>
                  </a:lnTo>
                  <a:lnTo>
                    <a:pt x="818" y="16332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0782" y="16332"/>
                  </a:lnTo>
                  <a:lnTo>
                    <a:pt x="20291" y="13610"/>
                  </a:lnTo>
                  <a:lnTo>
                    <a:pt x="20291" y="8034"/>
                  </a:lnTo>
                  <a:lnTo>
                    <a:pt x="20782" y="5312"/>
                  </a:lnTo>
                  <a:lnTo>
                    <a:pt x="21600" y="0"/>
                  </a:lnTo>
                  <a:close/>
                </a:path>
              </a:pathLst>
            </a:custGeom>
            <a:solidFill>
              <a:srgbClr val="005BAC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317" name="Freeform 291"/>
            <p:cNvSpPr/>
            <p:nvPr/>
          </p:nvSpPr>
          <p:spPr>
            <a:xfrm>
              <a:off x="0" y="-1"/>
              <a:ext cx="654814" cy="38568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7167" y="11517"/>
                  </a:moveTo>
                  <a:lnTo>
                    <a:pt x="17859" y="11039"/>
                  </a:lnTo>
                  <a:lnTo>
                    <a:pt x="18423" y="10431"/>
                  </a:lnTo>
                  <a:lnTo>
                    <a:pt x="18961" y="9822"/>
                  </a:lnTo>
                  <a:lnTo>
                    <a:pt x="19396" y="9040"/>
                  </a:lnTo>
                  <a:lnTo>
                    <a:pt x="19730" y="8214"/>
                  </a:lnTo>
                  <a:lnTo>
                    <a:pt x="19986" y="7301"/>
                  </a:lnTo>
                  <a:lnTo>
                    <a:pt x="20088" y="6910"/>
                  </a:lnTo>
                  <a:lnTo>
                    <a:pt x="20140" y="6432"/>
                  </a:lnTo>
                  <a:lnTo>
                    <a:pt x="20191" y="5998"/>
                  </a:lnTo>
                  <a:lnTo>
                    <a:pt x="20191" y="4998"/>
                  </a:lnTo>
                  <a:lnTo>
                    <a:pt x="20140" y="4476"/>
                  </a:lnTo>
                  <a:lnTo>
                    <a:pt x="20088" y="3998"/>
                  </a:lnTo>
                  <a:lnTo>
                    <a:pt x="20011" y="3520"/>
                  </a:lnTo>
                  <a:lnTo>
                    <a:pt x="19883" y="3129"/>
                  </a:lnTo>
                  <a:lnTo>
                    <a:pt x="19730" y="2695"/>
                  </a:lnTo>
                  <a:lnTo>
                    <a:pt x="19601" y="2347"/>
                  </a:lnTo>
                  <a:lnTo>
                    <a:pt x="19396" y="1999"/>
                  </a:lnTo>
                  <a:lnTo>
                    <a:pt x="19012" y="1391"/>
                  </a:lnTo>
                  <a:lnTo>
                    <a:pt x="18551" y="956"/>
                  </a:lnTo>
                  <a:lnTo>
                    <a:pt x="18064" y="608"/>
                  </a:lnTo>
                  <a:lnTo>
                    <a:pt x="17500" y="348"/>
                  </a:lnTo>
                  <a:lnTo>
                    <a:pt x="16937" y="217"/>
                  </a:lnTo>
                  <a:lnTo>
                    <a:pt x="16322" y="87"/>
                  </a:lnTo>
                  <a:lnTo>
                    <a:pt x="15656" y="87"/>
                  </a:lnTo>
                  <a:lnTo>
                    <a:pt x="15015" y="0"/>
                  </a:lnTo>
                  <a:lnTo>
                    <a:pt x="13554" y="87"/>
                  </a:lnTo>
                  <a:lnTo>
                    <a:pt x="12043" y="130"/>
                  </a:lnTo>
                  <a:lnTo>
                    <a:pt x="10582" y="217"/>
                  </a:lnTo>
                  <a:lnTo>
                    <a:pt x="9327" y="217"/>
                  </a:lnTo>
                  <a:lnTo>
                    <a:pt x="9532" y="7258"/>
                  </a:lnTo>
                  <a:lnTo>
                    <a:pt x="9557" y="10561"/>
                  </a:lnTo>
                  <a:lnTo>
                    <a:pt x="9557" y="13603"/>
                  </a:lnTo>
                  <a:lnTo>
                    <a:pt x="7969" y="10518"/>
                  </a:lnTo>
                  <a:lnTo>
                    <a:pt x="6380" y="7171"/>
                  </a:lnTo>
                  <a:lnTo>
                    <a:pt x="4791" y="3738"/>
                  </a:lnTo>
                  <a:lnTo>
                    <a:pt x="3305" y="217"/>
                  </a:lnTo>
                  <a:lnTo>
                    <a:pt x="0" y="217"/>
                  </a:lnTo>
                  <a:lnTo>
                    <a:pt x="179" y="5476"/>
                  </a:lnTo>
                  <a:lnTo>
                    <a:pt x="205" y="8171"/>
                  </a:lnTo>
                  <a:lnTo>
                    <a:pt x="256" y="10909"/>
                  </a:lnTo>
                  <a:lnTo>
                    <a:pt x="205" y="13690"/>
                  </a:lnTo>
                  <a:lnTo>
                    <a:pt x="179" y="16385"/>
                  </a:lnTo>
                  <a:lnTo>
                    <a:pt x="0" y="21600"/>
                  </a:lnTo>
                  <a:lnTo>
                    <a:pt x="2742" y="21600"/>
                  </a:lnTo>
                  <a:lnTo>
                    <a:pt x="2562" y="17732"/>
                  </a:lnTo>
                  <a:lnTo>
                    <a:pt x="2485" y="13864"/>
                  </a:lnTo>
                  <a:lnTo>
                    <a:pt x="2434" y="10344"/>
                  </a:lnTo>
                  <a:lnTo>
                    <a:pt x="2434" y="7171"/>
                  </a:lnTo>
                  <a:lnTo>
                    <a:pt x="4151" y="10518"/>
                  </a:lnTo>
                  <a:lnTo>
                    <a:pt x="5893" y="14081"/>
                  </a:lnTo>
                  <a:lnTo>
                    <a:pt x="7661" y="17819"/>
                  </a:lnTo>
                  <a:lnTo>
                    <a:pt x="8456" y="19731"/>
                  </a:lnTo>
                  <a:lnTo>
                    <a:pt x="9275" y="21600"/>
                  </a:lnTo>
                  <a:lnTo>
                    <a:pt x="12120" y="21600"/>
                  </a:lnTo>
                  <a:lnTo>
                    <a:pt x="11991" y="16385"/>
                  </a:lnTo>
                  <a:lnTo>
                    <a:pt x="11966" y="13690"/>
                  </a:lnTo>
                  <a:lnTo>
                    <a:pt x="11915" y="10909"/>
                  </a:lnTo>
                  <a:lnTo>
                    <a:pt x="11915" y="6910"/>
                  </a:lnTo>
                  <a:lnTo>
                    <a:pt x="11991" y="2955"/>
                  </a:lnTo>
                  <a:lnTo>
                    <a:pt x="12863" y="2912"/>
                  </a:lnTo>
                  <a:lnTo>
                    <a:pt x="13913" y="2912"/>
                  </a:lnTo>
                  <a:lnTo>
                    <a:pt x="14554" y="2955"/>
                  </a:lnTo>
                  <a:lnTo>
                    <a:pt x="15143" y="3129"/>
                  </a:lnTo>
                  <a:lnTo>
                    <a:pt x="15630" y="3477"/>
                  </a:lnTo>
                  <a:lnTo>
                    <a:pt x="15835" y="3651"/>
                  </a:lnTo>
                  <a:lnTo>
                    <a:pt x="16142" y="4085"/>
                  </a:lnTo>
                  <a:lnTo>
                    <a:pt x="16270" y="4346"/>
                  </a:lnTo>
                  <a:lnTo>
                    <a:pt x="16475" y="4911"/>
                  </a:lnTo>
                  <a:lnTo>
                    <a:pt x="16604" y="5520"/>
                  </a:lnTo>
                  <a:lnTo>
                    <a:pt x="16629" y="6302"/>
                  </a:lnTo>
                  <a:lnTo>
                    <a:pt x="16604" y="6693"/>
                  </a:lnTo>
                  <a:lnTo>
                    <a:pt x="16552" y="7171"/>
                  </a:lnTo>
                  <a:lnTo>
                    <a:pt x="16475" y="7606"/>
                  </a:lnTo>
                  <a:lnTo>
                    <a:pt x="16347" y="7997"/>
                  </a:lnTo>
                  <a:lnTo>
                    <a:pt x="16245" y="8344"/>
                  </a:lnTo>
                  <a:lnTo>
                    <a:pt x="15835" y="9040"/>
                  </a:lnTo>
                  <a:lnTo>
                    <a:pt x="15630" y="9344"/>
                  </a:lnTo>
                  <a:lnTo>
                    <a:pt x="15092" y="9866"/>
                  </a:lnTo>
                  <a:lnTo>
                    <a:pt x="14528" y="10300"/>
                  </a:lnTo>
                  <a:lnTo>
                    <a:pt x="13888" y="10648"/>
                  </a:lnTo>
                  <a:lnTo>
                    <a:pt x="13196" y="10996"/>
                  </a:lnTo>
                  <a:lnTo>
                    <a:pt x="14272" y="13386"/>
                  </a:lnTo>
                  <a:lnTo>
                    <a:pt x="15451" y="16080"/>
                  </a:lnTo>
                  <a:lnTo>
                    <a:pt x="16604" y="18905"/>
                  </a:lnTo>
                  <a:lnTo>
                    <a:pt x="17654" y="21600"/>
                  </a:lnTo>
                  <a:lnTo>
                    <a:pt x="21600" y="21600"/>
                  </a:lnTo>
                  <a:lnTo>
                    <a:pt x="19166" y="16298"/>
                  </a:lnTo>
                  <a:lnTo>
                    <a:pt x="18115" y="13821"/>
                  </a:lnTo>
                  <a:lnTo>
                    <a:pt x="17167" y="11517"/>
                  </a:lnTo>
                  <a:close/>
                </a:path>
              </a:pathLst>
            </a:custGeom>
            <a:solidFill>
              <a:srgbClr val="005BAC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pic>
        <p:nvPicPr>
          <p:cNvPr id="319" name="図 45" descr="図 4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3280" y="5732622"/>
            <a:ext cx="2126489" cy="1102869"/>
          </a:xfrm>
          <a:prstGeom prst="rect">
            <a:avLst/>
          </a:prstGeom>
          <a:ln w="12700">
            <a:miter lim="400000"/>
          </a:ln>
        </p:spPr>
      </p:pic>
      <p:sp>
        <p:nvSpPr>
          <p:cNvPr id="320" name="本文レベル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492388" y="5435999"/>
            <a:ext cx="6332444" cy="252001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>
              <a:spcBef>
                <a:spcPts val="0"/>
              </a:spcBef>
              <a:buClrTx/>
              <a:buSzTx/>
              <a:buNone/>
              <a:defRPr sz="1200" b="1"/>
            </a:lvl1pPr>
            <a:lvl2pPr marL="576715" indent="-197303">
              <a:spcBef>
                <a:spcPts val="0"/>
              </a:spcBef>
              <a:buClrTx/>
              <a:defRPr sz="1200" b="1"/>
            </a:lvl2pPr>
            <a:lvl3pPr marL="956128" indent="-168728">
              <a:spcBef>
                <a:spcPts val="0"/>
              </a:spcBef>
              <a:buClrTx/>
              <a:defRPr sz="1200" b="1"/>
            </a:lvl3pPr>
            <a:lvl4pPr marL="1355725" indent="-190500">
              <a:spcBef>
                <a:spcPts val="0"/>
              </a:spcBef>
              <a:buClrTx/>
              <a:defRPr sz="1200" b="1"/>
            </a:lvl4pPr>
            <a:lvl5pPr marL="1674813" indent="-184150">
              <a:spcBef>
                <a:spcPts val="0"/>
              </a:spcBef>
              <a:buClrTx/>
              <a:defRPr sz="1200" b="1"/>
            </a:lvl5pPr>
          </a:lstStyle>
          <a:p>
            <a:r>
              <a:t>日付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321" name="タイトルテキスト"/>
          <p:cNvSpPr txBox="1">
            <a:spLocks noGrp="1"/>
          </p:cNvSpPr>
          <p:nvPr>
            <p:ph type="title"/>
          </p:nvPr>
        </p:nvSpPr>
        <p:spPr>
          <a:xfrm>
            <a:off x="492767" y="2986964"/>
            <a:ext cx="8924281" cy="442036"/>
          </a:xfrm>
          <a:prstGeom prst="rect">
            <a:avLst/>
          </a:prstGeom>
          <a:noFill/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t>タイトルテキスト</a:t>
            </a:r>
          </a:p>
        </p:txBody>
      </p:sp>
      <p:sp>
        <p:nvSpPr>
          <p:cNvPr id="322" name="テキスト プレースホルダー 14"/>
          <p:cNvSpPr>
            <a:spLocks noGrp="1"/>
          </p:cNvSpPr>
          <p:nvPr>
            <p:ph type="body" sz="quarter" idx="21" hasCustomPrompt="1"/>
          </p:nvPr>
        </p:nvSpPr>
        <p:spPr>
          <a:xfrm>
            <a:off x="492765" y="4491642"/>
            <a:ext cx="6332444" cy="76617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lnSpc>
                <a:spcPts val="1600"/>
              </a:lnSpc>
              <a:spcBef>
                <a:spcPts val="0"/>
              </a:spcBef>
              <a:buClrTx/>
              <a:buSzTx/>
              <a:buNone/>
              <a:defRPr sz="1200" b="1"/>
            </a:lvl1pPr>
          </a:lstStyle>
          <a:p>
            <a:r>
              <a:t>部署</a:t>
            </a:r>
          </a:p>
        </p:txBody>
      </p:sp>
      <p:sp>
        <p:nvSpPr>
          <p:cNvPr id="323" name="テキスト プレースホルダー 4"/>
          <p:cNvSpPr>
            <a:spLocks noGrp="1"/>
          </p:cNvSpPr>
          <p:nvPr>
            <p:ph type="body" sz="quarter" idx="22" hasCustomPrompt="1"/>
          </p:nvPr>
        </p:nvSpPr>
        <p:spPr>
          <a:xfrm>
            <a:off x="492765" y="4017390"/>
            <a:ext cx="6332444" cy="342001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>
              <a:spcBef>
                <a:spcPts val="0"/>
              </a:spcBef>
              <a:buClrTx/>
              <a:buSzTx/>
              <a:buNone/>
              <a:defRPr b="1"/>
            </a:lvl1pPr>
          </a:lstStyle>
          <a:p>
            <a:r>
              <a:t>名前</a:t>
            </a:r>
          </a:p>
        </p:txBody>
      </p:sp>
      <p:sp>
        <p:nvSpPr>
          <p:cNvPr id="324" name="スライド番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表紙+サブタイトル（写真なし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本文レベル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492764" y="1189666"/>
            <a:ext cx="8924285" cy="349703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>
              <a:spcBef>
                <a:spcPts val="0"/>
              </a:spcBef>
              <a:buClrTx/>
              <a:buSzTx/>
              <a:buNone/>
              <a:defRPr sz="1800" b="1">
                <a:solidFill>
                  <a:schemeClr val="accent1"/>
                </a:solidFill>
              </a:defRPr>
            </a:lvl1pPr>
            <a:lvl2pPr marL="675367" indent="-295955">
              <a:spcBef>
                <a:spcPts val="0"/>
              </a:spcBef>
              <a:buClrTx/>
              <a:defRPr sz="1800" b="1">
                <a:solidFill>
                  <a:schemeClr val="accent1"/>
                </a:solidFill>
              </a:defRPr>
            </a:lvl2pPr>
            <a:lvl3pPr marL="1040492" indent="-253092">
              <a:spcBef>
                <a:spcPts val="0"/>
              </a:spcBef>
              <a:buClrTx/>
              <a:defRPr sz="1800" b="1">
                <a:solidFill>
                  <a:schemeClr val="accent1"/>
                </a:solidFill>
              </a:defRPr>
            </a:lvl3pPr>
            <a:lvl4pPr marL="1450975" indent="-285750">
              <a:spcBef>
                <a:spcPts val="0"/>
              </a:spcBef>
              <a:buClrTx/>
              <a:defRPr sz="1800" b="1">
                <a:solidFill>
                  <a:schemeClr val="accent1"/>
                </a:solidFill>
              </a:defRPr>
            </a:lvl4pPr>
            <a:lvl5pPr marL="1766888" indent="-276225">
              <a:spcBef>
                <a:spcPts val="0"/>
              </a:spcBef>
              <a:buClrTx/>
              <a:defRPr sz="1800" b="1">
                <a:solidFill>
                  <a:schemeClr val="accent1"/>
                </a:solidFill>
              </a:defRPr>
            </a:lvl5pPr>
          </a:lstStyle>
          <a:p>
            <a:r>
              <a:t>サブタイトル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grpSp>
        <p:nvGrpSpPr>
          <p:cNvPr id="334" name="グループ化 42"/>
          <p:cNvGrpSpPr/>
          <p:nvPr/>
        </p:nvGrpSpPr>
        <p:grpSpPr>
          <a:xfrm>
            <a:off x="492766" y="6091218"/>
            <a:ext cx="766801" cy="385679"/>
            <a:chOff x="0" y="0"/>
            <a:chExt cx="766800" cy="385678"/>
          </a:xfrm>
        </p:grpSpPr>
        <p:sp>
          <p:nvSpPr>
            <p:cNvPr id="332" name="Freeform 290"/>
            <p:cNvSpPr/>
            <p:nvPr/>
          </p:nvSpPr>
          <p:spPr>
            <a:xfrm>
              <a:off x="664144" y="1555"/>
              <a:ext cx="102657" cy="38256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lnTo>
                    <a:pt x="0" y="0"/>
                  </a:lnTo>
                  <a:lnTo>
                    <a:pt x="818" y="5312"/>
                  </a:lnTo>
                  <a:lnTo>
                    <a:pt x="1145" y="8034"/>
                  </a:lnTo>
                  <a:lnTo>
                    <a:pt x="1309" y="10800"/>
                  </a:lnTo>
                  <a:lnTo>
                    <a:pt x="1145" y="13610"/>
                  </a:lnTo>
                  <a:lnTo>
                    <a:pt x="818" y="16332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0782" y="16332"/>
                  </a:lnTo>
                  <a:lnTo>
                    <a:pt x="20291" y="13610"/>
                  </a:lnTo>
                  <a:lnTo>
                    <a:pt x="20291" y="8034"/>
                  </a:lnTo>
                  <a:lnTo>
                    <a:pt x="20782" y="5312"/>
                  </a:lnTo>
                  <a:lnTo>
                    <a:pt x="21600" y="0"/>
                  </a:lnTo>
                  <a:close/>
                </a:path>
              </a:pathLst>
            </a:custGeom>
            <a:solidFill>
              <a:srgbClr val="005BAC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333" name="Freeform 291"/>
            <p:cNvSpPr/>
            <p:nvPr/>
          </p:nvSpPr>
          <p:spPr>
            <a:xfrm>
              <a:off x="0" y="-1"/>
              <a:ext cx="654814" cy="38568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7167" y="11517"/>
                  </a:moveTo>
                  <a:lnTo>
                    <a:pt x="17859" y="11039"/>
                  </a:lnTo>
                  <a:lnTo>
                    <a:pt x="18423" y="10431"/>
                  </a:lnTo>
                  <a:lnTo>
                    <a:pt x="18961" y="9822"/>
                  </a:lnTo>
                  <a:lnTo>
                    <a:pt x="19396" y="9040"/>
                  </a:lnTo>
                  <a:lnTo>
                    <a:pt x="19730" y="8214"/>
                  </a:lnTo>
                  <a:lnTo>
                    <a:pt x="19986" y="7301"/>
                  </a:lnTo>
                  <a:lnTo>
                    <a:pt x="20088" y="6910"/>
                  </a:lnTo>
                  <a:lnTo>
                    <a:pt x="20140" y="6432"/>
                  </a:lnTo>
                  <a:lnTo>
                    <a:pt x="20191" y="5998"/>
                  </a:lnTo>
                  <a:lnTo>
                    <a:pt x="20191" y="4998"/>
                  </a:lnTo>
                  <a:lnTo>
                    <a:pt x="20140" y="4476"/>
                  </a:lnTo>
                  <a:lnTo>
                    <a:pt x="20088" y="3998"/>
                  </a:lnTo>
                  <a:lnTo>
                    <a:pt x="20011" y="3520"/>
                  </a:lnTo>
                  <a:lnTo>
                    <a:pt x="19883" y="3129"/>
                  </a:lnTo>
                  <a:lnTo>
                    <a:pt x="19730" y="2695"/>
                  </a:lnTo>
                  <a:lnTo>
                    <a:pt x="19601" y="2347"/>
                  </a:lnTo>
                  <a:lnTo>
                    <a:pt x="19396" y="1999"/>
                  </a:lnTo>
                  <a:lnTo>
                    <a:pt x="19012" y="1391"/>
                  </a:lnTo>
                  <a:lnTo>
                    <a:pt x="18551" y="956"/>
                  </a:lnTo>
                  <a:lnTo>
                    <a:pt x="18064" y="608"/>
                  </a:lnTo>
                  <a:lnTo>
                    <a:pt x="17500" y="348"/>
                  </a:lnTo>
                  <a:lnTo>
                    <a:pt x="16937" y="217"/>
                  </a:lnTo>
                  <a:lnTo>
                    <a:pt x="16322" y="87"/>
                  </a:lnTo>
                  <a:lnTo>
                    <a:pt x="15656" y="87"/>
                  </a:lnTo>
                  <a:lnTo>
                    <a:pt x="15015" y="0"/>
                  </a:lnTo>
                  <a:lnTo>
                    <a:pt x="13554" y="87"/>
                  </a:lnTo>
                  <a:lnTo>
                    <a:pt x="12043" y="130"/>
                  </a:lnTo>
                  <a:lnTo>
                    <a:pt x="10582" y="217"/>
                  </a:lnTo>
                  <a:lnTo>
                    <a:pt x="9327" y="217"/>
                  </a:lnTo>
                  <a:lnTo>
                    <a:pt x="9532" y="7258"/>
                  </a:lnTo>
                  <a:lnTo>
                    <a:pt x="9557" y="10561"/>
                  </a:lnTo>
                  <a:lnTo>
                    <a:pt x="9557" y="13603"/>
                  </a:lnTo>
                  <a:lnTo>
                    <a:pt x="7969" y="10518"/>
                  </a:lnTo>
                  <a:lnTo>
                    <a:pt x="6380" y="7171"/>
                  </a:lnTo>
                  <a:lnTo>
                    <a:pt x="4791" y="3738"/>
                  </a:lnTo>
                  <a:lnTo>
                    <a:pt x="3305" y="217"/>
                  </a:lnTo>
                  <a:lnTo>
                    <a:pt x="0" y="217"/>
                  </a:lnTo>
                  <a:lnTo>
                    <a:pt x="179" y="5476"/>
                  </a:lnTo>
                  <a:lnTo>
                    <a:pt x="205" y="8171"/>
                  </a:lnTo>
                  <a:lnTo>
                    <a:pt x="256" y="10909"/>
                  </a:lnTo>
                  <a:lnTo>
                    <a:pt x="205" y="13690"/>
                  </a:lnTo>
                  <a:lnTo>
                    <a:pt x="179" y="16385"/>
                  </a:lnTo>
                  <a:lnTo>
                    <a:pt x="0" y="21600"/>
                  </a:lnTo>
                  <a:lnTo>
                    <a:pt x="2742" y="21600"/>
                  </a:lnTo>
                  <a:lnTo>
                    <a:pt x="2562" y="17732"/>
                  </a:lnTo>
                  <a:lnTo>
                    <a:pt x="2485" y="13864"/>
                  </a:lnTo>
                  <a:lnTo>
                    <a:pt x="2434" y="10344"/>
                  </a:lnTo>
                  <a:lnTo>
                    <a:pt x="2434" y="7171"/>
                  </a:lnTo>
                  <a:lnTo>
                    <a:pt x="4151" y="10518"/>
                  </a:lnTo>
                  <a:lnTo>
                    <a:pt x="5893" y="14081"/>
                  </a:lnTo>
                  <a:lnTo>
                    <a:pt x="7661" y="17819"/>
                  </a:lnTo>
                  <a:lnTo>
                    <a:pt x="8456" y="19731"/>
                  </a:lnTo>
                  <a:lnTo>
                    <a:pt x="9275" y="21600"/>
                  </a:lnTo>
                  <a:lnTo>
                    <a:pt x="12120" y="21600"/>
                  </a:lnTo>
                  <a:lnTo>
                    <a:pt x="11991" y="16385"/>
                  </a:lnTo>
                  <a:lnTo>
                    <a:pt x="11966" y="13690"/>
                  </a:lnTo>
                  <a:lnTo>
                    <a:pt x="11915" y="10909"/>
                  </a:lnTo>
                  <a:lnTo>
                    <a:pt x="11915" y="6910"/>
                  </a:lnTo>
                  <a:lnTo>
                    <a:pt x="11991" y="2955"/>
                  </a:lnTo>
                  <a:lnTo>
                    <a:pt x="12863" y="2912"/>
                  </a:lnTo>
                  <a:lnTo>
                    <a:pt x="13913" y="2912"/>
                  </a:lnTo>
                  <a:lnTo>
                    <a:pt x="14554" y="2955"/>
                  </a:lnTo>
                  <a:lnTo>
                    <a:pt x="15143" y="3129"/>
                  </a:lnTo>
                  <a:lnTo>
                    <a:pt x="15630" y="3477"/>
                  </a:lnTo>
                  <a:lnTo>
                    <a:pt x="15835" y="3651"/>
                  </a:lnTo>
                  <a:lnTo>
                    <a:pt x="16142" y="4085"/>
                  </a:lnTo>
                  <a:lnTo>
                    <a:pt x="16270" y="4346"/>
                  </a:lnTo>
                  <a:lnTo>
                    <a:pt x="16475" y="4911"/>
                  </a:lnTo>
                  <a:lnTo>
                    <a:pt x="16604" y="5520"/>
                  </a:lnTo>
                  <a:lnTo>
                    <a:pt x="16629" y="6302"/>
                  </a:lnTo>
                  <a:lnTo>
                    <a:pt x="16604" y="6693"/>
                  </a:lnTo>
                  <a:lnTo>
                    <a:pt x="16552" y="7171"/>
                  </a:lnTo>
                  <a:lnTo>
                    <a:pt x="16475" y="7606"/>
                  </a:lnTo>
                  <a:lnTo>
                    <a:pt x="16347" y="7997"/>
                  </a:lnTo>
                  <a:lnTo>
                    <a:pt x="16245" y="8344"/>
                  </a:lnTo>
                  <a:lnTo>
                    <a:pt x="15835" y="9040"/>
                  </a:lnTo>
                  <a:lnTo>
                    <a:pt x="15630" y="9344"/>
                  </a:lnTo>
                  <a:lnTo>
                    <a:pt x="15092" y="9866"/>
                  </a:lnTo>
                  <a:lnTo>
                    <a:pt x="14528" y="10300"/>
                  </a:lnTo>
                  <a:lnTo>
                    <a:pt x="13888" y="10648"/>
                  </a:lnTo>
                  <a:lnTo>
                    <a:pt x="13196" y="10996"/>
                  </a:lnTo>
                  <a:lnTo>
                    <a:pt x="14272" y="13386"/>
                  </a:lnTo>
                  <a:lnTo>
                    <a:pt x="15451" y="16080"/>
                  </a:lnTo>
                  <a:lnTo>
                    <a:pt x="16604" y="18905"/>
                  </a:lnTo>
                  <a:lnTo>
                    <a:pt x="17654" y="21600"/>
                  </a:lnTo>
                  <a:lnTo>
                    <a:pt x="21600" y="21600"/>
                  </a:lnTo>
                  <a:lnTo>
                    <a:pt x="19166" y="16298"/>
                  </a:lnTo>
                  <a:lnTo>
                    <a:pt x="18115" y="13821"/>
                  </a:lnTo>
                  <a:lnTo>
                    <a:pt x="17167" y="11517"/>
                  </a:lnTo>
                  <a:close/>
                </a:path>
              </a:pathLst>
            </a:custGeom>
            <a:solidFill>
              <a:srgbClr val="005BAC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pic>
        <p:nvPicPr>
          <p:cNvPr id="335" name="図 45" descr="図 4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3280" y="5732622"/>
            <a:ext cx="2126489" cy="1102869"/>
          </a:xfrm>
          <a:prstGeom prst="rect">
            <a:avLst/>
          </a:prstGeom>
          <a:ln w="12700">
            <a:miter lim="400000"/>
          </a:ln>
        </p:spPr>
      </p:pic>
      <p:sp>
        <p:nvSpPr>
          <p:cNvPr id="336" name="テキスト プレースホルダー 14"/>
          <p:cNvSpPr>
            <a:spLocks noGrp="1"/>
          </p:cNvSpPr>
          <p:nvPr>
            <p:ph type="body" sz="quarter" idx="21" hasCustomPrompt="1"/>
          </p:nvPr>
        </p:nvSpPr>
        <p:spPr>
          <a:xfrm>
            <a:off x="492389" y="5435999"/>
            <a:ext cx="6332443" cy="252001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>
              <a:spcBef>
                <a:spcPts val="0"/>
              </a:spcBef>
              <a:buClrTx/>
              <a:buSzTx/>
              <a:buNone/>
              <a:defRPr sz="1200" b="1"/>
            </a:lvl1pPr>
          </a:lstStyle>
          <a:p>
            <a:r>
              <a:t>日付</a:t>
            </a:r>
          </a:p>
        </p:txBody>
      </p:sp>
      <p:sp>
        <p:nvSpPr>
          <p:cNvPr id="337" name="タイトルテキスト"/>
          <p:cNvSpPr txBox="1">
            <a:spLocks noGrp="1"/>
          </p:cNvSpPr>
          <p:nvPr>
            <p:ph type="title"/>
          </p:nvPr>
        </p:nvSpPr>
        <p:spPr>
          <a:xfrm>
            <a:off x="492767" y="2986964"/>
            <a:ext cx="8924281" cy="442036"/>
          </a:xfrm>
          <a:prstGeom prst="rect">
            <a:avLst/>
          </a:prstGeom>
          <a:noFill/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t>タイトルテキスト</a:t>
            </a:r>
          </a:p>
        </p:txBody>
      </p:sp>
      <p:sp>
        <p:nvSpPr>
          <p:cNvPr id="338" name="テキスト プレースホルダー 14"/>
          <p:cNvSpPr>
            <a:spLocks noGrp="1"/>
          </p:cNvSpPr>
          <p:nvPr>
            <p:ph type="body" sz="quarter" idx="22" hasCustomPrompt="1"/>
          </p:nvPr>
        </p:nvSpPr>
        <p:spPr>
          <a:xfrm>
            <a:off x="492765" y="4491642"/>
            <a:ext cx="6332444" cy="76617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lnSpc>
                <a:spcPts val="1600"/>
              </a:lnSpc>
              <a:spcBef>
                <a:spcPts val="0"/>
              </a:spcBef>
              <a:buClrTx/>
              <a:buSzTx/>
              <a:buNone/>
              <a:defRPr sz="1200" b="1"/>
            </a:lvl1pPr>
          </a:lstStyle>
          <a:p>
            <a:r>
              <a:t>部署</a:t>
            </a:r>
          </a:p>
        </p:txBody>
      </p:sp>
      <p:sp>
        <p:nvSpPr>
          <p:cNvPr id="339" name="テキスト プレースホルダー 4"/>
          <p:cNvSpPr>
            <a:spLocks noGrp="1"/>
          </p:cNvSpPr>
          <p:nvPr>
            <p:ph type="body" sz="quarter" idx="23" hasCustomPrompt="1"/>
          </p:nvPr>
        </p:nvSpPr>
        <p:spPr>
          <a:xfrm>
            <a:off x="492765" y="4017390"/>
            <a:ext cx="6332444" cy="342001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>
              <a:spcBef>
                <a:spcPts val="0"/>
              </a:spcBef>
              <a:buClrTx/>
              <a:buSzTx/>
              <a:buNone/>
              <a:defRPr b="1"/>
            </a:lvl1pPr>
          </a:lstStyle>
          <a:p>
            <a:r>
              <a:t>名前</a:t>
            </a:r>
          </a:p>
        </p:txBody>
      </p:sp>
      <p:sp>
        <p:nvSpPr>
          <p:cNvPr id="340" name="スライド番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目次（中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スライド番号"/>
          <p:cNvSpPr txBox="1">
            <a:spLocks noGrp="1"/>
          </p:cNvSpPr>
          <p:nvPr>
            <p:ph type="sldNum" sz="quarter" idx="2"/>
          </p:nvPr>
        </p:nvSpPr>
        <p:spPr>
          <a:xfrm>
            <a:off x="9723784" y="6620921"/>
            <a:ext cx="182217" cy="177801"/>
          </a:xfrm>
          <a:prstGeom prst="rect">
            <a:avLst/>
          </a:prstGeom>
        </p:spPr>
        <p:txBody>
          <a:bodyPr lIns="0" tIns="0" rIns="0" bIns="0"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348" name="テキスト ボックス 10"/>
          <p:cNvSpPr txBox="1"/>
          <p:nvPr/>
        </p:nvSpPr>
        <p:spPr>
          <a:xfrm>
            <a:off x="5940298" y="6620361"/>
            <a:ext cx="3113892" cy="218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/>
          <a:p>
            <a:pPr algn="r">
              <a:defRPr sz="800">
                <a:solidFill>
                  <a:schemeClr val="accent1"/>
                </a:solidFill>
              </a:defRPr>
            </a:pPr>
            <a:r>
              <a:t>Copyrigh</a:t>
            </a:r>
            <a:r>
              <a:rPr spc="-1000"/>
              <a:t>t</a:t>
            </a:r>
            <a:r>
              <a:rPr>
                <a:solidFill>
                  <a:srgbClr val="001279"/>
                </a:solidFill>
              </a:rPr>
              <a:t>（C）</a:t>
            </a:r>
            <a:r>
              <a:t> Nomura Research Institute, Ltd. All rights reserved.</a:t>
            </a:r>
          </a:p>
        </p:txBody>
      </p:sp>
      <p:grpSp>
        <p:nvGrpSpPr>
          <p:cNvPr id="351" name="グループ化 11"/>
          <p:cNvGrpSpPr/>
          <p:nvPr/>
        </p:nvGrpSpPr>
        <p:grpSpPr>
          <a:xfrm>
            <a:off x="9129156" y="6620361"/>
            <a:ext cx="288340" cy="145026"/>
            <a:chOff x="0" y="0"/>
            <a:chExt cx="288338" cy="145025"/>
          </a:xfrm>
        </p:grpSpPr>
        <p:sp>
          <p:nvSpPr>
            <p:cNvPr id="349" name="Freeform 290"/>
            <p:cNvSpPr/>
            <p:nvPr/>
          </p:nvSpPr>
          <p:spPr>
            <a:xfrm>
              <a:off x="249737" y="584"/>
              <a:ext cx="38602" cy="14385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lnTo>
                    <a:pt x="0" y="0"/>
                  </a:lnTo>
                  <a:lnTo>
                    <a:pt x="818" y="5312"/>
                  </a:lnTo>
                  <a:lnTo>
                    <a:pt x="1145" y="8034"/>
                  </a:lnTo>
                  <a:lnTo>
                    <a:pt x="1309" y="10800"/>
                  </a:lnTo>
                  <a:lnTo>
                    <a:pt x="1145" y="13610"/>
                  </a:lnTo>
                  <a:lnTo>
                    <a:pt x="818" y="16332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0782" y="16332"/>
                  </a:lnTo>
                  <a:lnTo>
                    <a:pt x="20291" y="13610"/>
                  </a:lnTo>
                  <a:lnTo>
                    <a:pt x="20291" y="8034"/>
                  </a:lnTo>
                  <a:lnTo>
                    <a:pt x="20782" y="5312"/>
                  </a:lnTo>
                  <a:lnTo>
                    <a:pt x="21600" y="0"/>
                  </a:lnTo>
                  <a:close/>
                </a:path>
              </a:pathLst>
            </a:custGeom>
            <a:solidFill>
              <a:srgbClr val="005BAC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350" name="Freeform 291"/>
            <p:cNvSpPr/>
            <p:nvPr/>
          </p:nvSpPr>
          <p:spPr>
            <a:xfrm>
              <a:off x="-1" y="0"/>
              <a:ext cx="246230" cy="14502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7167" y="11517"/>
                  </a:moveTo>
                  <a:lnTo>
                    <a:pt x="17859" y="11039"/>
                  </a:lnTo>
                  <a:lnTo>
                    <a:pt x="18423" y="10431"/>
                  </a:lnTo>
                  <a:lnTo>
                    <a:pt x="18961" y="9822"/>
                  </a:lnTo>
                  <a:lnTo>
                    <a:pt x="19396" y="9040"/>
                  </a:lnTo>
                  <a:lnTo>
                    <a:pt x="19730" y="8214"/>
                  </a:lnTo>
                  <a:lnTo>
                    <a:pt x="19986" y="7301"/>
                  </a:lnTo>
                  <a:lnTo>
                    <a:pt x="20088" y="6910"/>
                  </a:lnTo>
                  <a:lnTo>
                    <a:pt x="20140" y="6432"/>
                  </a:lnTo>
                  <a:lnTo>
                    <a:pt x="20191" y="5998"/>
                  </a:lnTo>
                  <a:lnTo>
                    <a:pt x="20191" y="4998"/>
                  </a:lnTo>
                  <a:lnTo>
                    <a:pt x="20140" y="4476"/>
                  </a:lnTo>
                  <a:lnTo>
                    <a:pt x="20088" y="3998"/>
                  </a:lnTo>
                  <a:lnTo>
                    <a:pt x="20011" y="3520"/>
                  </a:lnTo>
                  <a:lnTo>
                    <a:pt x="19883" y="3129"/>
                  </a:lnTo>
                  <a:lnTo>
                    <a:pt x="19730" y="2695"/>
                  </a:lnTo>
                  <a:lnTo>
                    <a:pt x="19601" y="2347"/>
                  </a:lnTo>
                  <a:lnTo>
                    <a:pt x="19396" y="1999"/>
                  </a:lnTo>
                  <a:lnTo>
                    <a:pt x="19012" y="1391"/>
                  </a:lnTo>
                  <a:lnTo>
                    <a:pt x="18551" y="956"/>
                  </a:lnTo>
                  <a:lnTo>
                    <a:pt x="18064" y="608"/>
                  </a:lnTo>
                  <a:lnTo>
                    <a:pt x="17500" y="348"/>
                  </a:lnTo>
                  <a:lnTo>
                    <a:pt x="16937" y="217"/>
                  </a:lnTo>
                  <a:lnTo>
                    <a:pt x="16322" y="87"/>
                  </a:lnTo>
                  <a:lnTo>
                    <a:pt x="15656" y="87"/>
                  </a:lnTo>
                  <a:lnTo>
                    <a:pt x="15015" y="0"/>
                  </a:lnTo>
                  <a:lnTo>
                    <a:pt x="13554" y="87"/>
                  </a:lnTo>
                  <a:lnTo>
                    <a:pt x="12043" y="130"/>
                  </a:lnTo>
                  <a:lnTo>
                    <a:pt x="10582" y="217"/>
                  </a:lnTo>
                  <a:lnTo>
                    <a:pt x="9327" y="217"/>
                  </a:lnTo>
                  <a:lnTo>
                    <a:pt x="9532" y="7258"/>
                  </a:lnTo>
                  <a:lnTo>
                    <a:pt x="9557" y="10561"/>
                  </a:lnTo>
                  <a:lnTo>
                    <a:pt x="9557" y="13603"/>
                  </a:lnTo>
                  <a:lnTo>
                    <a:pt x="7969" y="10518"/>
                  </a:lnTo>
                  <a:lnTo>
                    <a:pt x="6380" y="7171"/>
                  </a:lnTo>
                  <a:lnTo>
                    <a:pt x="4791" y="3738"/>
                  </a:lnTo>
                  <a:lnTo>
                    <a:pt x="3305" y="217"/>
                  </a:lnTo>
                  <a:lnTo>
                    <a:pt x="0" y="217"/>
                  </a:lnTo>
                  <a:lnTo>
                    <a:pt x="179" y="5476"/>
                  </a:lnTo>
                  <a:lnTo>
                    <a:pt x="205" y="8171"/>
                  </a:lnTo>
                  <a:lnTo>
                    <a:pt x="256" y="10909"/>
                  </a:lnTo>
                  <a:lnTo>
                    <a:pt x="205" y="13690"/>
                  </a:lnTo>
                  <a:lnTo>
                    <a:pt x="179" y="16385"/>
                  </a:lnTo>
                  <a:lnTo>
                    <a:pt x="0" y="21600"/>
                  </a:lnTo>
                  <a:lnTo>
                    <a:pt x="2742" y="21600"/>
                  </a:lnTo>
                  <a:lnTo>
                    <a:pt x="2562" y="17732"/>
                  </a:lnTo>
                  <a:lnTo>
                    <a:pt x="2485" y="13864"/>
                  </a:lnTo>
                  <a:lnTo>
                    <a:pt x="2434" y="10344"/>
                  </a:lnTo>
                  <a:lnTo>
                    <a:pt x="2434" y="7171"/>
                  </a:lnTo>
                  <a:lnTo>
                    <a:pt x="4151" y="10518"/>
                  </a:lnTo>
                  <a:lnTo>
                    <a:pt x="5893" y="14081"/>
                  </a:lnTo>
                  <a:lnTo>
                    <a:pt x="7661" y="17819"/>
                  </a:lnTo>
                  <a:lnTo>
                    <a:pt x="8456" y="19731"/>
                  </a:lnTo>
                  <a:lnTo>
                    <a:pt x="9275" y="21600"/>
                  </a:lnTo>
                  <a:lnTo>
                    <a:pt x="12120" y="21600"/>
                  </a:lnTo>
                  <a:lnTo>
                    <a:pt x="11991" y="16385"/>
                  </a:lnTo>
                  <a:lnTo>
                    <a:pt x="11966" y="13690"/>
                  </a:lnTo>
                  <a:lnTo>
                    <a:pt x="11915" y="10909"/>
                  </a:lnTo>
                  <a:lnTo>
                    <a:pt x="11915" y="6910"/>
                  </a:lnTo>
                  <a:lnTo>
                    <a:pt x="11991" y="2955"/>
                  </a:lnTo>
                  <a:lnTo>
                    <a:pt x="12863" y="2912"/>
                  </a:lnTo>
                  <a:lnTo>
                    <a:pt x="13913" y="2912"/>
                  </a:lnTo>
                  <a:lnTo>
                    <a:pt x="14554" y="2955"/>
                  </a:lnTo>
                  <a:lnTo>
                    <a:pt x="15143" y="3129"/>
                  </a:lnTo>
                  <a:lnTo>
                    <a:pt x="15630" y="3477"/>
                  </a:lnTo>
                  <a:lnTo>
                    <a:pt x="15835" y="3651"/>
                  </a:lnTo>
                  <a:lnTo>
                    <a:pt x="16142" y="4085"/>
                  </a:lnTo>
                  <a:lnTo>
                    <a:pt x="16270" y="4346"/>
                  </a:lnTo>
                  <a:lnTo>
                    <a:pt x="16475" y="4911"/>
                  </a:lnTo>
                  <a:lnTo>
                    <a:pt x="16604" y="5520"/>
                  </a:lnTo>
                  <a:lnTo>
                    <a:pt x="16629" y="6302"/>
                  </a:lnTo>
                  <a:lnTo>
                    <a:pt x="16604" y="6693"/>
                  </a:lnTo>
                  <a:lnTo>
                    <a:pt x="16552" y="7171"/>
                  </a:lnTo>
                  <a:lnTo>
                    <a:pt x="16475" y="7606"/>
                  </a:lnTo>
                  <a:lnTo>
                    <a:pt x="16347" y="7997"/>
                  </a:lnTo>
                  <a:lnTo>
                    <a:pt x="16245" y="8344"/>
                  </a:lnTo>
                  <a:lnTo>
                    <a:pt x="15835" y="9040"/>
                  </a:lnTo>
                  <a:lnTo>
                    <a:pt x="15630" y="9344"/>
                  </a:lnTo>
                  <a:lnTo>
                    <a:pt x="15092" y="9866"/>
                  </a:lnTo>
                  <a:lnTo>
                    <a:pt x="14528" y="10300"/>
                  </a:lnTo>
                  <a:lnTo>
                    <a:pt x="13888" y="10648"/>
                  </a:lnTo>
                  <a:lnTo>
                    <a:pt x="13196" y="10996"/>
                  </a:lnTo>
                  <a:lnTo>
                    <a:pt x="14272" y="13386"/>
                  </a:lnTo>
                  <a:lnTo>
                    <a:pt x="15451" y="16080"/>
                  </a:lnTo>
                  <a:lnTo>
                    <a:pt x="16604" y="18905"/>
                  </a:lnTo>
                  <a:lnTo>
                    <a:pt x="17654" y="21600"/>
                  </a:lnTo>
                  <a:lnTo>
                    <a:pt x="21600" y="21600"/>
                  </a:lnTo>
                  <a:lnTo>
                    <a:pt x="19166" y="16298"/>
                  </a:lnTo>
                  <a:lnTo>
                    <a:pt x="18115" y="13821"/>
                  </a:lnTo>
                  <a:lnTo>
                    <a:pt x="17167" y="11517"/>
                  </a:lnTo>
                  <a:close/>
                </a:path>
              </a:pathLst>
            </a:custGeom>
            <a:solidFill>
              <a:srgbClr val="005BAC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sp>
        <p:nvSpPr>
          <p:cNvPr id="352" name="本文レベル1…"/>
          <p:cNvSpPr txBox="1">
            <a:spLocks noGrp="1"/>
          </p:cNvSpPr>
          <p:nvPr>
            <p:ph type="body" idx="1"/>
          </p:nvPr>
        </p:nvSpPr>
        <p:spPr>
          <a:xfrm>
            <a:off x="1502426" y="1120655"/>
            <a:ext cx="6901151" cy="5135767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lnSpc>
                <a:spcPct val="110000"/>
              </a:lnSpc>
              <a:spcBef>
                <a:spcPts val="600"/>
              </a:spcBef>
              <a:buAutoNum type="arabicPeriod"/>
              <a:tabLst>
                <a:tab pos="6451600" algn="r"/>
                <a:tab pos="6718300" algn="r"/>
                <a:tab pos="6896100" algn="r"/>
              </a:tabLst>
            </a:lvl1pPr>
            <a:lvl2pPr marL="0" indent="517525">
              <a:lnSpc>
                <a:spcPct val="110000"/>
              </a:lnSpc>
              <a:spcBef>
                <a:spcPts val="600"/>
              </a:spcBef>
              <a:buSzTx/>
              <a:buNone/>
              <a:tabLst>
                <a:tab pos="6451600" algn="r"/>
                <a:tab pos="6718300" algn="r"/>
                <a:tab pos="6896100" algn="r"/>
              </a:tabLst>
            </a:lvl2pPr>
            <a:lvl3pPr marL="999217" indent="-195942">
              <a:lnSpc>
                <a:spcPct val="110000"/>
              </a:lnSpc>
              <a:spcBef>
                <a:spcPts val="600"/>
              </a:spcBef>
              <a:tabLst>
                <a:tab pos="6451600" algn="r"/>
                <a:tab pos="6718300" algn="r"/>
                <a:tab pos="6896100" algn="r"/>
              </a:tabLst>
            </a:lvl3pPr>
            <a:lvl4pPr marL="0" indent="1027112">
              <a:lnSpc>
                <a:spcPct val="110000"/>
              </a:lnSpc>
              <a:spcBef>
                <a:spcPts val="600"/>
              </a:spcBef>
              <a:buSzTx/>
              <a:buNone/>
              <a:tabLst>
                <a:tab pos="6451600" algn="r"/>
                <a:tab pos="6718300" algn="r"/>
                <a:tab pos="6896100" algn="r"/>
              </a:tabLst>
            </a:lvl4pPr>
            <a:lvl5pPr marL="0" indent="1295400">
              <a:lnSpc>
                <a:spcPct val="110000"/>
              </a:lnSpc>
              <a:spcBef>
                <a:spcPts val="600"/>
              </a:spcBef>
              <a:buSzTx/>
              <a:buNone/>
              <a:tabLst>
                <a:tab pos="6451600" algn="r"/>
                <a:tab pos="6718300" algn="r"/>
                <a:tab pos="6896100" algn="r"/>
              </a:tabLst>
            </a:lvl5pPr>
          </a:lstStyle>
          <a:p>
            <a:r>
              <a:t>本文レベル1</a:t>
            </a:r>
          </a:p>
          <a:p>
            <a:pPr lvl="1"/>
            <a:r>
              <a:t>本文レベル2</a:t>
            </a:r>
          </a:p>
          <a:p>
            <a:pPr lvl="2"/>
            <a:r>
              <a:t>本文レベル3</a:t>
            </a:r>
          </a:p>
          <a:p>
            <a:pPr lvl="3"/>
            <a:r>
              <a:t>本文レベル4</a:t>
            </a:r>
          </a:p>
          <a:p>
            <a:pPr lvl="4"/>
            <a:r>
              <a:t>本文レベル5</a:t>
            </a:r>
          </a:p>
        </p:txBody>
      </p:sp>
      <p:sp>
        <p:nvSpPr>
          <p:cNvPr id="353" name="目次タイトルを入力"/>
          <p:cNvSpPr txBox="1">
            <a:spLocks noGrp="1"/>
          </p:cNvSpPr>
          <p:nvPr>
            <p:ph type="title" hasCustomPrompt="1"/>
          </p:nvPr>
        </p:nvSpPr>
        <p:spPr>
          <a:xfrm>
            <a:off x="201000" y="259199"/>
            <a:ext cx="9504000" cy="380481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t>目次タイトルを入力</a:t>
            </a:r>
          </a:p>
        </p:txBody>
      </p:sp>
    </p:spTree>
  </p:cSld>
  <p:clrMapOvr>
    <a:masterClrMapping/>
  </p:clrMapOvr>
  <p:transition spd="med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目次（多/二段組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スライド番号"/>
          <p:cNvSpPr txBox="1">
            <a:spLocks noGrp="1"/>
          </p:cNvSpPr>
          <p:nvPr>
            <p:ph type="sldNum" sz="quarter" idx="2"/>
          </p:nvPr>
        </p:nvSpPr>
        <p:spPr>
          <a:xfrm>
            <a:off x="9723784" y="6620921"/>
            <a:ext cx="182217" cy="177801"/>
          </a:xfrm>
          <a:prstGeom prst="rect">
            <a:avLst/>
          </a:prstGeom>
        </p:spPr>
        <p:txBody>
          <a:bodyPr lIns="0" tIns="0" rIns="0" bIns="0"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361" name="テキスト ボックス 10"/>
          <p:cNvSpPr txBox="1"/>
          <p:nvPr/>
        </p:nvSpPr>
        <p:spPr>
          <a:xfrm>
            <a:off x="5940298" y="6620361"/>
            <a:ext cx="3113892" cy="218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/>
          <a:p>
            <a:pPr algn="r">
              <a:defRPr sz="800">
                <a:solidFill>
                  <a:schemeClr val="accent1"/>
                </a:solidFill>
              </a:defRPr>
            </a:pPr>
            <a:r>
              <a:t>Copyrigh</a:t>
            </a:r>
            <a:r>
              <a:rPr spc="-1000"/>
              <a:t>t</a:t>
            </a:r>
            <a:r>
              <a:rPr>
                <a:solidFill>
                  <a:srgbClr val="001279"/>
                </a:solidFill>
              </a:rPr>
              <a:t>（C）</a:t>
            </a:r>
            <a:r>
              <a:t> Nomura Research Institute, Ltd. All rights reserved.</a:t>
            </a:r>
          </a:p>
        </p:txBody>
      </p:sp>
      <p:grpSp>
        <p:nvGrpSpPr>
          <p:cNvPr id="364" name="グループ化 11"/>
          <p:cNvGrpSpPr/>
          <p:nvPr/>
        </p:nvGrpSpPr>
        <p:grpSpPr>
          <a:xfrm>
            <a:off x="9129156" y="6620361"/>
            <a:ext cx="288340" cy="145026"/>
            <a:chOff x="0" y="0"/>
            <a:chExt cx="288338" cy="145025"/>
          </a:xfrm>
        </p:grpSpPr>
        <p:sp>
          <p:nvSpPr>
            <p:cNvPr id="362" name="Freeform 290"/>
            <p:cNvSpPr/>
            <p:nvPr/>
          </p:nvSpPr>
          <p:spPr>
            <a:xfrm>
              <a:off x="249737" y="584"/>
              <a:ext cx="38602" cy="14385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lnTo>
                    <a:pt x="0" y="0"/>
                  </a:lnTo>
                  <a:lnTo>
                    <a:pt x="818" y="5312"/>
                  </a:lnTo>
                  <a:lnTo>
                    <a:pt x="1145" y="8034"/>
                  </a:lnTo>
                  <a:lnTo>
                    <a:pt x="1309" y="10800"/>
                  </a:lnTo>
                  <a:lnTo>
                    <a:pt x="1145" y="13610"/>
                  </a:lnTo>
                  <a:lnTo>
                    <a:pt x="818" y="16332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0782" y="16332"/>
                  </a:lnTo>
                  <a:lnTo>
                    <a:pt x="20291" y="13610"/>
                  </a:lnTo>
                  <a:lnTo>
                    <a:pt x="20291" y="8034"/>
                  </a:lnTo>
                  <a:lnTo>
                    <a:pt x="20782" y="5312"/>
                  </a:lnTo>
                  <a:lnTo>
                    <a:pt x="21600" y="0"/>
                  </a:lnTo>
                  <a:close/>
                </a:path>
              </a:pathLst>
            </a:custGeom>
            <a:solidFill>
              <a:srgbClr val="005BAC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363" name="Freeform 291"/>
            <p:cNvSpPr/>
            <p:nvPr/>
          </p:nvSpPr>
          <p:spPr>
            <a:xfrm>
              <a:off x="-1" y="0"/>
              <a:ext cx="246230" cy="14502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7167" y="11517"/>
                  </a:moveTo>
                  <a:lnTo>
                    <a:pt x="17859" y="11039"/>
                  </a:lnTo>
                  <a:lnTo>
                    <a:pt x="18423" y="10431"/>
                  </a:lnTo>
                  <a:lnTo>
                    <a:pt x="18961" y="9822"/>
                  </a:lnTo>
                  <a:lnTo>
                    <a:pt x="19396" y="9040"/>
                  </a:lnTo>
                  <a:lnTo>
                    <a:pt x="19730" y="8214"/>
                  </a:lnTo>
                  <a:lnTo>
                    <a:pt x="19986" y="7301"/>
                  </a:lnTo>
                  <a:lnTo>
                    <a:pt x="20088" y="6910"/>
                  </a:lnTo>
                  <a:lnTo>
                    <a:pt x="20140" y="6432"/>
                  </a:lnTo>
                  <a:lnTo>
                    <a:pt x="20191" y="5998"/>
                  </a:lnTo>
                  <a:lnTo>
                    <a:pt x="20191" y="4998"/>
                  </a:lnTo>
                  <a:lnTo>
                    <a:pt x="20140" y="4476"/>
                  </a:lnTo>
                  <a:lnTo>
                    <a:pt x="20088" y="3998"/>
                  </a:lnTo>
                  <a:lnTo>
                    <a:pt x="20011" y="3520"/>
                  </a:lnTo>
                  <a:lnTo>
                    <a:pt x="19883" y="3129"/>
                  </a:lnTo>
                  <a:lnTo>
                    <a:pt x="19730" y="2695"/>
                  </a:lnTo>
                  <a:lnTo>
                    <a:pt x="19601" y="2347"/>
                  </a:lnTo>
                  <a:lnTo>
                    <a:pt x="19396" y="1999"/>
                  </a:lnTo>
                  <a:lnTo>
                    <a:pt x="19012" y="1391"/>
                  </a:lnTo>
                  <a:lnTo>
                    <a:pt x="18551" y="956"/>
                  </a:lnTo>
                  <a:lnTo>
                    <a:pt x="18064" y="608"/>
                  </a:lnTo>
                  <a:lnTo>
                    <a:pt x="17500" y="348"/>
                  </a:lnTo>
                  <a:lnTo>
                    <a:pt x="16937" y="217"/>
                  </a:lnTo>
                  <a:lnTo>
                    <a:pt x="16322" y="87"/>
                  </a:lnTo>
                  <a:lnTo>
                    <a:pt x="15656" y="87"/>
                  </a:lnTo>
                  <a:lnTo>
                    <a:pt x="15015" y="0"/>
                  </a:lnTo>
                  <a:lnTo>
                    <a:pt x="13554" y="87"/>
                  </a:lnTo>
                  <a:lnTo>
                    <a:pt x="12043" y="130"/>
                  </a:lnTo>
                  <a:lnTo>
                    <a:pt x="10582" y="217"/>
                  </a:lnTo>
                  <a:lnTo>
                    <a:pt x="9327" y="217"/>
                  </a:lnTo>
                  <a:lnTo>
                    <a:pt x="9532" y="7258"/>
                  </a:lnTo>
                  <a:lnTo>
                    <a:pt x="9557" y="10561"/>
                  </a:lnTo>
                  <a:lnTo>
                    <a:pt x="9557" y="13603"/>
                  </a:lnTo>
                  <a:lnTo>
                    <a:pt x="7969" y="10518"/>
                  </a:lnTo>
                  <a:lnTo>
                    <a:pt x="6380" y="7171"/>
                  </a:lnTo>
                  <a:lnTo>
                    <a:pt x="4791" y="3738"/>
                  </a:lnTo>
                  <a:lnTo>
                    <a:pt x="3305" y="217"/>
                  </a:lnTo>
                  <a:lnTo>
                    <a:pt x="0" y="217"/>
                  </a:lnTo>
                  <a:lnTo>
                    <a:pt x="179" y="5476"/>
                  </a:lnTo>
                  <a:lnTo>
                    <a:pt x="205" y="8171"/>
                  </a:lnTo>
                  <a:lnTo>
                    <a:pt x="256" y="10909"/>
                  </a:lnTo>
                  <a:lnTo>
                    <a:pt x="205" y="13690"/>
                  </a:lnTo>
                  <a:lnTo>
                    <a:pt x="179" y="16385"/>
                  </a:lnTo>
                  <a:lnTo>
                    <a:pt x="0" y="21600"/>
                  </a:lnTo>
                  <a:lnTo>
                    <a:pt x="2742" y="21600"/>
                  </a:lnTo>
                  <a:lnTo>
                    <a:pt x="2562" y="17732"/>
                  </a:lnTo>
                  <a:lnTo>
                    <a:pt x="2485" y="13864"/>
                  </a:lnTo>
                  <a:lnTo>
                    <a:pt x="2434" y="10344"/>
                  </a:lnTo>
                  <a:lnTo>
                    <a:pt x="2434" y="7171"/>
                  </a:lnTo>
                  <a:lnTo>
                    <a:pt x="4151" y="10518"/>
                  </a:lnTo>
                  <a:lnTo>
                    <a:pt x="5893" y="14081"/>
                  </a:lnTo>
                  <a:lnTo>
                    <a:pt x="7661" y="17819"/>
                  </a:lnTo>
                  <a:lnTo>
                    <a:pt x="8456" y="19731"/>
                  </a:lnTo>
                  <a:lnTo>
                    <a:pt x="9275" y="21600"/>
                  </a:lnTo>
                  <a:lnTo>
                    <a:pt x="12120" y="21600"/>
                  </a:lnTo>
                  <a:lnTo>
                    <a:pt x="11991" y="16385"/>
                  </a:lnTo>
                  <a:lnTo>
                    <a:pt x="11966" y="13690"/>
                  </a:lnTo>
                  <a:lnTo>
                    <a:pt x="11915" y="10909"/>
                  </a:lnTo>
                  <a:lnTo>
                    <a:pt x="11915" y="6910"/>
                  </a:lnTo>
                  <a:lnTo>
                    <a:pt x="11991" y="2955"/>
                  </a:lnTo>
                  <a:lnTo>
                    <a:pt x="12863" y="2912"/>
                  </a:lnTo>
                  <a:lnTo>
                    <a:pt x="13913" y="2912"/>
                  </a:lnTo>
                  <a:lnTo>
                    <a:pt x="14554" y="2955"/>
                  </a:lnTo>
                  <a:lnTo>
                    <a:pt x="15143" y="3129"/>
                  </a:lnTo>
                  <a:lnTo>
                    <a:pt x="15630" y="3477"/>
                  </a:lnTo>
                  <a:lnTo>
                    <a:pt x="15835" y="3651"/>
                  </a:lnTo>
                  <a:lnTo>
                    <a:pt x="16142" y="4085"/>
                  </a:lnTo>
                  <a:lnTo>
                    <a:pt x="16270" y="4346"/>
                  </a:lnTo>
                  <a:lnTo>
                    <a:pt x="16475" y="4911"/>
                  </a:lnTo>
                  <a:lnTo>
                    <a:pt x="16604" y="5520"/>
                  </a:lnTo>
                  <a:lnTo>
                    <a:pt x="16629" y="6302"/>
                  </a:lnTo>
                  <a:lnTo>
                    <a:pt x="16604" y="6693"/>
                  </a:lnTo>
                  <a:lnTo>
                    <a:pt x="16552" y="7171"/>
                  </a:lnTo>
                  <a:lnTo>
                    <a:pt x="16475" y="7606"/>
                  </a:lnTo>
                  <a:lnTo>
                    <a:pt x="16347" y="7997"/>
                  </a:lnTo>
                  <a:lnTo>
                    <a:pt x="16245" y="8344"/>
                  </a:lnTo>
                  <a:lnTo>
                    <a:pt x="15835" y="9040"/>
                  </a:lnTo>
                  <a:lnTo>
                    <a:pt x="15630" y="9344"/>
                  </a:lnTo>
                  <a:lnTo>
                    <a:pt x="15092" y="9866"/>
                  </a:lnTo>
                  <a:lnTo>
                    <a:pt x="14528" y="10300"/>
                  </a:lnTo>
                  <a:lnTo>
                    <a:pt x="13888" y="10648"/>
                  </a:lnTo>
                  <a:lnTo>
                    <a:pt x="13196" y="10996"/>
                  </a:lnTo>
                  <a:lnTo>
                    <a:pt x="14272" y="13386"/>
                  </a:lnTo>
                  <a:lnTo>
                    <a:pt x="15451" y="16080"/>
                  </a:lnTo>
                  <a:lnTo>
                    <a:pt x="16604" y="18905"/>
                  </a:lnTo>
                  <a:lnTo>
                    <a:pt x="17654" y="21600"/>
                  </a:lnTo>
                  <a:lnTo>
                    <a:pt x="21600" y="21600"/>
                  </a:lnTo>
                  <a:lnTo>
                    <a:pt x="19166" y="16298"/>
                  </a:lnTo>
                  <a:lnTo>
                    <a:pt x="18115" y="13821"/>
                  </a:lnTo>
                  <a:lnTo>
                    <a:pt x="17167" y="11517"/>
                  </a:lnTo>
                  <a:close/>
                </a:path>
              </a:pathLst>
            </a:custGeom>
            <a:solidFill>
              <a:srgbClr val="005BAC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sp>
        <p:nvSpPr>
          <p:cNvPr id="365" name="本文レベル1…"/>
          <p:cNvSpPr txBox="1">
            <a:spLocks noGrp="1"/>
          </p:cNvSpPr>
          <p:nvPr>
            <p:ph type="body" idx="1"/>
          </p:nvPr>
        </p:nvSpPr>
        <p:spPr>
          <a:xfrm>
            <a:off x="416495" y="1120655"/>
            <a:ext cx="9073014" cy="5135767"/>
          </a:xfrm>
          <a:prstGeom prst="rect">
            <a:avLst/>
          </a:prstGeom>
        </p:spPr>
        <p:txBody>
          <a:bodyPr lIns="0" tIns="0" rIns="0" bIns="0" numCol="2" spcCol="359999">
            <a:normAutofit/>
          </a:bodyPr>
          <a:lstStyle>
            <a:lvl1pPr marL="271463" indent="-271463">
              <a:lnSpc>
                <a:spcPct val="110000"/>
              </a:lnSpc>
              <a:spcBef>
                <a:spcPts val="600"/>
              </a:spcBef>
              <a:buAutoNum type="arabicPeriod"/>
              <a:tabLst>
                <a:tab pos="3937000" algn="r"/>
                <a:tab pos="4216400" algn="r"/>
                <a:tab pos="4381500" algn="r"/>
                <a:tab pos="4483100" algn="r"/>
                <a:tab pos="6451600" algn="r"/>
                <a:tab pos="6807200" algn="r"/>
              </a:tabLst>
              <a:defRPr sz="1400"/>
            </a:lvl1pPr>
            <a:lvl2pPr marL="0" indent="517525">
              <a:lnSpc>
                <a:spcPct val="110000"/>
              </a:lnSpc>
              <a:spcBef>
                <a:spcPts val="600"/>
              </a:spcBef>
              <a:buSzTx/>
              <a:buNone/>
              <a:tabLst>
                <a:tab pos="3937000" algn="r"/>
                <a:tab pos="4216400" algn="r"/>
                <a:tab pos="4381500" algn="r"/>
                <a:tab pos="4483100" algn="r"/>
                <a:tab pos="6451600" algn="r"/>
                <a:tab pos="6807200" algn="r"/>
              </a:tabLst>
              <a:defRPr sz="1400"/>
            </a:lvl2pPr>
            <a:lvl3pPr marL="1003300" indent="-200025">
              <a:lnSpc>
                <a:spcPct val="110000"/>
              </a:lnSpc>
              <a:spcBef>
                <a:spcPts val="600"/>
              </a:spcBef>
              <a:tabLst>
                <a:tab pos="3937000" algn="r"/>
                <a:tab pos="4216400" algn="r"/>
                <a:tab pos="4381500" algn="r"/>
                <a:tab pos="4483100" algn="r"/>
                <a:tab pos="6451600" algn="r"/>
                <a:tab pos="6807200" algn="r"/>
              </a:tabLst>
              <a:defRPr sz="1400"/>
            </a:lvl3pPr>
            <a:lvl4pPr marL="0" indent="1027112">
              <a:lnSpc>
                <a:spcPct val="110000"/>
              </a:lnSpc>
              <a:spcBef>
                <a:spcPts val="600"/>
              </a:spcBef>
              <a:buSzTx/>
              <a:buNone/>
              <a:tabLst>
                <a:tab pos="3937000" algn="r"/>
                <a:tab pos="4216400" algn="r"/>
                <a:tab pos="4381500" algn="r"/>
                <a:tab pos="4483100" algn="r"/>
                <a:tab pos="6451600" algn="r"/>
                <a:tab pos="6807200" algn="r"/>
              </a:tabLst>
              <a:defRPr sz="1400"/>
            </a:lvl4pPr>
            <a:lvl5pPr marL="0" indent="1295400">
              <a:lnSpc>
                <a:spcPct val="110000"/>
              </a:lnSpc>
              <a:spcBef>
                <a:spcPts val="600"/>
              </a:spcBef>
              <a:buSzTx/>
              <a:buNone/>
              <a:tabLst>
                <a:tab pos="3937000" algn="r"/>
                <a:tab pos="4216400" algn="r"/>
                <a:tab pos="4381500" algn="r"/>
                <a:tab pos="4483100" algn="r"/>
                <a:tab pos="6451600" algn="r"/>
                <a:tab pos="6807200" algn="r"/>
              </a:tabLst>
              <a:defRPr sz="1400"/>
            </a:lvl5pPr>
          </a:lstStyle>
          <a:p>
            <a:r>
              <a:t>本文レベル1</a:t>
            </a:r>
          </a:p>
          <a:p>
            <a:pPr lvl="1"/>
            <a:r>
              <a:t>本文レベル2</a:t>
            </a:r>
          </a:p>
          <a:p>
            <a:pPr lvl="2"/>
            <a:r>
              <a:t>本文レベル3</a:t>
            </a:r>
          </a:p>
          <a:p>
            <a:pPr lvl="3"/>
            <a:r>
              <a:t>本文レベル4</a:t>
            </a:r>
          </a:p>
          <a:p>
            <a:pPr lvl="4"/>
            <a:r>
              <a:t>本文レベル5</a:t>
            </a:r>
          </a:p>
        </p:txBody>
      </p:sp>
      <p:sp>
        <p:nvSpPr>
          <p:cNvPr id="366" name="目次タイトルを入力"/>
          <p:cNvSpPr txBox="1">
            <a:spLocks noGrp="1"/>
          </p:cNvSpPr>
          <p:nvPr>
            <p:ph type="title" hasCustomPrompt="1"/>
          </p:nvPr>
        </p:nvSpPr>
        <p:spPr>
          <a:xfrm>
            <a:off x="201000" y="259199"/>
            <a:ext cx="9504000" cy="380481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t>目次タイトルを入力</a:t>
            </a:r>
          </a:p>
        </p:txBody>
      </p:sp>
    </p:spTree>
  </p:cSld>
  <p:clrMapOvr>
    <a:masterClrMapping/>
  </p:clrMapOvr>
  <p:transition spd="med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中表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スライド番号"/>
          <p:cNvSpPr txBox="1">
            <a:spLocks noGrp="1"/>
          </p:cNvSpPr>
          <p:nvPr>
            <p:ph type="sldNum" sz="quarter" idx="2"/>
          </p:nvPr>
        </p:nvSpPr>
        <p:spPr>
          <a:xfrm>
            <a:off x="9723784" y="6620921"/>
            <a:ext cx="182217" cy="177801"/>
          </a:xfrm>
          <a:prstGeom prst="rect">
            <a:avLst/>
          </a:prstGeom>
        </p:spPr>
        <p:txBody>
          <a:bodyPr lIns="0" tIns="0" rIns="0" bIns="0"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374" name="テキスト ボックス 10"/>
          <p:cNvSpPr txBox="1"/>
          <p:nvPr/>
        </p:nvSpPr>
        <p:spPr>
          <a:xfrm>
            <a:off x="5940298" y="6620361"/>
            <a:ext cx="3113892" cy="218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/>
          <a:p>
            <a:pPr algn="r">
              <a:defRPr sz="800">
                <a:solidFill>
                  <a:schemeClr val="accent1"/>
                </a:solidFill>
              </a:defRPr>
            </a:pPr>
            <a:r>
              <a:t>Copyrigh</a:t>
            </a:r>
            <a:r>
              <a:rPr spc="-1000"/>
              <a:t>t</a:t>
            </a:r>
            <a:r>
              <a:rPr>
                <a:solidFill>
                  <a:srgbClr val="001279"/>
                </a:solidFill>
              </a:rPr>
              <a:t>（C）</a:t>
            </a:r>
            <a:r>
              <a:t> Nomura Research Institute, Ltd. All rights reserved.</a:t>
            </a:r>
          </a:p>
        </p:txBody>
      </p:sp>
      <p:grpSp>
        <p:nvGrpSpPr>
          <p:cNvPr id="377" name="グループ化 11"/>
          <p:cNvGrpSpPr/>
          <p:nvPr/>
        </p:nvGrpSpPr>
        <p:grpSpPr>
          <a:xfrm>
            <a:off x="9129156" y="6620361"/>
            <a:ext cx="288340" cy="145026"/>
            <a:chOff x="0" y="0"/>
            <a:chExt cx="288338" cy="145025"/>
          </a:xfrm>
        </p:grpSpPr>
        <p:sp>
          <p:nvSpPr>
            <p:cNvPr id="375" name="Freeform 290"/>
            <p:cNvSpPr/>
            <p:nvPr/>
          </p:nvSpPr>
          <p:spPr>
            <a:xfrm>
              <a:off x="249737" y="584"/>
              <a:ext cx="38602" cy="14385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lnTo>
                    <a:pt x="0" y="0"/>
                  </a:lnTo>
                  <a:lnTo>
                    <a:pt x="818" y="5312"/>
                  </a:lnTo>
                  <a:lnTo>
                    <a:pt x="1145" y="8034"/>
                  </a:lnTo>
                  <a:lnTo>
                    <a:pt x="1309" y="10800"/>
                  </a:lnTo>
                  <a:lnTo>
                    <a:pt x="1145" y="13610"/>
                  </a:lnTo>
                  <a:lnTo>
                    <a:pt x="818" y="16332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0782" y="16332"/>
                  </a:lnTo>
                  <a:lnTo>
                    <a:pt x="20291" y="13610"/>
                  </a:lnTo>
                  <a:lnTo>
                    <a:pt x="20291" y="8034"/>
                  </a:lnTo>
                  <a:lnTo>
                    <a:pt x="20782" y="5312"/>
                  </a:lnTo>
                  <a:lnTo>
                    <a:pt x="21600" y="0"/>
                  </a:lnTo>
                  <a:close/>
                </a:path>
              </a:pathLst>
            </a:custGeom>
            <a:solidFill>
              <a:srgbClr val="005BAC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376" name="Freeform 291"/>
            <p:cNvSpPr/>
            <p:nvPr/>
          </p:nvSpPr>
          <p:spPr>
            <a:xfrm>
              <a:off x="-1" y="0"/>
              <a:ext cx="246230" cy="14502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7167" y="11517"/>
                  </a:moveTo>
                  <a:lnTo>
                    <a:pt x="17859" y="11039"/>
                  </a:lnTo>
                  <a:lnTo>
                    <a:pt x="18423" y="10431"/>
                  </a:lnTo>
                  <a:lnTo>
                    <a:pt x="18961" y="9822"/>
                  </a:lnTo>
                  <a:lnTo>
                    <a:pt x="19396" y="9040"/>
                  </a:lnTo>
                  <a:lnTo>
                    <a:pt x="19730" y="8214"/>
                  </a:lnTo>
                  <a:lnTo>
                    <a:pt x="19986" y="7301"/>
                  </a:lnTo>
                  <a:lnTo>
                    <a:pt x="20088" y="6910"/>
                  </a:lnTo>
                  <a:lnTo>
                    <a:pt x="20140" y="6432"/>
                  </a:lnTo>
                  <a:lnTo>
                    <a:pt x="20191" y="5998"/>
                  </a:lnTo>
                  <a:lnTo>
                    <a:pt x="20191" y="4998"/>
                  </a:lnTo>
                  <a:lnTo>
                    <a:pt x="20140" y="4476"/>
                  </a:lnTo>
                  <a:lnTo>
                    <a:pt x="20088" y="3998"/>
                  </a:lnTo>
                  <a:lnTo>
                    <a:pt x="20011" y="3520"/>
                  </a:lnTo>
                  <a:lnTo>
                    <a:pt x="19883" y="3129"/>
                  </a:lnTo>
                  <a:lnTo>
                    <a:pt x="19730" y="2695"/>
                  </a:lnTo>
                  <a:lnTo>
                    <a:pt x="19601" y="2347"/>
                  </a:lnTo>
                  <a:lnTo>
                    <a:pt x="19396" y="1999"/>
                  </a:lnTo>
                  <a:lnTo>
                    <a:pt x="19012" y="1391"/>
                  </a:lnTo>
                  <a:lnTo>
                    <a:pt x="18551" y="956"/>
                  </a:lnTo>
                  <a:lnTo>
                    <a:pt x="18064" y="608"/>
                  </a:lnTo>
                  <a:lnTo>
                    <a:pt x="17500" y="348"/>
                  </a:lnTo>
                  <a:lnTo>
                    <a:pt x="16937" y="217"/>
                  </a:lnTo>
                  <a:lnTo>
                    <a:pt x="16322" y="87"/>
                  </a:lnTo>
                  <a:lnTo>
                    <a:pt x="15656" y="87"/>
                  </a:lnTo>
                  <a:lnTo>
                    <a:pt x="15015" y="0"/>
                  </a:lnTo>
                  <a:lnTo>
                    <a:pt x="13554" y="87"/>
                  </a:lnTo>
                  <a:lnTo>
                    <a:pt x="12043" y="130"/>
                  </a:lnTo>
                  <a:lnTo>
                    <a:pt x="10582" y="217"/>
                  </a:lnTo>
                  <a:lnTo>
                    <a:pt x="9327" y="217"/>
                  </a:lnTo>
                  <a:lnTo>
                    <a:pt x="9532" y="7258"/>
                  </a:lnTo>
                  <a:lnTo>
                    <a:pt x="9557" y="10561"/>
                  </a:lnTo>
                  <a:lnTo>
                    <a:pt x="9557" y="13603"/>
                  </a:lnTo>
                  <a:lnTo>
                    <a:pt x="7969" y="10518"/>
                  </a:lnTo>
                  <a:lnTo>
                    <a:pt x="6380" y="7171"/>
                  </a:lnTo>
                  <a:lnTo>
                    <a:pt x="4791" y="3738"/>
                  </a:lnTo>
                  <a:lnTo>
                    <a:pt x="3305" y="217"/>
                  </a:lnTo>
                  <a:lnTo>
                    <a:pt x="0" y="217"/>
                  </a:lnTo>
                  <a:lnTo>
                    <a:pt x="179" y="5476"/>
                  </a:lnTo>
                  <a:lnTo>
                    <a:pt x="205" y="8171"/>
                  </a:lnTo>
                  <a:lnTo>
                    <a:pt x="256" y="10909"/>
                  </a:lnTo>
                  <a:lnTo>
                    <a:pt x="205" y="13690"/>
                  </a:lnTo>
                  <a:lnTo>
                    <a:pt x="179" y="16385"/>
                  </a:lnTo>
                  <a:lnTo>
                    <a:pt x="0" y="21600"/>
                  </a:lnTo>
                  <a:lnTo>
                    <a:pt x="2742" y="21600"/>
                  </a:lnTo>
                  <a:lnTo>
                    <a:pt x="2562" y="17732"/>
                  </a:lnTo>
                  <a:lnTo>
                    <a:pt x="2485" y="13864"/>
                  </a:lnTo>
                  <a:lnTo>
                    <a:pt x="2434" y="10344"/>
                  </a:lnTo>
                  <a:lnTo>
                    <a:pt x="2434" y="7171"/>
                  </a:lnTo>
                  <a:lnTo>
                    <a:pt x="4151" y="10518"/>
                  </a:lnTo>
                  <a:lnTo>
                    <a:pt x="5893" y="14081"/>
                  </a:lnTo>
                  <a:lnTo>
                    <a:pt x="7661" y="17819"/>
                  </a:lnTo>
                  <a:lnTo>
                    <a:pt x="8456" y="19731"/>
                  </a:lnTo>
                  <a:lnTo>
                    <a:pt x="9275" y="21600"/>
                  </a:lnTo>
                  <a:lnTo>
                    <a:pt x="12120" y="21600"/>
                  </a:lnTo>
                  <a:lnTo>
                    <a:pt x="11991" y="16385"/>
                  </a:lnTo>
                  <a:lnTo>
                    <a:pt x="11966" y="13690"/>
                  </a:lnTo>
                  <a:lnTo>
                    <a:pt x="11915" y="10909"/>
                  </a:lnTo>
                  <a:lnTo>
                    <a:pt x="11915" y="6910"/>
                  </a:lnTo>
                  <a:lnTo>
                    <a:pt x="11991" y="2955"/>
                  </a:lnTo>
                  <a:lnTo>
                    <a:pt x="12863" y="2912"/>
                  </a:lnTo>
                  <a:lnTo>
                    <a:pt x="13913" y="2912"/>
                  </a:lnTo>
                  <a:lnTo>
                    <a:pt x="14554" y="2955"/>
                  </a:lnTo>
                  <a:lnTo>
                    <a:pt x="15143" y="3129"/>
                  </a:lnTo>
                  <a:lnTo>
                    <a:pt x="15630" y="3477"/>
                  </a:lnTo>
                  <a:lnTo>
                    <a:pt x="15835" y="3651"/>
                  </a:lnTo>
                  <a:lnTo>
                    <a:pt x="16142" y="4085"/>
                  </a:lnTo>
                  <a:lnTo>
                    <a:pt x="16270" y="4346"/>
                  </a:lnTo>
                  <a:lnTo>
                    <a:pt x="16475" y="4911"/>
                  </a:lnTo>
                  <a:lnTo>
                    <a:pt x="16604" y="5520"/>
                  </a:lnTo>
                  <a:lnTo>
                    <a:pt x="16629" y="6302"/>
                  </a:lnTo>
                  <a:lnTo>
                    <a:pt x="16604" y="6693"/>
                  </a:lnTo>
                  <a:lnTo>
                    <a:pt x="16552" y="7171"/>
                  </a:lnTo>
                  <a:lnTo>
                    <a:pt x="16475" y="7606"/>
                  </a:lnTo>
                  <a:lnTo>
                    <a:pt x="16347" y="7997"/>
                  </a:lnTo>
                  <a:lnTo>
                    <a:pt x="16245" y="8344"/>
                  </a:lnTo>
                  <a:lnTo>
                    <a:pt x="15835" y="9040"/>
                  </a:lnTo>
                  <a:lnTo>
                    <a:pt x="15630" y="9344"/>
                  </a:lnTo>
                  <a:lnTo>
                    <a:pt x="15092" y="9866"/>
                  </a:lnTo>
                  <a:lnTo>
                    <a:pt x="14528" y="10300"/>
                  </a:lnTo>
                  <a:lnTo>
                    <a:pt x="13888" y="10648"/>
                  </a:lnTo>
                  <a:lnTo>
                    <a:pt x="13196" y="10996"/>
                  </a:lnTo>
                  <a:lnTo>
                    <a:pt x="14272" y="13386"/>
                  </a:lnTo>
                  <a:lnTo>
                    <a:pt x="15451" y="16080"/>
                  </a:lnTo>
                  <a:lnTo>
                    <a:pt x="16604" y="18905"/>
                  </a:lnTo>
                  <a:lnTo>
                    <a:pt x="17654" y="21600"/>
                  </a:lnTo>
                  <a:lnTo>
                    <a:pt x="21600" y="21600"/>
                  </a:lnTo>
                  <a:lnTo>
                    <a:pt x="19166" y="16298"/>
                  </a:lnTo>
                  <a:lnTo>
                    <a:pt x="18115" y="13821"/>
                  </a:lnTo>
                  <a:lnTo>
                    <a:pt x="17167" y="11517"/>
                  </a:lnTo>
                  <a:close/>
                </a:path>
              </a:pathLst>
            </a:custGeom>
            <a:solidFill>
              <a:srgbClr val="005BAC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pic>
        <p:nvPicPr>
          <p:cNvPr id="378" name="図 4" descr="図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283" y="0"/>
            <a:ext cx="9704717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379" name="タイトルテキスト"/>
          <p:cNvSpPr txBox="1">
            <a:spLocks noGrp="1"/>
          </p:cNvSpPr>
          <p:nvPr>
            <p:ph type="title"/>
          </p:nvPr>
        </p:nvSpPr>
        <p:spPr>
          <a:xfrm>
            <a:off x="200025" y="3060000"/>
            <a:ext cx="8641407" cy="504001"/>
          </a:xfrm>
          <a:prstGeom prst="rect">
            <a:avLst/>
          </a:prstGeom>
          <a:noFill/>
        </p:spPr>
        <p:txBody>
          <a:bodyPr anchor="b">
            <a:normAutofit/>
          </a:bodyPr>
          <a:lstStyle>
            <a:lvl1pPr>
              <a:tabLst>
                <a:tab pos="88900" algn="l"/>
              </a:tabLst>
              <a:defRPr sz="2400"/>
            </a:lvl1pPr>
          </a:lstStyle>
          <a:p>
            <a:r>
              <a:t>タイトルテキスト</a:t>
            </a:r>
          </a:p>
        </p:txBody>
      </p:sp>
    </p:spTree>
  </p:cSld>
  <p:clrMapOvr>
    <a:masterClrMapping/>
  </p:clrMapOvr>
  <p:transition spd="med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行タイトル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スライド番号"/>
          <p:cNvSpPr txBox="1">
            <a:spLocks noGrp="1"/>
          </p:cNvSpPr>
          <p:nvPr>
            <p:ph type="sldNum" sz="quarter" idx="2"/>
          </p:nvPr>
        </p:nvSpPr>
        <p:spPr>
          <a:xfrm>
            <a:off x="9723784" y="6620921"/>
            <a:ext cx="182217" cy="177801"/>
          </a:xfrm>
          <a:prstGeom prst="rect">
            <a:avLst/>
          </a:prstGeom>
        </p:spPr>
        <p:txBody>
          <a:bodyPr lIns="0" tIns="0" rIns="0" bIns="0"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387" name="テキスト ボックス 10"/>
          <p:cNvSpPr txBox="1"/>
          <p:nvPr/>
        </p:nvSpPr>
        <p:spPr>
          <a:xfrm>
            <a:off x="5940298" y="6620361"/>
            <a:ext cx="3113892" cy="218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/>
          <a:p>
            <a:pPr algn="r">
              <a:defRPr sz="800">
                <a:solidFill>
                  <a:schemeClr val="accent1"/>
                </a:solidFill>
              </a:defRPr>
            </a:pPr>
            <a:r>
              <a:t>Copyrigh</a:t>
            </a:r>
            <a:r>
              <a:rPr spc="-1000"/>
              <a:t>t</a:t>
            </a:r>
            <a:r>
              <a:rPr>
                <a:solidFill>
                  <a:srgbClr val="001279"/>
                </a:solidFill>
              </a:rPr>
              <a:t>（C）</a:t>
            </a:r>
            <a:r>
              <a:t> Nomura Research Institute, Ltd. All rights reserved.</a:t>
            </a:r>
          </a:p>
        </p:txBody>
      </p:sp>
      <p:grpSp>
        <p:nvGrpSpPr>
          <p:cNvPr id="390" name="グループ化 11"/>
          <p:cNvGrpSpPr/>
          <p:nvPr/>
        </p:nvGrpSpPr>
        <p:grpSpPr>
          <a:xfrm>
            <a:off x="9129156" y="6620361"/>
            <a:ext cx="288340" cy="145026"/>
            <a:chOff x="0" y="0"/>
            <a:chExt cx="288338" cy="145025"/>
          </a:xfrm>
        </p:grpSpPr>
        <p:sp>
          <p:nvSpPr>
            <p:cNvPr id="388" name="Freeform 290"/>
            <p:cNvSpPr/>
            <p:nvPr/>
          </p:nvSpPr>
          <p:spPr>
            <a:xfrm>
              <a:off x="249737" y="584"/>
              <a:ext cx="38602" cy="14385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lnTo>
                    <a:pt x="0" y="0"/>
                  </a:lnTo>
                  <a:lnTo>
                    <a:pt x="818" y="5312"/>
                  </a:lnTo>
                  <a:lnTo>
                    <a:pt x="1145" y="8034"/>
                  </a:lnTo>
                  <a:lnTo>
                    <a:pt x="1309" y="10800"/>
                  </a:lnTo>
                  <a:lnTo>
                    <a:pt x="1145" y="13610"/>
                  </a:lnTo>
                  <a:lnTo>
                    <a:pt x="818" y="16332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0782" y="16332"/>
                  </a:lnTo>
                  <a:lnTo>
                    <a:pt x="20291" y="13610"/>
                  </a:lnTo>
                  <a:lnTo>
                    <a:pt x="20291" y="8034"/>
                  </a:lnTo>
                  <a:lnTo>
                    <a:pt x="20782" y="5312"/>
                  </a:lnTo>
                  <a:lnTo>
                    <a:pt x="21600" y="0"/>
                  </a:lnTo>
                  <a:close/>
                </a:path>
              </a:pathLst>
            </a:custGeom>
            <a:solidFill>
              <a:srgbClr val="005BAC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389" name="Freeform 291"/>
            <p:cNvSpPr/>
            <p:nvPr/>
          </p:nvSpPr>
          <p:spPr>
            <a:xfrm>
              <a:off x="-1" y="0"/>
              <a:ext cx="246230" cy="14502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7167" y="11517"/>
                  </a:moveTo>
                  <a:lnTo>
                    <a:pt x="17859" y="11039"/>
                  </a:lnTo>
                  <a:lnTo>
                    <a:pt x="18423" y="10431"/>
                  </a:lnTo>
                  <a:lnTo>
                    <a:pt x="18961" y="9822"/>
                  </a:lnTo>
                  <a:lnTo>
                    <a:pt x="19396" y="9040"/>
                  </a:lnTo>
                  <a:lnTo>
                    <a:pt x="19730" y="8214"/>
                  </a:lnTo>
                  <a:lnTo>
                    <a:pt x="19986" y="7301"/>
                  </a:lnTo>
                  <a:lnTo>
                    <a:pt x="20088" y="6910"/>
                  </a:lnTo>
                  <a:lnTo>
                    <a:pt x="20140" y="6432"/>
                  </a:lnTo>
                  <a:lnTo>
                    <a:pt x="20191" y="5998"/>
                  </a:lnTo>
                  <a:lnTo>
                    <a:pt x="20191" y="4998"/>
                  </a:lnTo>
                  <a:lnTo>
                    <a:pt x="20140" y="4476"/>
                  </a:lnTo>
                  <a:lnTo>
                    <a:pt x="20088" y="3998"/>
                  </a:lnTo>
                  <a:lnTo>
                    <a:pt x="20011" y="3520"/>
                  </a:lnTo>
                  <a:lnTo>
                    <a:pt x="19883" y="3129"/>
                  </a:lnTo>
                  <a:lnTo>
                    <a:pt x="19730" y="2695"/>
                  </a:lnTo>
                  <a:lnTo>
                    <a:pt x="19601" y="2347"/>
                  </a:lnTo>
                  <a:lnTo>
                    <a:pt x="19396" y="1999"/>
                  </a:lnTo>
                  <a:lnTo>
                    <a:pt x="19012" y="1391"/>
                  </a:lnTo>
                  <a:lnTo>
                    <a:pt x="18551" y="956"/>
                  </a:lnTo>
                  <a:lnTo>
                    <a:pt x="18064" y="608"/>
                  </a:lnTo>
                  <a:lnTo>
                    <a:pt x="17500" y="348"/>
                  </a:lnTo>
                  <a:lnTo>
                    <a:pt x="16937" y="217"/>
                  </a:lnTo>
                  <a:lnTo>
                    <a:pt x="16322" y="87"/>
                  </a:lnTo>
                  <a:lnTo>
                    <a:pt x="15656" y="87"/>
                  </a:lnTo>
                  <a:lnTo>
                    <a:pt x="15015" y="0"/>
                  </a:lnTo>
                  <a:lnTo>
                    <a:pt x="13554" y="87"/>
                  </a:lnTo>
                  <a:lnTo>
                    <a:pt x="12043" y="130"/>
                  </a:lnTo>
                  <a:lnTo>
                    <a:pt x="10582" y="217"/>
                  </a:lnTo>
                  <a:lnTo>
                    <a:pt x="9327" y="217"/>
                  </a:lnTo>
                  <a:lnTo>
                    <a:pt x="9532" y="7258"/>
                  </a:lnTo>
                  <a:lnTo>
                    <a:pt x="9557" y="10561"/>
                  </a:lnTo>
                  <a:lnTo>
                    <a:pt x="9557" y="13603"/>
                  </a:lnTo>
                  <a:lnTo>
                    <a:pt x="7969" y="10518"/>
                  </a:lnTo>
                  <a:lnTo>
                    <a:pt x="6380" y="7171"/>
                  </a:lnTo>
                  <a:lnTo>
                    <a:pt x="4791" y="3738"/>
                  </a:lnTo>
                  <a:lnTo>
                    <a:pt x="3305" y="217"/>
                  </a:lnTo>
                  <a:lnTo>
                    <a:pt x="0" y="217"/>
                  </a:lnTo>
                  <a:lnTo>
                    <a:pt x="179" y="5476"/>
                  </a:lnTo>
                  <a:lnTo>
                    <a:pt x="205" y="8171"/>
                  </a:lnTo>
                  <a:lnTo>
                    <a:pt x="256" y="10909"/>
                  </a:lnTo>
                  <a:lnTo>
                    <a:pt x="205" y="13690"/>
                  </a:lnTo>
                  <a:lnTo>
                    <a:pt x="179" y="16385"/>
                  </a:lnTo>
                  <a:lnTo>
                    <a:pt x="0" y="21600"/>
                  </a:lnTo>
                  <a:lnTo>
                    <a:pt x="2742" y="21600"/>
                  </a:lnTo>
                  <a:lnTo>
                    <a:pt x="2562" y="17732"/>
                  </a:lnTo>
                  <a:lnTo>
                    <a:pt x="2485" y="13864"/>
                  </a:lnTo>
                  <a:lnTo>
                    <a:pt x="2434" y="10344"/>
                  </a:lnTo>
                  <a:lnTo>
                    <a:pt x="2434" y="7171"/>
                  </a:lnTo>
                  <a:lnTo>
                    <a:pt x="4151" y="10518"/>
                  </a:lnTo>
                  <a:lnTo>
                    <a:pt x="5893" y="14081"/>
                  </a:lnTo>
                  <a:lnTo>
                    <a:pt x="7661" y="17819"/>
                  </a:lnTo>
                  <a:lnTo>
                    <a:pt x="8456" y="19731"/>
                  </a:lnTo>
                  <a:lnTo>
                    <a:pt x="9275" y="21600"/>
                  </a:lnTo>
                  <a:lnTo>
                    <a:pt x="12120" y="21600"/>
                  </a:lnTo>
                  <a:lnTo>
                    <a:pt x="11991" y="16385"/>
                  </a:lnTo>
                  <a:lnTo>
                    <a:pt x="11966" y="13690"/>
                  </a:lnTo>
                  <a:lnTo>
                    <a:pt x="11915" y="10909"/>
                  </a:lnTo>
                  <a:lnTo>
                    <a:pt x="11915" y="6910"/>
                  </a:lnTo>
                  <a:lnTo>
                    <a:pt x="11991" y="2955"/>
                  </a:lnTo>
                  <a:lnTo>
                    <a:pt x="12863" y="2912"/>
                  </a:lnTo>
                  <a:lnTo>
                    <a:pt x="13913" y="2912"/>
                  </a:lnTo>
                  <a:lnTo>
                    <a:pt x="14554" y="2955"/>
                  </a:lnTo>
                  <a:lnTo>
                    <a:pt x="15143" y="3129"/>
                  </a:lnTo>
                  <a:lnTo>
                    <a:pt x="15630" y="3477"/>
                  </a:lnTo>
                  <a:lnTo>
                    <a:pt x="15835" y="3651"/>
                  </a:lnTo>
                  <a:lnTo>
                    <a:pt x="16142" y="4085"/>
                  </a:lnTo>
                  <a:lnTo>
                    <a:pt x="16270" y="4346"/>
                  </a:lnTo>
                  <a:lnTo>
                    <a:pt x="16475" y="4911"/>
                  </a:lnTo>
                  <a:lnTo>
                    <a:pt x="16604" y="5520"/>
                  </a:lnTo>
                  <a:lnTo>
                    <a:pt x="16629" y="6302"/>
                  </a:lnTo>
                  <a:lnTo>
                    <a:pt x="16604" y="6693"/>
                  </a:lnTo>
                  <a:lnTo>
                    <a:pt x="16552" y="7171"/>
                  </a:lnTo>
                  <a:lnTo>
                    <a:pt x="16475" y="7606"/>
                  </a:lnTo>
                  <a:lnTo>
                    <a:pt x="16347" y="7997"/>
                  </a:lnTo>
                  <a:lnTo>
                    <a:pt x="16245" y="8344"/>
                  </a:lnTo>
                  <a:lnTo>
                    <a:pt x="15835" y="9040"/>
                  </a:lnTo>
                  <a:lnTo>
                    <a:pt x="15630" y="9344"/>
                  </a:lnTo>
                  <a:lnTo>
                    <a:pt x="15092" y="9866"/>
                  </a:lnTo>
                  <a:lnTo>
                    <a:pt x="14528" y="10300"/>
                  </a:lnTo>
                  <a:lnTo>
                    <a:pt x="13888" y="10648"/>
                  </a:lnTo>
                  <a:lnTo>
                    <a:pt x="13196" y="10996"/>
                  </a:lnTo>
                  <a:lnTo>
                    <a:pt x="14272" y="13386"/>
                  </a:lnTo>
                  <a:lnTo>
                    <a:pt x="15451" y="16080"/>
                  </a:lnTo>
                  <a:lnTo>
                    <a:pt x="16604" y="18905"/>
                  </a:lnTo>
                  <a:lnTo>
                    <a:pt x="17654" y="21600"/>
                  </a:lnTo>
                  <a:lnTo>
                    <a:pt x="21600" y="21600"/>
                  </a:lnTo>
                  <a:lnTo>
                    <a:pt x="19166" y="16298"/>
                  </a:lnTo>
                  <a:lnTo>
                    <a:pt x="18115" y="13821"/>
                  </a:lnTo>
                  <a:lnTo>
                    <a:pt x="17167" y="11517"/>
                  </a:lnTo>
                  <a:close/>
                </a:path>
              </a:pathLst>
            </a:custGeom>
            <a:solidFill>
              <a:srgbClr val="005BAC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sp>
        <p:nvSpPr>
          <p:cNvPr id="391" name="1行レイアウト タイトル/スライドタイトルを入力"/>
          <p:cNvSpPr txBox="1">
            <a:spLocks noGrp="1"/>
          </p:cNvSpPr>
          <p:nvPr>
            <p:ph type="title" hasCustomPrompt="1"/>
          </p:nvPr>
        </p:nvSpPr>
        <p:spPr>
          <a:xfrm>
            <a:off x="201000" y="259199"/>
            <a:ext cx="9504000" cy="380481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t>1行レイアウト タイトル/スライドタイトルを入力</a:t>
            </a:r>
          </a:p>
        </p:txBody>
      </p:sp>
    </p:spTree>
  </p:cSld>
  <p:clrMapOvr>
    <a:masterClrMapping/>
  </p:clrMapOvr>
  <p:transition spd="med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行タイトル+本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スライド番号"/>
          <p:cNvSpPr txBox="1">
            <a:spLocks noGrp="1"/>
          </p:cNvSpPr>
          <p:nvPr>
            <p:ph type="sldNum" sz="quarter" idx="2"/>
          </p:nvPr>
        </p:nvSpPr>
        <p:spPr>
          <a:xfrm>
            <a:off x="9723784" y="6620921"/>
            <a:ext cx="182217" cy="177801"/>
          </a:xfrm>
          <a:prstGeom prst="rect">
            <a:avLst/>
          </a:prstGeom>
        </p:spPr>
        <p:txBody>
          <a:bodyPr lIns="0" tIns="0" rIns="0" bIns="0"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399" name="テキスト ボックス 10"/>
          <p:cNvSpPr txBox="1"/>
          <p:nvPr/>
        </p:nvSpPr>
        <p:spPr>
          <a:xfrm>
            <a:off x="5940298" y="6620361"/>
            <a:ext cx="3113892" cy="218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/>
          <a:p>
            <a:pPr algn="r">
              <a:defRPr sz="800">
                <a:solidFill>
                  <a:schemeClr val="accent1"/>
                </a:solidFill>
              </a:defRPr>
            </a:pPr>
            <a:r>
              <a:t>Copyrigh</a:t>
            </a:r>
            <a:r>
              <a:rPr spc="-1000"/>
              <a:t>t</a:t>
            </a:r>
            <a:r>
              <a:rPr>
                <a:solidFill>
                  <a:srgbClr val="001279"/>
                </a:solidFill>
              </a:rPr>
              <a:t>（C）</a:t>
            </a:r>
            <a:r>
              <a:t> Nomura Research Institute, Ltd. All rights reserved.</a:t>
            </a:r>
          </a:p>
        </p:txBody>
      </p:sp>
      <p:grpSp>
        <p:nvGrpSpPr>
          <p:cNvPr id="402" name="グループ化 11"/>
          <p:cNvGrpSpPr/>
          <p:nvPr/>
        </p:nvGrpSpPr>
        <p:grpSpPr>
          <a:xfrm>
            <a:off x="9129156" y="6620361"/>
            <a:ext cx="288340" cy="145026"/>
            <a:chOff x="0" y="0"/>
            <a:chExt cx="288338" cy="145025"/>
          </a:xfrm>
        </p:grpSpPr>
        <p:sp>
          <p:nvSpPr>
            <p:cNvPr id="400" name="Freeform 290"/>
            <p:cNvSpPr/>
            <p:nvPr/>
          </p:nvSpPr>
          <p:spPr>
            <a:xfrm>
              <a:off x="249737" y="584"/>
              <a:ext cx="38602" cy="14385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lnTo>
                    <a:pt x="0" y="0"/>
                  </a:lnTo>
                  <a:lnTo>
                    <a:pt x="818" y="5312"/>
                  </a:lnTo>
                  <a:lnTo>
                    <a:pt x="1145" y="8034"/>
                  </a:lnTo>
                  <a:lnTo>
                    <a:pt x="1309" y="10800"/>
                  </a:lnTo>
                  <a:lnTo>
                    <a:pt x="1145" y="13610"/>
                  </a:lnTo>
                  <a:lnTo>
                    <a:pt x="818" y="16332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0782" y="16332"/>
                  </a:lnTo>
                  <a:lnTo>
                    <a:pt x="20291" y="13610"/>
                  </a:lnTo>
                  <a:lnTo>
                    <a:pt x="20291" y="8034"/>
                  </a:lnTo>
                  <a:lnTo>
                    <a:pt x="20782" y="5312"/>
                  </a:lnTo>
                  <a:lnTo>
                    <a:pt x="21600" y="0"/>
                  </a:lnTo>
                  <a:close/>
                </a:path>
              </a:pathLst>
            </a:custGeom>
            <a:solidFill>
              <a:srgbClr val="005BAC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401" name="Freeform 291"/>
            <p:cNvSpPr/>
            <p:nvPr/>
          </p:nvSpPr>
          <p:spPr>
            <a:xfrm>
              <a:off x="-1" y="0"/>
              <a:ext cx="246230" cy="14502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7167" y="11517"/>
                  </a:moveTo>
                  <a:lnTo>
                    <a:pt x="17859" y="11039"/>
                  </a:lnTo>
                  <a:lnTo>
                    <a:pt x="18423" y="10431"/>
                  </a:lnTo>
                  <a:lnTo>
                    <a:pt x="18961" y="9822"/>
                  </a:lnTo>
                  <a:lnTo>
                    <a:pt x="19396" y="9040"/>
                  </a:lnTo>
                  <a:lnTo>
                    <a:pt x="19730" y="8214"/>
                  </a:lnTo>
                  <a:lnTo>
                    <a:pt x="19986" y="7301"/>
                  </a:lnTo>
                  <a:lnTo>
                    <a:pt x="20088" y="6910"/>
                  </a:lnTo>
                  <a:lnTo>
                    <a:pt x="20140" y="6432"/>
                  </a:lnTo>
                  <a:lnTo>
                    <a:pt x="20191" y="5998"/>
                  </a:lnTo>
                  <a:lnTo>
                    <a:pt x="20191" y="4998"/>
                  </a:lnTo>
                  <a:lnTo>
                    <a:pt x="20140" y="4476"/>
                  </a:lnTo>
                  <a:lnTo>
                    <a:pt x="20088" y="3998"/>
                  </a:lnTo>
                  <a:lnTo>
                    <a:pt x="20011" y="3520"/>
                  </a:lnTo>
                  <a:lnTo>
                    <a:pt x="19883" y="3129"/>
                  </a:lnTo>
                  <a:lnTo>
                    <a:pt x="19730" y="2695"/>
                  </a:lnTo>
                  <a:lnTo>
                    <a:pt x="19601" y="2347"/>
                  </a:lnTo>
                  <a:lnTo>
                    <a:pt x="19396" y="1999"/>
                  </a:lnTo>
                  <a:lnTo>
                    <a:pt x="19012" y="1391"/>
                  </a:lnTo>
                  <a:lnTo>
                    <a:pt x="18551" y="956"/>
                  </a:lnTo>
                  <a:lnTo>
                    <a:pt x="18064" y="608"/>
                  </a:lnTo>
                  <a:lnTo>
                    <a:pt x="17500" y="348"/>
                  </a:lnTo>
                  <a:lnTo>
                    <a:pt x="16937" y="217"/>
                  </a:lnTo>
                  <a:lnTo>
                    <a:pt x="16322" y="87"/>
                  </a:lnTo>
                  <a:lnTo>
                    <a:pt x="15656" y="87"/>
                  </a:lnTo>
                  <a:lnTo>
                    <a:pt x="15015" y="0"/>
                  </a:lnTo>
                  <a:lnTo>
                    <a:pt x="13554" y="87"/>
                  </a:lnTo>
                  <a:lnTo>
                    <a:pt x="12043" y="130"/>
                  </a:lnTo>
                  <a:lnTo>
                    <a:pt x="10582" y="217"/>
                  </a:lnTo>
                  <a:lnTo>
                    <a:pt x="9327" y="217"/>
                  </a:lnTo>
                  <a:lnTo>
                    <a:pt x="9532" y="7258"/>
                  </a:lnTo>
                  <a:lnTo>
                    <a:pt x="9557" y="10561"/>
                  </a:lnTo>
                  <a:lnTo>
                    <a:pt x="9557" y="13603"/>
                  </a:lnTo>
                  <a:lnTo>
                    <a:pt x="7969" y="10518"/>
                  </a:lnTo>
                  <a:lnTo>
                    <a:pt x="6380" y="7171"/>
                  </a:lnTo>
                  <a:lnTo>
                    <a:pt x="4791" y="3738"/>
                  </a:lnTo>
                  <a:lnTo>
                    <a:pt x="3305" y="217"/>
                  </a:lnTo>
                  <a:lnTo>
                    <a:pt x="0" y="217"/>
                  </a:lnTo>
                  <a:lnTo>
                    <a:pt x="179" y="5476"/>
                  </a:lnTo>
                  <a:lnTo>
                    <a:pt x="205" y="8171"/>
                  </a:lnTo>
                  <a:lnTo>
                    <a:pt x="256" y="10909"/>
                  </a:lnTo>
                  <a:lnTo>
                    <a:pt x="205" y="13690"/>
                  </a:lnTo>
                  <a:lnTo>
                    <a:pt x="179" y="16385"/>
                  </a:lnTo>
                  <a:lnTo>
                    <a:pt x="0" y="21600"/>
                  </a:lnTo>
                  <a:lnTo>
                    <a:pt x="2742" y="21600"/>
                  </a:lnTo>
                  <a:lnTo>
                    <a:pt x="2562" y="17732"/>
                  </a:lnTo>
                  <a:lnTo>
                    <a:pt x="2485" y="13864"/>
                  </a:lnTo>
                  <a:lnTo>
                    <a:pt x="2434" y="10344"/>
                  </a:lnTo>
                  <a:lnTo>
                    <a:pt x="2434" y="7171"/>
                  </a:lnTo>
                  <a:lnTo>
                    <a:pt x="4151" y="10518"/>
                  </a:lnTo>
                  <a:lnTo>
                    <a:pt x="5893" y="14081"/>
                  </a:lnTo>
                  <a:lnTo>
                    <a:pt x="7661" y="17819"/>
                  </a:lnTo>
                  <a:lnTo>
                    <a:pt x="8456" y="19731"/>
                  </a:lnTo>
                  <a:lnTo>
                    <a:pt x="9275" y="21600"/>
                  </a:lnTo>
                  <a:lnTo>
                    <a:pt x="12120" y="21600"/>
                  </a:lnTo>
                  <a:lnTo>
                    <a:pt x="11991" y="16385"/>
                  </a:lnTo>
                  <a:lnTo>
                    <a:pt x="11966" y="13690"/>
                  </a:lnTo>
                  <a:lnTo>
                    <a:pt x="11915" y="10909"/>
                  </a:lnTo>
                  <a:lnTo>
                    <a:pt x="11915" y="6910"/>
                  </a:lnTo>
                  <a:lnTo>
                    <a:pt x="11991" y="2955"/>
                  </a:lnTo>
                  <a:lnTo>
                    <a:pt x="12863" y="2912"/>
                  </a:lnTo>
                  <a:lnTo>
                    <a:pt x="13913" y="2912"/>
                  </a:lnTo>
                  <a:lnTo>
                    <a:pt x="14554" y="2955"/>
                  </a:lnTo>
                  <a:lnTo>
                    <a:pt x="15143" y="3129"/>
                  </a:lnTo>
                  <a:lnTo>
                    <a:pt x="15630" y="3477"/>
                  </a:lnTo>
                  <a:lnTo>
                    <a:pt x="15835" y="3651"/>
                  </a:lnTo>
                  <a:lnTo>
                    <a:pt x="16142" y="4085"/>
                  </a:lnTo>
                  <a:lnTo>
                    <a:pt x="16270" y="4346"/>
                  </a:lnTo>
                  <a:lnTo>
                    <a:pt x="16475" y="4911"/>
                  </a:lnTo>
                  <a:lnTo>
                    <a:pt x="16604" y="5520"/>
                  </a:lnTo>
                  <a:lnTo>
                    <a:pt x="16629" y="6302"/>
                  </a:lnTo>
                  <a:lnTo>
                    <a:pt x="16604" y="6693"/>
                  </a:lnTo>
                  <a:lnTo>
                    <a:pt x="16552" y="7171"/>
                  </a:lnTo>
                  <a:lnTo>
                    <a:pt x="16475" y="7606"/>
                  </a:lnTo>
                  <a:lnTo>
                    <a:pt x="16347" y="7997"/>
                  </a:lnTo>
                  <a:lnTo>
                    <a:pt x="16245" y="8344"/>
                  </a:lnTo>
                  <a:lnTo>
                    <a:pt x="15835" y="9040"/>
                  </a:lnTo>
                  <a:lnTo>
                    <a:pt x="15630" y="9344"/>
                  </a:lnTo>
                  <a:lnTo>
                    <a:pt x="15092" y="9866"/>
                  </a:lnTo>
                  <a:lnTo>
                    <a:pt x="14528" y="10300"/>
                  </a:lnTo>
                  <a:lnTo>
                    <a:pt x="13888" y="10648"/>
                  </a:lnTo>
                  <a:lnTo>
                    <a:pt x="13196" y="10996"/>
                  </a:lnTo>
                  <a:lnTo>
                    <a:pt x="14272" y="13386"/>
                  </a:lnTo>
                  <a:lnTo>
                    <a:pt x="15451" y="16080"/>
                  </a:lnTo>
                  <a:lnTo>
                    <a:pt x="16604" y="18905"/>
                  </a:lnTo>
                  <a:lnTo>
                    <a:pt x="17654" y="21600"/>
                  </a:lnTo>
                  <a:lnTo>
                    <a:pt x="21600" y="21600"/>
                  </a:lnTo>
                  <a:lnTo>
                    <a:pt x="19166" y="16298"/>
                  </a:lnTo>
                  <a:lnTo>
                    <a:pt x="18115" y="13821"/>
                  </a:lnTo>
                  <a:lnTo>
                    <a:pt x="17167" y="11517"/>
                  </a:lnTo>
                  <a:close/>
                </a:path>
              </a:pathLst>
            </a:custGeom>
            <a:solidFill>
              <a:srgbClr val="005BAC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sp>
        <p:nvSpPr>
          <p:cNvPr id="403" name="本文レベル1…"/>
          <p:cNvSpPr txBox="1">
            <a:spLocks noGrp="1"/>
          </p:cNvSpPr>
          <p:nvPr>
            <p:ph type="body" idx="1"/>
          </p:nvPr>
        </p:nvSpPr>
        <p:spPr>
          <a:xfrm>
            <a:off x="200025" y="836712"/>
            <a:ext cx="9504000" cy="5616576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t>本文レベル1</a:t>
            </a:r>
          </a:p>
          <a:p>
            <a:pPr lvl="1"/>
            <a:r>
              <a:t>本文レベル2</a:t>
            </a:r>
          </a:p>
          <a:p>
            <a:pPr lvl="2"/>
            <a:r>
              <a:t>本文レベル3</a:t>
            </a:r>
          </a:p>
          <a:p>
            <a:pPr lvl="3"/>
            <a:r>
              <a:t>本文レベル4</a:t>
            </a:r>
          </a:p>
          <a:p>
            <a:pPr lvl="4"/>
            <a:r>
              <a:t>本文レベル5</a:t>
            </a:r>
          </a:p>
        </p:txBody>
      </p:sp>
      <p:sp>
        <p:nvSpPr>
          <p:cNvPr id="404" name="1行レイアウト タイトル/スライドタイトルを入力"/>
          <p:cNvSpPr txBox="1">
            <a:spLocks noGrp="1"/>
          </p:cNvSpPr>
          <p:nvPr>
            <p:ph type="title" hasCustomPrompt="1"/>
          </p:nvPr>
        </p:nvSpPr>
        <p:spPr>
          <a:xfrm>
            <a:off x="201000" y="259199"/>
            <a:ext cx="9504000" cy="380481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t>1行レイアウト タイトル/スライドタイトルを入力</a:t>
            </a:r>
          </a:p>
        </p:txBody>
      </p:sp>
    </p:spTree>
  </p:cSld>
  <p:clrMapOvr>
    <a:masterClrMapping/>
  </p:clrMapOvr>
  <p:transition spd="med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章＋1行タイトル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スライド番号"/>
          <p:cNvSpPr txBox="1">
            <a:spLocks noGrp="1"/>
          </p:cNvSpPr>
          <p:nvPr>
            <p:ph type="sldNum" sz="quarter" idx="2"/>
          </p:nvPr>
        </p:nvSpPr>
        <p:spPr>
          <a:xfrm>
            <a:off x="9723784" y="6620921"/>
            <a:ext cx="182217" cy="177801"/>
          </a:xfrm>
          <a:prstGeom prst="rect">
            <a:avLst/>
          </a:prstGeom>
        </p:spPr>
        <p:txBody>
          <a:bodyPr lIns="0" tIns="0" rIns="0" bIns="0"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412" name="テキスト ボックス 10"/>
          <p:cNvSpPr txBox="1"/>
          <p:nvPr/>
        </p:nvSpPr>
        <p:spPr>
          <a:xfrm>
            <a:off x="5940298" y="6620361"/>
            <a:ext cx="3113892" cy="218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/>
          <a:p>
            <a:pPr algn="r">
              <a:defRPr sz="800">
                <a:solidFill>
                  <a:schemeClr val="accent1"/>
                </a:solidFill>
              </a:defRPr>
            </a:pPr>
            <a:r>
              <a:t>Copyrigh</a:t>
            </a:r>
            <a:r>
              <a:rPr spc="-1000"/>
              <a:t>t</a:t>
            </a:r>
            <a:r>
              <a:rPr>
                <a:solidFill>
                  <a:srgbClr val="001279"/>
                </a:solidFill>
              </a:rPr>
              <a:t>（C）</a:t>
            </a:r>
            <a:r>
              <a:t> Nomura Research Institute, Ltd. All rights reserved.</a:t>
            </a:r>
          </a:p>
        </p:txBody>
      </p:sp>
      <p:grpSp>
        <p:nvGrpSpPr>
          <p:cNvPr id="415" name="グループ化 11"/>
          <p:cNvGrpSpPr/>
          <p:nvPr/>
        </p:nvGrpSpPr>
        <p:grpSpPr>
          <a:xfrm>
            <a:off x="9129156" y="6620361"/>
            <a:ext cx="288340" cy="145026"/>
            <a:chOff x="0" y="0"/>
            <a:chExt cx="288338" cy="145025"/>
          </a:xfrm>
        </p:grpSpPr>
        <p:sp>
          <p:nvSpPr>
            <p:cNvPr id="413" name="Freeform 290"/>
            <p:cNvSpPr/>
            <p:nvPr/>
          </p:nvSpPr>
          <p:spPr>
            <a:xfrm>
              <a:off x="249737" y="584"/>
              <a:ext cx="38602" cy="14385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lnTo>
                    <a:pt x="0" y="0"/>
                  </a:lnTo>
                  <a:lnTo>
                    <a:pt x="818" y="5312"/>
                  </a:lnTo>
                  <a:lnTo>
                    <a:pt x="1145" y="8034"/>
                  </a:lnTo>
                  <a:lnTo>
                    <a:pt x="1309" y="10800"/>
                  </a:lnTo>
                  <a:lnTo>
                    <a:pt x="1145" y="13610"/>
                  </a:lnTo>
                  <a:lnTo>
                    <a:pt x="818" y="16332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0782" y="16332"/>
                  </a:lnTo>
                  <a:lnTo>
                    <a:pt x="20291" y="13610"/>
                  </a:lnTo>
                  <a:lnTo>
                    <a:pt x="20291" y="8034"/>
                  </a:lnTo>
                  <a:lnTo>
                    <a:pt x="20782" y="5312"/>
                  </a:lnTo>
                  <a:lnTo>
                    <a:pt x="21600" y="0"/>
                  </a:lnTo>
                  <a:close/>
                </a:path>
              </a:pathLst>
            </a:custGeom>
            <a:solidFill>
              <a:srgbClr val="005BAC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414" name="Freeform 291"/>
            <p:cNvSpPr/>
            <p:nvPr/>
          </p:nvSpPr>
          <p:spPr>
            <a:xfrm>
              <a:off x="-1" y="0"/>
              <a:ext cx="246230" cy="14502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7167" y="11517"/>
                  </a:moveTo>
                  <a:lnTo>
                    <a:pt x="17859" y="11039"/>
                  </a:lnTo>
                  <a:lnTo>
                    <a:pt x="18423" y="10431"/>
                  </a:lnTo>
                  <a:lnTo>
                    <a:pt x="18961" y="9822"/>
                  </a:lnTo>
                  <a:lnTo>
                    <a:pt x="19396" y="9040"/>
                  </a:lnTo>
                  <a:lnTo>
                    <a:pt x="19730" y="8214"/>
                  </a:lnTo>
                  <a:lnTo>
                    <a:pt x="19986" y="7301"/>
                  </a:lnTo>
                  <a:lnTo>
                    <a:pt x="20088" y="6910"/>
                  </a:lnTo>
                  <a:lnTo>
                    <a:pt x="20140" y="6432"/>
                  </a:lnTo>
                  <a:lnTo>
                    <a:pt x="20191" y="5998"/>
                  </a:lnTo>
                  <a:lnTo>
                    <a:pt x="20191" y="4998"/>
                  </a:lnTo>
                  <a:lnTo>
                    <a:pt x="20140" y="4476"/>
                  </a:lnTo>
                  <a:lnTo>
                    <a:pt x="20088" y="3998"/>
                  </a:lnTo>
                  <a:lnTo>
                    <a:pt x="20011" y="3520"/>
                  </a:lnTo>
                  <a:lnTo>
                    <a:pt x="19883" y="3129"/>
                  </a:lnTo>
                  <a:lnTo>
                    <a:pt x="19730" y="2695"/>
                  </a:lnTo>
                  <a:lnTo>
                    <a:pt x="19601" y="2347"/>
                  </a:lnTo>
                  <a:lnTo>
                    <a:pt x="19396" y="1999"/>
                  </a:lnTo>
                  <a:lnTo>
                    <a:pt x="19012" y="1391"/>
                  </a:lnTo>
                  <a:lnTo>
                    <a:pt x="18551" y="956"/>
                  </a:lnTo>
                  <a:lnTo>
                    <a:pt x="18064" y="608"/>
                  </a:lnTo>
                  <a:lnTo>
                    <a:pt x="17500" y="348"/>
                  </a:lnTo>
                  <a:lnTo>
                    <a:pt x="16937" y="217"/>
                  </a:lnTo>
                  <a:lnTo>
                    <a:pt x="16322" y="87"/>
                  </a:lnTo>
                  <a:lnTo>
                    <a:pt x="15656" y="87"/>
                  </a:lnTo>
                  <a:lnTo>
                    <a:pt x="15015" y="0"/>
                  </a:lnTo>
                  <a:lnTo>
                    <a:pt x="13554" y="87"/>
                  </a:lnTo>
                  <a:lnTo>
                    <a:pt x="12043" y="130"/>
                  </a:lnTo>
                  <a:lnTo>
                    <a:pt x="10582" y="217"/>
                  </a:lnTo>
                  <a:lnTo>
                    <a:pt x="9327" y="217"/>
                  </a:lnTo>
                  <a:lnTo>
                    <a:pt x="9532" y="7258"/>
                  </a:lnTo>
                  <a:lnTo>
                    <a:pt x="9557" y="10561"/>
                  </a:lnTo>
                  <a:lnTo>
                    <a:pt x="9557" y="13603"/>
                  </a:lnTo>
                  <a:lnTo>
                    <a:pt x="7969" y="10518"/>
                  </a:lnTo>
                  <a:lnTo>
                    <a:pt x="6380" y="7171"/>
                  </a:lnTo>
                  <a:lnTo>
                    <a:pt x="4791" y="3738"/>
                  </a:lnTo>
                  <a:lnTo>
                    <a:pt x="3305" y="217"/>
                  </a:lnTo>
                  <a:lnTo>
                    <a:pt x="0" y="217"/>
                  </a:lnTo>
                  <a:lnTo>
                    <a:pt x="179" y="5476"/>
                  </a:lnTo>
                  <a:lnTo>
                    <a:pt x="205" y="8171"/>
                  </a:lnTo>
                  <a:lnTo>
                    <a:pt x="256" y="10909"/>
                  </a:lnTo>
                  <a:lnTo>
                    <a:pt x="205" y="13690"/>
                  </a:lnTo>
                  <a:lnTo>
                    <a:pt x="179" y="16385"/>
                  </a:lnTo>
                  <a:lnTo>
                    <a:pt x="0" y="21600"/>
                  </a:lnTo>
                  <a:lnTo>
                    <a:pt x="2742" y="21600"/>
                  </a:lnTo>
                  <a:lnTo>
                    <a:pt x="2562" y="17732"/>
                  </a:lnTo>
                  <a:lnTo>
                    <a:pt x="2485" y="13864"/>
                  </a:lnTo>
                  <a:lnTo>
                    <a:pt x="2434" y="10344"/>
                  </a:lnTo>
                  <a:lnTo>
                    <a:pt x="2434" y="7171"/>
                  </a:lnTo>
                  <a:lnTo>
                    <a:pt x="4151" y="10518"/>
                  </a:lnTo>
                  <a:lnTo>
                    <a:pt x="5893" y="14081"/>
                  </a:lnTo>
                  <a:lnTo>
                    <a:pt x="7661" y="17819"/>
                  </a:lnTo>
                  <a:lnTo>
                    <a:pt x="8456" y="19731"/>
                  </a:lnTo>
                  <a:lnTo>
                    <a:pt x="9275" y="21600"/>
                  </a:lnTo>
                  <a:lnTo>
                    <a:pt x="12120" y="21600"/>
                  </a:lnTo>
                  <a:lnTo>
                    <a:pt x="11991" y="16385"/>
                  </a:lnTo>
                  <a:lnTo>
                    <a:pt x="11966" y="13690"/>
                  </a:lnTo>
                  <a:lnTo>
                    <a:pt x="11915" y="10909"/>
                  </a:lnTo>
                  <a:lnTo>
                    <a:pt x="11915" y="6910"/>
                  </a:lnTo>
                  <a:lnTo>
                    <a:pt x="11991" y="2955"/>
                  </a:lnTo>
                  <a:lnTo>
                    <a:pt x="12863" y="2912"/>
                  </a:lnTo>
                  <a:lnTo>
                    <a:pt x="13913" y="2912"/>
                  </a:lnTo>
                  <a:lnTo>
                    <a:pt x="14554" y="2955"/>
                  </a:lnTo>
                  <a:lnTo>
                    <a:pt x="15143" y="3129"/>
                  </a:lnTo>
                  <a:lnTo>
                    <a:pt x="15630" y="3477"/>
                  </a:lnTo>
                  <a:lnTo>
                    <a:pt x="15835" y="3651"/>
                  </a:lnTo>
                  <a:lnTo>
                    <a:pt x="16142" y="4085"/>
                  </a:lnTo>
                  <a:lnTo>
                    <a:pt x="16270" y="4346"/>
                  </a:lnTo>
                  <a:lnTo>
                    <a:pt x="16475" y="4911"/>
                  </a:lnTo>
                  <a:lnTo>
                    <a:pt x="16604" y="5520"/>
                  </a:lnTo>
                  <a:lnTo>
                    <a:pt x="16629" y="6302"/>
                  </a:lnTo>
                  <a:lnTo>
                    <a:pt x="16604" y="6693"/>
                  </a:lnTo>
                  <a:lnTo>
                    <a:pt x="16552" y="7171"/>
                  </a:lnTo>
                  <a:lnTo>
                    <a:pt x="16475" y="7606"/>
                  </a:lnTo>
                  <a:lnTo>
                    <a:pt x="16347" y="7997"/>
                  </a:lnTo>
                  <a:lnTo>
                    <a:pt x="16245" y="8344"/>
                  </a:lnTo>
                  <a:lnTo>
                    <a:pt x="15835" y="9040"/>
                  </a:lnTo>
                  <a:lnTo>
                    <a:pt x="15630" y="9344"/>
                  </a:lnTo>
                  <a:lnTo>
                    <a:pt x="15092" y="9866"/>
                  </a:lnTo>
                  <a:lnTo>
                    <a:pt x="14528" y="10300"/>
                  </a:lnTo>
                  <a:lnTo>
                    <a:pt x="13888" y="10648"/>
                  </a:lnTo>
                  <a:lnTo>
                    <a:pt x="13196" y="10996"/>
                  </a:lnTo>
                  <a:lnTo>
                    <a:pt x="14272" y="13386"/>
                  </a:lnTo>
                  <a:lnTo>
                    <a:pt x="15451" y="16080"/>
                  </a:lnTo>
                  <a:lnTo>
                    <a:pt x="16604" y="18905"/>
                  </a:lnTo>
                  <a:lnTo>
                    <a:pt x="17654" y="21600"/>
                  </a:lnTo>
                  <a:lnTo>
                    <a:pt x="21600" y="21600"/>
                  </a:lnTo>
                  <a:lnTo>
                    <a:pt x="19166" y="16298"/>
                  </a:lnTo>
                  <a:lnTo>
                    <a:pt x="18115" y="13821"/>
                  </a:lnTo>
                  <a:lnTo>
                    <a:pt x="17167" y="11517"/>
                  </a:lnTo>
                  <a:close/>
                </a:path>
              </a:pathLst>
            </a:custGeom>
            <a:solidFill>
              <a:srgbClr val="005BAC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sp>
        <p:nvSpPr>
          <p:cNvPr id="416" name="1行レイアウト タイトル/スライドタイトルを入力"/>
          <p:cNvSpPr txBox="1">
            <a:spLocks noGrp="1"/>
          </p:cNvSpPr>
          <p:nvPr>
            <p:ph type="title" hasCustomPrompt="1"/>
          </p:nvPr>
        </p:nvSpPr>
        <p:spPr>
          <a:xfrm>
            <a:off x="201000" y="259199"/>
            <a:ext cx="9504000" cy="673201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t>1行レイアウト タイトル/スライドタイトルを入力</a:t>
            </a:r>
          </a:p>
        </p:txBody>
      </p:sp>
      <p:sp>
        <p:nvSpPr>
          <p:cNvPr id="417" name="本文レベル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201000" y="259199"/>
            <a:ext cx="9504000" cy="288926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marL="0" indent="0">
              <a:spcBef>
                <a:spcPts val="0"/>
              </a:spcBef>
              <a:buClrTx/>
              <a:buSzTx/>
              <a:buNone/>
              <a:defRPr sz="1400" b="1">
                <a:solidFill>
                  <a:schemeClr val="accent1"/>
                </a:solidFill>
              </a:defRPr>
            </a:lvl1pPr>
            <a:lvl2pPr marL="0" indent="0">
              <a:spcBef>
                <a:spcPts val="0"/>
              </a:spcBef>
              <a:buClrTx/>
              <a:buSzTx/>
              <a:buNone/>
              <a:defRPr sz="1400" b="1">
                <a:solidFill>
                  <a:schemeClr val="accent1"/>
                </a:solidFill>
              </a:defRPr>
            </a:lvl2pPr>
            <a:lvl3pPr marL="0" indent="0">
              <a:spcBef>
                <a:spcPts val="0"/>
              </a:spcBef>
              <a:buClrTx/>
              <a:buSzTx/>
              <a:buNone/>
              <a:defRPr sz="1400" b="1">
                <a:solidFill>
                  <a:schemeClr val="accent1"/>
                </a:solidFill>
              </a:defRPr>
            </a:lvl3pPr>
            <a:lvl4pPr marL="0" indent="0">
              <a:spcBef>
                <a:spcPts val="0"/>
              </a:spcBef>
              <a:buClrTx/>
              <a:buSzTx/>
              <a:buNone/>
              <a:defRPr sz="1400" b="1">
                <a:solidFill>
                  <a:schemeClr val="accent1"/>
                </a:solidFill>
              </a:defRPr>
            </a:lvl4pPr>
            <a:lvl5pPr marL="0" indent="0">
              <a:spcBef>
                <a:spcPts val="0"/>
              </a:spcBef>
              <a:buClrTx/>
              <a:buSzTx/>
              <a:buNone/>
              <a:defRPr sz="1400" b="1">
                <a:solidFill>
                  <a:schemeClr val="accent1"/>
                </a:solidFill>
              </a:defRPr>
            </a:lvl5pPr>
          </a:lstStyle>
          <a:p>
            <a:r>
              <a:t>章タイトル/スライドタイトルを入力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</p:spTree>
  </p:cSld>
  <p:clrMapOvr>
    <a:masterClrMapping/>
  </p:clrMapOvr>
  <p:transition spd="med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章＋1行タイトル+本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スライド番号"/>
          <p:cNvSpPr txBox="1">
            <a:spLocks noGrp="1"/>
          </p:cNvSpPr>
          <p:nvPr>
            <p:ph type="sldNum" sz="quarter" idx="2"/>
          </p:nvPr>
        </p:nvSpPr>
        <p:spPr>
          <a:xfrm>
            <a:off x="9723784" y="6620921"/>
            <a:ext cx="182217" cy="177801"/>
          </a:xfrm>
          <a:prstGeom prst="rect">
            <a:avLst/>
          </a:prstGeom>
        </p:spPr>
        <p:txBody>
          <a:bodyPr lIns="0" tIns="0" rIns="0" bIns="0"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425" name="テキスト ボックス 10"/>
          <p:cNvSpPr txBox="1"/>
          <p:nvPr/>
        </p:nvSpPr>
        <p:spPr>
          <a:xfrm>
            <a:off x="5940298" y="6620361"/>
            <a:ext cx="3113892" cy="218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/>
          <a:p>
            <a:pPr algn="r">
              <a:defRPr sz="800">
                <a:solidFill>
                  <a:schemeClr val="accent1"/>
                </a:solidFill>
              </a:defRPr>
            </a:pPr>
            <a:r>
              <a:t>Copyrigh</a:t>
            </a:r>
            <a:r>
              <a:rPr spc="-1000"/>
              <a:t>t</a:t>
            </a:r>
            <a:r>
              <a:rPr>
                <a:solidFill>
                  <a:srgbClr val="001279"/>
                </a:solidFill>
              </a:rPr>
              <a:t>（C）</a:t>
            </a:r>
            <a:r>
              <a:t> Nomura Research Institute, Ltd. All rights reserved.</a:t>
            </a:r>
          </a:p>
        </p:txBody>
      </p:sp>
      <p:grpSp>
        <p:nvGrpSpPr>
          <p:cNvPr id="428" name="グループ化 11"/>
          <p:cNvGrpSpPr/>
          <p:nvPr/>
        </p:nvGrpSpPr>
        <p:grpSpPr>
          <a:xfrm>
            <a:off x="9129156" y="6620361"/>
            <a:ext cx="288340" cy="145026"/>
            <a:chOff x="0" y="0"/>
            <a:chExt cx="288338" cy="145025"/>
          </a:xfrm>
        </p:grpSpPr>
        <p:sp>
          <p:nvSpPr>
            <p:cNvPr id="426" name="Freeform 290"/>
            <p:cNvSpPr/>
            <p:nvPr/>
          </p:nvSpPr>
          <p:spPr>
            <a:xfrm>
              <a:off x="249737" y="584"/>
              <a:ext cx="38602" cy="14385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lnTo>
                    <a:pt x="0" y="0"/>
                  </a:lnTo>
                  <a:lnTo>
                    <a:pt x="818" y="5312"/>
                  </a:lnTo>
                  <a:lnTo>
                    <a:pt x="1145" y="8034"/>
                  </a:lnTo>
                  <a:lnTo>
                    <a:pt x="1309" y="10800"/>
                  </a:lnTo>
                  <a:lnTo>
                    <a:pt x="1145" y="13610"/>
                  </a:lnTo>
                  <a:lnTo>
                    <a:pt x="818" y="16332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0782" y="16332"/>
                  </a:lnTo>
                  <a:lnTo>
                    <a:pt x="20291" y="13610"/>
                  </a:lnTo>
                  <a:lnTo>
                    <a:pt x="20291" y="8034"/>
                  </a:lnTo>
                  <a:lnTo>
                    <a:pt x="20782" y="5312"/>
                  </a:lnTo>
                  <a:lnTo>
                    <a:pt x="21600" y="0"/>
                  </a:lnTo>
                  <a:close/>
                </a:path>
              </a:pathLst>
            </a:custGeom>
            <a:solidFill>
              <a:srgbClr val="005BAC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427" name="Freeform 291"/>
            <p:cNvSpPr/>
            <p:nvPr/>
          </p:nvSpPr>
          <p:spPr>
            <a:xfrm>
              <a:off x="-1" y="0"/>
              <a:ext cx="246230" cy="14502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7167" y="11517"/>
                  </a:moveTo>
                  <a:lnTo>
                    <a:pt x="17859" y="11039"/>
                  </a:lnTo>
                  <a:lnTo>
                    <a:pt x="18423" y="10431"/>
                  </a:lnTo>
                  <a:lnTo>
                    <a:pt x="18961" y="9822"/>
                  </a:lnTo>
                  <a:lnTo>
                    <a:pt x="19396" y="9040"/>
                  </a:lnTo>
                  <a:lnTo>
                    <a:pt x="19730" y="8214"/>
                  </a:lnTo>
                  <a:lnTo>
                    <a:pt x="19986" y="7301"/>
                  </a:lnTo>
                  <a:lnTo>
                    <a:pt x="20088" y="6910"/>
                  </a:lnTo>
                  <a:lnTo>
                    <a:pt x="20140" y="6432"/>
                  </a:lnTo>
                  <a:lnTo>
                    <a:pt x="20191" y="5998"/>
                  </a:lnTo>
                  <a:lnTo>
                    <a:pt x="20191" y="4998"/>
                  </a:lnTo>
                  <a:lnTo>
                    <a:pt x="20140" y="4476"/>
                  </a:lnTo>
                  <a:lnTo>
                    <a:pt x="20088" y="3998"/>
                  </a:lnTo>
                  <a:lnTo>
                    <a:pt x="20011" y="3520"/>
                  </a:lnTo>
                  <a:lnTo>
                    <a:pt x="19883" y="3129"/>
                  </a:lnTo>
                  <a:lnTo>
                    <a:pt x="19730" y="2695"/>
                  </a:lnTo>
                  <a:lnTo>
                    <a:pt x="19601" y="2347"/>
                  </a:lnTo>
                  <a:lnTo>
                    <a:pt x="19396" y="1999"/>
                  </a:lnTo>
                  <a:lnTo>
                    <a:pt x="19012" y="1391"/>
                  </a:lnTo>
                  <a:lnTo>
                    <a:pt x="18551" y="956"/>
                  </a:lnTo>
                  <a:lnTo>
                    <a:pt x="18064" y="608"/>
                  </a:lnTo>
                  <a:lnTo>
                    <a:pt x="17500" y="348"/>
                  </a:lnTo>
                  <a:lnTo>
                    <a:pt x="16937" y="217"/>
                  </a:lnTo>
                  <a:lnTo>
                    <a:pt x="16322" y="87"/>
                  </a:lnTo>
                  <a:lnTo>
                    <a:pt x="15656" y="87"/>
                  </a:lnTo>
                  <a:lnTo>
                    <a:pt x="15015" y="0"/>
                  </a:lnTo>
                  <a:lnTo>
                    <a:pt x="13554" y="87"/>
                  </a:lnTo>
                  <a:lnTo>
                    <a:pt x="12043" y="130"/>
                  </a:lnTo>
                  <a:lnTo>
                    <a:pt x="10582" y="217"/>
                  </a:lnTo>
                  <a:lnTo>
                    <a:pt x="9327" y="217"/>
                  </a:lnTo>
                  <a:lnTo>
                    <a:pt x="9532" y="7258"/>
                  </a:lnTo>
                  <a:lnTo>
                    <a:pt x="9557" y="10561"/>
                  </a:lnTo>
                  <a:lnTo>
                    <a:pt x="9557" y="13603"/>
                  </a:lnTo>
                  <a:lnTo>
                    <a:pt x="7969" y="10518"/>
                  </a:lnTo>
                  <a:lnTo>
                    <a:pt x="6380" y="7171"/>
                  </a:lnTo>
                  <a:lnTo>
                    <a:pt x="4791" y="3738"/>
                  </a:lnTo>
                  <a:lnTo>
                    <a:pt x="3305" y="217"/>
                  </a:lnTo>
                  <a:lnTo>
                    <a:pt x="0" y="217"/>
                  </a:lnTo>
                  <a:lnTo>
                    <a:pt x="179" y="5476"/>
                  </a:lnTo>
                  <a:lnTo>
                    <a:pt x="205" y="8171"/>
                  </a:lnTo>
                  <a:lnTo>
                    <a:pt x="256" y="10909"/>
                  </a:lnTo>
                  <a:lnTo>
                    <a:pt x="205" y="13690"/>
                  </a:lnTo>
                  <a:lnTo>
                    <a:pt x="179" y="16385"/>
                  </a:lnTo>
                  <a:lnTo>
                    <a:pt x="0" y="21600"/>
                  </a:lnTo>
                  <a:lnTo>
                    <a:pt x="2742" y="21600"/>
                  </a:lnTo>
                  <a:lnTo>
                    <a:pt x="2562" y="17732"/>
                  </a:lnTo>
                  <a:lnTo>
                    <a:pt x="2485" y="13864"/>
                  </a:lnTo>
                  <a:lnTo>
                    <a:pt x="2434" y="10344"/>
                  </a:lnTo>
                  <a:lnTo>
                    <a:pt x="2434" y="7171"/>
                  </a:lnTo>
                  <a:lnTo>
                    <a:pt x="4151" y="10518"/>
                  </a:lnTo>
                  <a:lnTo>
                    <a:pt x="5893" y="14081"/>
                  </a:lnTo>
                  <a:lnTo>
                    <a:pt x="7661" y="17819"/>
                  </a:lnTo>
                  <a:lnTo>
                    <a:pt x="8456" y="19731"/>
                  </a:lnTo>
                  <a:lnTo>
                    <a:pt x="9275" y="21600"/>
                  </a:lnTo>
                  <a:lnTo>
                    <a:pt x="12120" y="21600"/>
                  </a:lnTo>
                  <a:lnTo>
                    <a:pt x="11991" y="16385"/>
                  </a:lnTo>
                  <a:lnTo>
                    <a:pt x="11966" y="13690"/>
                  </a:lnTo>
                  <a:lnTo>
                    <a:pt x="11915" y="10909"/>
                  </a:lnTo>
                  <a:lnTo>
                    <a:pt x="11915" y="6910"/>
                  </a:lnTo>
                  <a:lnTo>
                    <a:pt x="11991" y="2955"/>
                  </a:lnTo>
                  <a:lnTo>
                    <a:pt x="12863" y="2912"/>
                  </a:lnTo>
                  <a:lnTo>
                    <a:pt x="13913" y="2912"/>
                  </a:lnTo>
                  <a:lnTo>
                    <a:pt x="14554" y="2955"/>
                  </a:lnTo>
                  <a:lnTo>
                    <a:pt x="15143" y="3129"/>
                  </a:lnTo>
                  <a:lnTo>
                    <a:pt x="15630" y="3477"/>
                  </a:lnTo>
                  <a:lnTo>
                    <a:pt x="15835" y="3651"/>
                  </a:lnTo>
                  <a:lnTo>
                    <a:pt x="16142" y="4085"/>
                  </a:lnTo>
                  <a:lnTo>
                    <a:pt x="16270" y="4346"/>
                  </a:lnTo>
                  <a:lnTo>
                    <a:pt x="16475" y="4911"/>
                  </a:lnTo>
                  <a:lnTo>
                    <a:pt x="16604" y="5520"/>
                  </a:lnTo>
                  <a:lnTo>
                    <a:pt x="16629" y="6302"/>
                  </a:lnTo>
                  <a:lnTo>
                    <a:pt x="16604" y="6693"/>
                  </a:lnTo>
                  <a:lnTo>
                    <a:pt x="16552" y="7171"/>
                  </a:lnTo>
                  <a:lnTo>
                    <a:pt x="16475" y="7606"/>
                  </a:lnTo>
                  <a:lnTo>
                    <a:pt x="16347" y="7997"/>
                  </a:lnTo>
                  <a:lnTo>
                    <a:pt x="16245" y="8344"/>
                  </a:lnTo>
                  <a:lnTo>
                    <a:pt x="15835" y="9040"/>
                  </a:lnTo>
                  <a:lnTo>
                    <a:pt x="15630" y="9344"/>
                  </a:lnTo>
                  <a:lnTo>
                    <a:pt x="15092" y="9866"/>
                  </a:lnTo>
                  <a:lnTo>
                    <a:pt x="14528" y="10300"/>
                  </a:lnTo>
                  <a:lnTo>
                    <a:pt x="13888" y="10648"/>
                  </a:lnTo>
                  <a:lnTo>
                    <a:pt x="13196" y="10996"/>
                  </a:lnTo>
                  <a:lnTo>
                    <a:pt x="14272" y="13386"/>
                  </a:lnTo>
                  <a:lnTo>
                    <a:pt x="15451" y="16080"/>
                  </a:lnTo>
                  <a:lnTo>
                    <a:pt x="16604" y="18905"/>
                  </a:lnTo>
                  <a:lnTo>
                    <a:pt x="17654" y="21600"/>
                  </a:lnTo>
                  <a:lnTo>
                    <a:pt x="21600" y="21600"/>
                  </a:lnTo>
                  <a:lnTo>
                    <a:pt x="19166" y="16298"/>
                  </a:lnTo>
                  <a:lnTo>
                    <a:pt x="18115" y="13821"/>
                  </a:lnTo>
                  <a:lnTo>
                    <a:pt x="17167" y="11517"/>
                  </a:lnTo>
                  <a:close/>
                </a:path>
              </a:pathLst>
            </a:custGeom>
            <a:solidFill>
              <a:srgbClr val="005BAC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sp>
        <p:nvSpPr>
          <p:cNvPr id="429" name="1行レイアウト タイトル/スライドタイトルを入力"/>
          <p:cNvSpPr txBox="1">
            <a:spLocks noGrp="1"/>
          </p:cNvSpPr>
          <p:nvPr>
            <p:ph type="title" hasCustomPrompt="1"/>
          </p:nvPr>
        </p:nvSpPr>
        <p:spPr>
          <a:xfrm>
            <a:off x="201000" y="259199"/>
            <a:ext cx="9504000" cy="673201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t>1行レイアウト タイトル/スライドタイトルを入力</a:t>
            </a:r>
          </a:p>
        </p:txBody>
      </p:sp>
      <p:sp>
        <p:nvSpPr>
          <p:cNvPr id="430" name="本文レベル1…"/>
          <p:cNvSpPr txBox="1">
            <a:spLocks noGrp="1"/>
          </p:cNvSpPr>
          <p:nvPr>
            <p:ph type="body" idx="1"/>
          </p:nvPr>
        </p:nvSpPr>
        <p:spPr>
          <a:xfrm>
            <a:off x="201000" y="1124744"/>
            <a:ext cx="9502776" cy="5328001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t>本文レベル1</a:t>
            </a:r>
          </a:p>
          <a:p>
            <a:pPr lvl="1"/>
            <a:r>
              <a:t>本文レベル2</a:t>
            </a:r>
          </a:p>
          <a:p>
            <a:pPr lvl="2"/>
            <a:r>
              <a:t>本文レベル3</a:t>
            </a:r>
          </a:p>
          <a:p>
            <a:pPr lvl="3"/>
            <a:r>
              <a:t>本文レベル4</a:t>
            </a:r>
          </a:p>
          <a:p>
            <a:pPr lvl="4"/>
            <a:r>
              <a:t>本文レベル5</a:t>
            </a:r>
          </a:p>
        </p:txBody>
      </p:sp>
      <p:sp>
        <p:nvSpPr>
          <p:cNvPr id="431" name="テキスト プレースホルダー 19"/>
          <p:cNvSpPr>
            <a:spLocks noGrp="1"/>
          </p:cNvSpPr>
          <p:nvPr>
            <p:ph type="body" sz="quarter" idx="21" hasCustomPrompt="1"/>
          </p:nvPr>
        </p:nvSpPr>
        <p:spPr>
          <a:xfrm>
            <a:off x="200999" y="259199"/>
            <a:ext cx="9504002" cy="288926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marL="0" indent="0">
              <a:spcBef>
                <a:spcPts val="0"/>
              </a:spcBef>
              <a:buClrTx/>
              <a:buSzTx/>
              <a:buNone/>
              <a:defRPr sz="1400" b="1">
                <a:solidFill>
                  <a:schemeClr val="accent1"/>
                </a:solidFill>
              </a:defRPr>
            </a:lvl1pPr>
          </a:lstStyle>
          <a:p>
            <a:r>
              <a:t>章タイトル/スライドタイトルを入力</a:t>
            </a:r>
          </a:p>
        </p:txBody>
      </p:sp>
    </p:spTree>
  </p:cSld>
  <p:clrMapOvr>
    <a:masterClrMapping/>
  </p:clrMapOvr>
  <p:transition spd="med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章＋2行タイトル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スライド番号"/>
          <p:cNvSpPr txBox="1">
            <a:spLocks noGrp="1"/>
          </p:cNvSpPr>
          <p:nvPr>
            <p:ph type="sldNum" sz="quarter" idx="2"/>
          </p:nvPr>
        </p:nvSpPr>
        <p:spPr>
          <a:xfrm>
            <a:off x="9723784" y="6620921"/>
            <a:ext cx="182217" cy="177801"/>
          </a:xfrm>
          <a:prstGeom prst="rect">
            <a:avLst/>
          </a:prstGeom>
        </p:spPr>
        <p:txBody>
          <a:bodyPr lIns="0" tIns="0" rIns="0" bIns="0"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439" name="テキスト ボックス 10"/>
          <p:cNvSpPr txBox="1"/>
          <p:nvPr/>
        </p:nvSpPr>
        <p:spPr>
          <a:xfrm>
            <a:off x="5940298" y="6620361"/>
            <a:ext cx="3113892" cy="218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/>
          <a:p>
            <a:pPr algn="r">
              <a:defRPr sz="800">
                <a:solidFill>
                  <a:schemeClr val="accent1"/>
                </a:solidFill>
              </a:defRPr>
            </a:pPr>
            <a:r>
              <a:t>Copyrigh</a:t>
            </a:r>
            <a:r>
              <a:rPr spc="-1000"/>
              <a:t>t</a:t>
            </a:r>
            <a:r>
              <a:rPr>
                <a:solidFill>
                  <a:srgbClr val="001279"/>
                </a:solidFill>
              </a:rPr>
              <a:t>（C）</a:t>
            </a:r>
            <a:r>
              <a:t> Nomura Research Institute, Ltd. All rights reserved.</a:t>
            </a:r>
          </a:p>
        </p:txBody>
      </p:sp>
      <p:grpSp>
        <p:nvGrpSpPr>
          <p:cNvPr id="442" name="グループ化 11"/>
          <p:cNvGrpSpPr/>
          <p:nvPr/>
        </p:nvGrpSpPr>
        <p:grpSpPr>
          <a:xfrm>
            <a:off x="9129156" y="6620361"/>
            <a:ext cx="288340" cy="145026"/>
            <a:chOff x="0" y="0"/>
            <a:chExt cx="288338" cy="145025"/>
          </a:xfrm>
        </p:grpSpPr>
        <p:sp>
          <p:nvSpPr>
            <p:cNvPr id="440" name="Freeform 290"/>
            <p:cNvSpPr/>
            <p:nvPr/>
          </p:nvSpPr>
          <p:spPr>
            <a:xfrm>
              <a:off x="249737" y="584"/>
              <a:ext cx="38602" cy="14385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lnTo>
                    <a:pt x="0" y="0"/>
                  </a:lnTo>
                  <a:lnTo>
                    <a:pt x="818" y="5312"/>
                  </a:lnTo>
                  <a:lnTo>
                    <a:pt x="1145" y="8034"/>
                  </a:lnTo>
                  <a:lnTo>
                    <a:pt x="1309" y="10800"/>
                  </a:lnTo>
                  <a:lnTo>
                    <a:pt x="1145" y="13610"/>
                  </a:lnTo>
                  <a:lnTo>
                    <a:pt x="818" y="16332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0782" y="16332"/>
                  </a:lnTo>
                  <a:lnTo>
                    <a:pt x="20291" y="13610"/>
                  </a:lnTo>
                  <a:lnTo>
                    <a:pt x="20291" y="8034"/>
                  </a:lnTo>
                  <a:lnTo>
                    <a:pt x="20782" y="5312"/>
                  </a:lnTo>
                  <a:lnTo>
                    <a:pt x="21600" y="0"/>
                  </a:lnTo>
                  <a:close/>
                </a:path>
              </a:pathLst>
            </a:custGeom>
            <a:solidFill>
              <a:srgbClr val="005BAC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441" name="Freeform 291"/>
            <p:cNvSpPr/>
            <p:nvPr/>
          </p:nvSpPr>
          <p:spPr>
            <a:xfrm>
              <a:off x="-1" y="0"/>
              <a:ext cx="246230" cy="14502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7167" y="11517"/>
                  </a:moveTo>
                  <a:lnTo>
                    <a:pt x="17859" y="11039"/>
                  </a:lnTo>
                  <a:lnTo>
                    <a:pt x="18423" y="10431"/>
                  </a:lnTo>
                  <a:lnTo>
                    <a:pt x="18961" y="9822"/>
                  </a:lnTo>
                  <a:lnTo>
                    <a:pt x="19396" y="9040"/>
                  </a:lnTo>
                  <a:lnTo>
                    <a:pt x="19730" y="8214"/>
                  </a:lnTo>
                  <a:lnTo>
                    <a:pt x="19986" y="7301"/>
                  </a:lnTo>
                  <a:lnTo>
                    <a:pt x="20088" y="6910"/>
                  </a:lnTo>
                  <a:lnTo>
                    <a:pt x="20140" y="6432"/>
                  </a:lnTo>
                  <a:lnTo>
                    <a:pt x="20191" y="5998"/>
                  </a:lnTo>
                  <a:lnTo>
                    <a:pt x="20191" y="4998"/>
                  </a:lnTo>
                  <a:lnTo>
                    <a:pt x="20140" y="4476"/>
                  </a:lnTo>
                  <a:lnTo>
                    <a:pt x="20088" y="3998"/>
                  </a:lnTo>
                  <a:lnTo>
                    <a:pt x="20011" y="3520"/>
                  </a:lnTo>
                  <a:lnTo>
                    <a:pt x="19883" y="3129"/>
                  </a:lnTo>
                  <a:lnTo>
                    <a:pt x="19730" y="2695"/>
                  </a:lnTo>
                  <a:lnTo>
                    <a:pt x="19601" y="2347"/>
                  </a:lnTo>
                  <a:lnTo>
                    <a:pt x="19396" y="1999"/>
                  </a:lnTo>
                  <a:lnTo>
                    <a:pt x="19012" y="1391"/>
                  </a:lnTo>
                  <a:lnTo>
                    <a:pt x="18551" y="956"/>
                  </a:lnTo>
                  <a:lnTo>
                    <a:pt x="18064" y="608"/>
                  </a:lnTo>
                  <a:lnTo>
                    <a:pt x="17500" y="348"/>
                  </a:lnTo>
                  <a:lnTo>
                    <a:pt x="16937" y="217"/>
                  </a:lnTo>
                  <a:lnTo>
                    <a:pt x="16322" y="87"/>
                  </a:lnTo>
                  <a:lnTo>
                    <a:pt x="15656" y="87"/>
                  </a:lnTo>
                  <a:lnTo>
                    <a:pt x="15015" y="0"/>
                  </a:lnTo>
                  <a:lnTo>
                    <a:pt x="13554" y="87"/>
                  </a:lnTo>
                  <a:lnTo>
                    <a:pt x="12043" y="130"/>
                  </a:lnTo>
                  <a:lnTo>
                    <a:pt x="10582" y="217"/>
                  </a:lnTo>
                  <a:lnTo>
                    <a:pt x="9327" y="217"/>
                  </a:lnTo>
                  <a:lnTo>
                    <a:pt x="9532" y="7258"/>
                  </a:lnTo>
                  <a:lnTo>
                    <a:pt x="9557" y="10561"/>
                  </a:lnTo>
                  <a:lnTo>
                    <a:pt x="9557" y="13603"/>
                  </a:lnTo>
                  <a:lnTo>
                    <a:pt x="7969" y="10518"/>
                  </a:lnTo>
                  <a:lnTo>
                    <a:pt x="6380" y="7171"/>
                  </a:lnTo>
                  <a:lnTo>
                    <a:pt x="4791" y="3738"/>
                  </a:lnTo>
                  <a:lnTo>
                    <a:pt x="3305" y="217"/>
                  </a:lnTo>
                  <a:lnTo>
                    <a:pt x="0" y="217"/>
                  </a:lnTo>
                  <a:lnTo>
                    <a:pt x="179" y="5476"/>
                  </a:lnTo>
                  <a:lnTo>
                    <a:pt x="205" y="8171"/>
                  </a:lnTo>
                  <a:lnTo>
                    <a:pt x="256" y="10909"/>
                  </a:lnTo>
                  <a:lnTo>
                    <a:pt x="205" y="13690"/>
                  </a:lnTo>
                  <a:lnTo>
                    <a:pt x="179" y="16385"/>
                  </a:lnTo>
                  <a:lnTo>
                    <a:pt x="0" y="21600"/>
                  </a:lnTo>
                  <a:lnTo>
                    <a:pt x="2742" y="21600"/>
                  </a:lnTo>
                  <a:lnTo>
                    <a:pt x="2562" y="17732"/>
                  </a:lnTo>
                  <a:lnTo>
                    <a:pt x="2485" y="13864"/>
                  </a:lnTo>
                  <a:lnTo>
                    <a:pt x="2434" y="10344"/>
                  </a:lnTo>
                  <a:lnTo>
                    <a:pt x="2434" y="7171"/>
                  </a:lnTo>
                  <a:lnTo>
                    <a:pt x="4151" y="10518"/>
                  </a:lnTo>
                  <a:lnTo>
                    <a:pt x="5893" y="14081"/>
                  </a:lnTo>
                  <a:lnTo>
                    <a:pt x="7661" y="17819"/>
                  </a:lnTo>
                  <a:lnTo>
                    <a:pt x="8456" y="19731"/>
                  </a:lnTo>
                  <a:lnTo>
                    <a:pt x="9275" y="21600"/>
                  </a:lnTo>
                  <a:lnTo>
                    <a:pt x="12120" y="21600"/>
                  </a:lnTo>
                  <a:lnTo>
                    <a:pt x="11991" y="16385"/>
                  </a:lnTo>
                  <a:lnTo>
                    <a:pt x="11966" y="13690"/>
                  </a:lnTo>
                  <a:lnTo>
                    <a:pt x="11915" y="10909"/>
                  </a:lnTo>
                  <a:lnTo>
                    <a:pt x="11915" y="6910"/>
                  </a:lnTo>
                  <a:lnTo>
                    <a:pt x="11991" y="2955"/>
                  </a:lnTo>
                  <a:lnTo>
                    <a:pt x="12863" y="2912"/>
                  </a:lnTo>
                  <a:lnTo>
                    <a:pt x="13913" y="2912"/>
                  </a:lnTo>
                  <a:lnTo>
                    <a:pt x="14554" y="2955"/>
                  </a:lnTo>
                  <a:lnTo>
                    <a:pt x="15143" y="3129"/>
                  </a:lnTo>
                  <a:lnTo>
                    <a:pt x="15630" y="3477"/>
                  </a:lnTo>
                  <a:lnTo>
                    <a:pt x="15835" y="3651"/>
                  </a:lnTo>
                  <a:lnTo>
                    <a:pt x="16142" y="4085"/>
                  </a:lnTo>
                  <a:lnTo>
                    <a:pt x="16270" y="4346"/>
                  </a:lnTo>
                  <a:lnTo>
                    <a:pt x="16475" y="4911"/>
                  </a:lnTo>
                  <a:lnTo>
                    <a:pt x="16604" y="5520"/>
                  </a:lnTo>
                  <a:lnTo>
                    <a:pt x="16629" y="6302"/>
                  </a:lnTo>
                  <a:lnTo>
                    <a:pt x="16604" y="6693"/>
                  </a:lnTo>
                  <a:lnTo>
                    <a:pt x="16552" y="7171"/>
                  </a:lnTo>
                  <a:lnTo>
                    <a:pt x="16475" y="7606"/>
                  </a:lnTo>
                  <a:lnTo>
                    <a:pt x="16347" y="7997"/>
                  </a:lnTo>
                  <a:lnTo>
                    <a:pt x="16245" y="8344"/>
                  </a:lnTo>
                  <a:lnTo>
                    <a:pt x="15835" y="9040"/>
                  </a:lnTo>
                  <a:lnTo>
                    <a:pt x="15630" y="9344"/>
                  </a:lnTo>
                  <a:lnTo>
                    <a:pt x="15092" y="9866"/>
                  </a:lnTo>
                  <a:lnTo>
                    <a:pt x="14528" y="10300"/>
                  </a:lnTo>
                  <a:lnTo>
                    <a:pt x="13888" y="10648"/>
                  </a:lnTo>
                  <a:lnTo>
                    <a:pt x="13196" y="10996"/>
                  </a:lnTo>
                  <a:lnTo>
                    <a:pt x="14272" y="13386"/>
                  </a:lnTo>
                  <a:lnTo>
                    <a:pt x="15451" y="16080"/>
                  </a:lnTo>
                  <a:lnTo>
                    <a:pt x="16604" y="18905"/>
                  </a:lnTo>
                  <a:lnTo>
                    <a:pt x="17654" y="21600"/>
                  </a:lnTo>
                  <a:lnTo>
                    <a:pt x="21600" y="21600"/>
                  </a:lnTo>
                  <a:lnTo>
                    <a:pt x="19166" y="16298"/>
                  </a:lnTo>
                  <a:lnTo>
                    <a:pt x="18115" y="13821"/>
                  </a:lnTo>
                  <a:lnTo>
                    <a:pt x="17167" y="11517"/>
                  </a:lnTo>
                  <a:close/>
                </a:path>
              </a:pathLst>
            </a:custGeom>
            <a:solidFill>
              <a:srgbClr val="005BAC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sp>
        <p:nvSpPr>
          <p:cNvPr id="443" name="2行レイアウト タイトル/スライドタイトルを入力"/>
          <p:cNvSpPr txBox="1">
            <a:spLocks noGrp="1"/>
          </p:cNvSpPr>
          <p:nvPr>
            <p:ph type="title" hasCustomPrompt="1"/>
          </p:nvPr>
        </p:nvSpPr>
        <p:spPr>
          <a:xfrm>
            <a:off x="201000" y="259199"/>
            <a:ext cx="9504000" cy="979202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t>2行レイアウト タイトル/スライドタイトルを入力</a:t>
            </a:r>
          </a:p>
        </p:txBody>
      </p:sp>
      <p:sp>
        <p:nvSpPr>
          <p:cNvPr id="444" name="本文レベル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201000" y="259199"/>
            <a:ext cx="9504000" cy="288926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marL="0" indent="0">
              <a:spcBef>
                <a:spcPts val="0"/>
              </a:spcBef>
              <a:buClrTx/>
              <a:buSzTx/>
              <a:buNone/>
              <a:defRPr sz="1400" b="1">
                <a:solidFill>
                  <a:schemeClr val="accent1"/>
                </a:solidFill>
              </a:defRPr>
            </a:lvl1pPr>
            <a:lvl2pPr marL="0" indent="0">
              <a:spcBef>
                <a:spcPts val="0"/>
              </a:spcBef>
              <a:buClrTx/>
              <a:buSzTx/>
              <a:buNone/>
              <a:defRPr sz="1400" b="1">
                <a:solidFill>
                  <a:schemeClr val="accent1"/>
                </a:solidFill>
              </a:defRPr>
            </a:lvl2pPr>
            <a:lvl3pPr marL="0" indent="0">
              <a:spcBef>
                <a:spcPts val="0"/>
              </a:spcBef>
              <a:buClrTx/>
              <a:buSzTx/>
              <a:buNone/>
              <a:defRPr sz="1400" b="1">
                <a:solidFill>
                  <a:schemeClr val="accent1"/>
                </a:solidFill>
              </a:defRPr>
            </a:lvl3pPr>
            <a:lvl4pPr marL="0" indent="0">
              <a:spcBef>
                <a:spcPts val="0"/>
              </a:spcBef>
              <a:buClrTx/>
              <a:buSzTx/>
              <a:buNone/>
              <a:defRPr sz="1400" b="1">
                <a:solidFill>
                  <a:schemeClr val="accent1"/>
                </a:solidFill>
              </a:defRPr>
            </a:lvl4pPr>
            <a:lvl5pPr marL="0" indent="0">
              <a:spcBef>
                <a:spcPts val="0"/>
              </a:spcBef>
              <a:buClrTx/>
              <a:buSzTx/>
              <a:buNone/>
              <a:defRPr sz="1400" b="1">
                <a:solidFill>
                  <a:schemeClr val="accent1"/>
                </a:solidFill>
              </a:defRPr>
            </a:lvl5pPr>
          </a:lstStyle>
          <a:p>
            <a:r>
              <a:t>章タイトル/スライドタイトルを入力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</p:spTree>
  </p:cSld>
  <p:clrMapOvr>
    <a:masterClrMapping/>
  </p:clrMapOvr>
  <p:transition spd="med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章＋2行タイトル+本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スライド番号"/>
          <p:cNvSpPr txBox="1">
            <a:spLocks noGrp="1"/>
          </p:cNvSpPr>
          <p:nvPr>
            <p:ph type="sldNum" sz="quarter" idx="2"/>
          </p:nvPr>
        </p:nvSpPr>
        <p:spPr>
          <a:xfrm>
            <a:off x="9723784" y="6620921"/>
            <a:ext cx="182217" cy="177801"/>
          </a:xfrm>
          <a:prstGeom prst="rect">
            <a:avLst/>
          </a:prstGeom>
        </p:spPr>
        <p:txBody>
          <a:bodyPr lIns="0" tIns="0" rIns="0" bIns="0"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452" name="テキスト ボックス 10"/>
          <p:cNvSpPr txBox="1"/>
          <p:nvPr/>
        </p:nvSpPr>
        <p:spPr>
          <a:xfrm>
            <a:off x="5940298" y="6620361"/>
            <a:ext cx="3113892" cy="218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/>
          <a:p>
            <a:pPr algn="r">
              <a:defRPr sz="800">
                <a:solidFill>
                  <a:schemeClr val="accent1"/>
                </a:solidFill>
              </a:defRPr>
            </a:pPr>
            <a:r>
              <a:t>Copyrigh</a:t>
            </a:r>
            <a:r>
              <a:rPr spc="-1000"/>
              <a:t>t</a:t>
            </a:r>
            <a:r>
              <a:rPr>
                <a:solidFill>
                  <a:srgbClr val="001279"/>
                </a:solidFill>
              </a:rPr>
              <a:t>（C）</a:t>
            </a:r>
            <a:r>
              <a:t> Nomura Research Institute, Ltd. All rights reserved.</a:t>
            </a:r>
          </a:p>
        </p:txBody>
      </p:sp>
      <p:grpSp>
        <p:nvGrpSpPr>
          <p:cNvPr id="455" name="グループ化 11"/>
          <p:cNvGrpSpPr/>
          <p:nvPr/>
        </p:nvGrpSpPr>
        <p:grpSpPr>
          <a:xfrm>
            <a:off x="9129156" y="6620361"/>
            <a:ext cx="288340" cy="145026"/>
            <a:chOff x="0" y="0"/>
            <a:chExt cx="288338" cy="145025"/>
          </a:xfrm>
        </p:grpSpPr>
        <p:sp>
          <p:nvSpPr>
            <p:cNvPr id="453" name="Freeform 290"/>
            <p:cNvSpPr/>
            <p:nvPr/>
          </p:nvSpPr>
          <p:spPr>
            <a:xfrm>
              <a:off x="249737" y="584"/>
              <a:ext cx="38602" cy="14385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lnTo>
                    <a:pt x="0" y="0"/>
                  </a:lnTo>
                  <a:lnTo>
                    <a:pt x="818" y="5312"/>
                  </a:lnTo>
                  <a:lnTo>
                    <a:pt x="1145" y="8034"/>
                  </a:lnTo>
                  <a:lnTo>
                    <a:pt x="1309" y="10800"/>
                  </a:lnTo>
                  <a:lnTo>
                    <a:pt x="1145" y="13610"/>
                  </a:lnTo>
                  <a:lnTo>
                    <a:pt x="818" y="16332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0782" y="16332"/>
                  </a:lnTo>
                  <a:lnTo>
                    <a:pt x="20291" y="13610"/>
                  </a:lnTo>
                  <a:lnTo>
                    <a:pt x="20291" y="8034"/>
                  </a:lnTo>
                  <a:lnTo>
                    <a:pt x="20782" y="5312"/>
                  </a:lnTo>
                  <a:lnTo>
                    <a:pt x="21600" y="0"/>
                  </a:lnTo>
                  <a:close/>
                </a:path>
              </a:pathLst>
            </a:custGeom>
            <a:solidFill>
              <a:srgbClr val="005BAC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454" name="Freeform 291"/>
            <p:cNvSpPr/>
            <p:nvPr/>
          </p:nvSpPr>
          <p:spPr>
            <a:xfrm>
              <a:off x="-1" y="0"/>
              <a:ext cx="246230" cy="14502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7167" y="11517"/>
                  </a:moveTo>
                  <a:lnTo>
                    <a:pt x="17859" y="11039"/>
                  </a:lnTo>
                  <a:lnTo>
                    <a:pt x="18423" y="10431"/>
                  </a:lnTo>
                  <a:lnTo>
                    <a:pt x="18961" y="9822"/>
                  </a:lnTo>
                  <a:lnTo>
                    <a:pt x="19396" y="9040"/>
                  </a:lnTo>
                  <a:lnTo>
                    <a:pt x="19730" y="8214"/>
                  </a:lnTo>
                  <a:lnTo>
                    <a:pt x="19986" y="7301"/>
                  </a:lnTo>
                  <a:lnTo>
                    <a:pt x="20088" y="6910"/>
                  </a:lnTo>
                  <a:lnTo>
                    <a:pt x="20140" y="6432"/>
                  </a:lnTo>
                  <a:lnTo>
                    <a:pt x="20191" y="5998"/>
                  </a:lnTo>
                  <a:lnTo>
                    <a:pt x="20191" y="4998"/>
                  </a:lnTo>
                  <a:lnTo>
                    <a:pt x="20140" y="4476"/>
                  </a:lnTo>
                  <a:lnTo>
                    <a:pt x="20088" y="3998"/>
                  </a:lnTo>
                  <a:lnTo>
                    <a:pt x="20011" y="3520"/>
                  </a:lnTo>
                  <a:lnTo>
                    <a:pt x="19883" y="3129"/>
                  </a:lnTo>
                  <a:lnTo>
                    <a:pt x="19730" y="2695"/>
                  </a:lnTo>
                  <a:lnTo>
                    <a:pt x="19601" y="2347"/>
                  </a:lnTo>
                  <a:lnTo>
                    <a:pt x="19396" y="1999"/>
                  </a:lnTo>
                  <a:lnTo>
                    <a:pt x="19012" y="1391"/>
                  </a:lnTo>
                  <a:lnTo>
                    <a:pt x="18551" y="956"/>
                  </a:lnTo>
                  <a:lnTo>
                    <a:pt x="18064" y="608"/>
                  </a:lnTo>
                  <a:lnTo>
                    <a:pt x="17500" y="348"/>
                  </a:lnTo>
                  <a:lnTo>
                    <a:pt x="16937" y="217"/>
                  </a:lnTo>
                  <a:lnTo>
                    <a:pt x="16322" y="87"/>
                  </a:lnTo>
                  <a:lnTo>
                    <a:pt x="15656" y="87"/>
                  </a:lnTo>
                  <a:lnTo>
                    <a:pt x="15015" y="0"/>
                  </a:lnTo>
                  <a:lnTo>
                    <a:pt x="13554" y="87"/>
                  </a:lnTo>
                  <a:lnTo>
                    <a:pt x="12043" y="130"/>
                  </a:lnTo>
                  <a:lnTo>
                    <a:pt x="10582" y="217"/>
                  </a:lnTo>
                  <a:lnTo>
                    <a:pt x="9327" y="217"/>
                  </a:lnTo>
                  <a:lnTo>
                    <a:pt x="9532" y="7258"/>
                  </a:lnTo>
                  <a:lnTo>
                    <a:pt x="9557" y="10561"/>
                  </a:lnTo>
                  <a:lnTo>
                    <a:pt x="9557" y="13603"/>
                  </a:lnTo>
                  <a:lnTo>
                    <a:pt x="7969" y="10518"/>
                  </a:lnTo>
                  <a:lnTo>
                    <a:pt x="6380" y="7171"/>
                  </a:lnTo>
                  <a:lnTo>
                    <a:pt x="4791" y="3738"/>
                  </a:lnTo>
                  <a:lnTo>
                    <a:pt x="3305" y="217"/>
                  </a:lnTo>
                  <a:lnTo>
                    <a:pt x="0" y="217"/>
                  </a:lnTo>
                  <a:lnTo>
                    <a:pt x="179" y="5476"/>
                  </a:lnTo>
                  <a:lnTo>
                    <a:pt x="205" y="8171"/>
                  </a:lnTo>
                  <a:lnTo>
                    <a:pt x="256" y="10909"/>
                  </a:lnTo>
                  <a:lnTo>
                    <a:pt x="205" y="13690"/>
                  </a:lnTo>
                  <a:lnTo>
                    <a:pt x="179" y="16385"/>
                  </a:lnTo>
                  <a:lnTo>
                    <a:pt x="0" y="21600"/>
                  </a:lnTo>
                  <a:lnTo>
                    <a:pt x="2742" y="21600"/>
                  </a:lnTo>
                  <a:lnTo>
                    <a:pt x="2562" y="17732"/>
                  </a:lnTo>
                  <a:lnTo>
                    <a:pt x="2485" y="13864"/>
                  </a:lnTo>
                  <a:lnTo>
                    <a:pt x="2434" y="10344"/>
                  </a:lnTo>
                  <a:lnTo>
                    <a:pt x="2434" y="7171"/>
                  </a:lnTo>
                  <a:lnTo>
                    <a:pt x="4151" y="10518"/>
                  </a:lnTo>
                  <a:lnTo>
                    <a:pt x="5893" y="14081"/>
                  </a:lnTo>
                  <a:lnTo>
                    <a:pt x="7661" y="17819"/>
                  </a:lnTo>
                  <a:lnTo>
                    <a:pt x="8456" y="19731"/>
                  </a:lnTo>
                  <a:lnTo>
                    <a:pt x="9275" y="21600"/>
                  </a:lnTo>
                  <a:lnTo>
                    <a:pt x="12120" y="21600"/>
                  </a:lnTo>
                  <a:lnTo>
                    <a:pt x="11991" y="16385"/>
                  </a:lnTo>
                  <a:lnTo>
                    <a:pt x="11966" y="13690"/>
                  </a:lnTo>
                  <a:lnTo>
                    <a:pt x="11915" y="10909"/>
                  </a:lnTo>
                  <a:lnTo>
                    <a:pt x="11915" y="6910"/>
                  </a:lnTo>
                  <a:lnTo>
                    <a:pt x="11991" y="2955"/>
                  </a:lnTo>
                  <a:lnTo>
                    <a:pt x="12863" y="2912"/>
                  </a:lnTo>
                  <a:lnTo>
                    <a:pt x="13913" y="2912"/>
                  </a:lnTo>
                  <a:lnTo>
                    <a:pt x="14554" y="2955"/>
                  </a:lnTo>
                  <a:lnTo>
                    <a:pt x="15143" y="3129"/>
                  </a:lnTo>
                  <a:lnTo>
                    <a:pt x="15630" y="3477"/>
                  </a:lnTo>
                  <a:lnTo>
                    <a:pt x="15835" y="3651"/>
                  </a:lnTo>
                  <a:lnTo>
                    <a:pt x="16142" y="4085"/>
                  </a:lnTo>
                  <a:lnTo>
                    <a:pt x="16270" y="4346"/>
                  </a:lnTo>
                  <a:lnTo>
                    <a:pt x="16475" y="4911"/>
                  </a:lnTo>
                  <a:lnTo>
                    <a:pt x="16604" y="5520"/>
                  </a:lnTo>
                  <a:lnTo>
                    <a:pt x="16629" y="6302"/>
                  </a:lnTo>
                  <a:lnTo>
                    <a:pt x="16604" y="6693"/>
                  </a:lnTo>
                  <a:lnTo>
                    <a:pt x="16552" y="7171"/>
                  </a:lnTo>
                  <a:lnTo>
                    <a:pt x="16475" y="7606"/>
                  </a:lnTo>
                  <a:lnTo>
                    <a:pt x="16347" y="7997"/>
                  </a:lnTo>
                  <a:lnTo>
                    <a:pt x="16245" y="8344"/>
                  </a:lnTo>
                  <a:lnTo>
                    <a:pt x="15835" y="9040"/>
                  </a:lnTo>
                  <a:lnTo>
                    <a:pt x="15630" y="9344"/>
                  </a:lnTo>
                  <a:lnTo>
                    <a:pt x="15092" y="9866"/>
                  </a:lnTo>
                  <a:lnTo>
                    <a:pt x="14528" y="10300"/>
                  </a:lnTo>
                  <a:lnTo>
                    <a:pt x="13888" y="10648"/>
                  </a:lnTo>
                  <a:lnTo>
                    <a:pt x="13196" y="10996"/>
                  </a:lnTo>
                  <a:lnTo>
                    <a:pt x="14272" y="13386"/>
                  </a:lnTo>
                  <a:lnTo>
                    <a:pt x="15451" y="16080"/>
                  </a:lnTo>
                  <a:lnTo>
                    <a:pt x="16604" y="18905"/>
                  </a:lnTo>
                  <a:lnTo>
                    <a:pt x="17654" y="21600"/>
                  </a:lnTo>
                  <a:lnTo>
                    <a:pt x="21600" y="21600"/>
                  </a:lnTo>
                  <a:lnTo>
                    <a:pt x="19166" y="16298"/>
                  </a:lnTo>
                  <a:lnTo>
                    <a:pt x="18115" y="13821"/>
                  </a:lnTo>
                  <a:lnTo>
                    <a:pt x="17167" y="11517"/>
                  </a:lnTo>
                  <a:close/>
                </a:path>
              </a:pathLst>
            </a:custGeom>
            <a:solidFill>
              <a:srgbClr val="005BAC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sp>
        <p:nvSpPr>
          <p:cNvPr id="456" name="2行レイアウト タイトル/スライドタイトルを入力"/>
          <p:cNvSpPr txBox="1">
            <a:spLocks noGrp="1"/>
          </p:cNvSpPr>
          <p:nvPr>
            <p:ph type="title" hasCustomPrompt="1"/>
          </p:nvPr>
        </p:nvSpPr>
        <p:spPr>
          <a:xfrm>
            <a:off x="201000" y="259199"/>
            <a:ext cx="9504000" cy="979202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t>2行レイアウト タイトル/スライドタイトルを入力</a:t>
            </a:r>
          </a:p>
        </p:txBody>
      </p:sp>
      <p:sp>
        <p:nvSpPr>
          <p:cNvPr id="457" name="本文レベル1…"/>
          <p:cNvSpPr txBox="1">
            <a:spLocks noGrp="1"/>
          </p:cNvSpPr>
          <p:nvPr>
            <p:ph type="body" idx="1"/>
          </p:nvPr>
        </p:nvSpPr>
        <p:spPr>
          <a:xfrm>
            <a:off x="201000" y="1485335"/>
            <a:ext cx="9502776" cy="4968001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t>本文レベル1</a:t>
            </a:r>
          </a:p>
          <a:p>
            <a:pPr lvl="1"/>
            <a:r>
              <a:t>本文レベル2</a:t>
            </a:r>
          </a:p>
          <a:p>
            <a:pPr lvl="2"/>
            <a:r>
              <a:t>本文レベル3</a:t>
            </a:r>
          </a:p>
          <a:p>
            <a:pPr lvl="3"/>
            <a:r>
              <a:t>本文レベル4</a:t>
            </a:r>
          </a:p>
          <a:p>
            <a:pPr lvl="4"/>
            <a:r>
              <a:t>本文レベル5</a:t>
            </a:r>
          </a:p>
        </p:txBody>
      </p:sp>
      <p:sp>
        <p:nvSpPr>
          <p:cNvPr id="458" name="テキスト プレースホルダー 19"/>
          <p:cNvSpPr>
            <a:spLocks noGrp="1"/>
          </p:cNvSpPr>
          <p:nvPr>
            <p:ph type="body" sz="quarter" idx="21" hasCustomPrompt="1"/>
          </p:nvPr>
        </p:nvSpPr>
        <p:spPr>
          <a:xfrm>
            <a:off x="200999" y="259199"/>
            <a:ext cx="9504002" cy="288926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marL="0" indent="0">
              <a:spcBef>
                <a:spcPts val="0"/>
              </a:spcBef>
              <a:buClrTx/>
              <a:buSzTx/>
              <a:buNone/>
              <a:defRPr sz="1400" b="1">
                <a:solidFill>
                  <a:schemeClr val="accent1"/>
                </a:solidFill>
              </a:defRPr>
            </a:lvl1pPr>
          </a:lstStyle>
          <a:p>
            <a:r>
              <a:t>章タイトル/スライドタイトルを入力</a:t>
            </a:r>
          </a:p>
        </p:txBody>
      </p:sp>
    </p:spTree>
  </p:cSld>
  <p:clrMapOvr>
    <a:masterClrMapping/>
  </p:clrMapOvr>
  <p:transition spd="med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プロフィール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スライド番号"/>
          <p:cNvSpPr txBox="1">
            <a:spLocks noGrp="1"/>
          </p:cNvSpPr>
          <p:nvPr>
            <p:ph type="sldNum" sz="quarter" idx="2"/>
          </p:nvPr>
        </p:nvSpPr>
        <p:spPr>
          <a:xfrm>
            <a:off x="9723784" y="6620921"/>
            <a:ext cx="182217" cy="177801"/>
          </a:xfrm>
          <a:prstGeom prst="rect">
            <a:avLst/>
          </a:prstGeom>
        </p:spPr>
        <p:txBody>
          <a:bodyPr lIns="0" tIns="0" rIns="0" bIns="0"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466" name="テキスト ボックス 10"/>
          <p:cNvSpPr txBox="1"/>
          <p:nvPr/>
        </p:nvSpPr>
        <p:spPr>
          <a:xfrm>
            <a:off x="5940298" y="6620361"/>
            <a:ext cx="3113892" cy="218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/>
          <a:p>
            <a:pPr algn="r">
              <a:defRPr sz="800">
                <a:solidFill>
                  <a:schemeClr val="accent1"/>
                </a:solidFill>
              </a:defRPr>
            </a:pPr>
            <a:r>
              <a:t>Copyrigh</a:t>
            </a:r>
            <a:r>
              <a:rPr spc="-1000"/>
              <a:t>t</a:t>
            </a:r>
            <a:r>
              <a:rPr>
                <a:solidFill>
                  <a:srgbClr val="001279"/>
                </a:solidFill>
              </a:rPr>
              <a:t>（C）</a:t>
            </a:r>
            <a:r>
              <a:t> Nomura Research Institute, Ltd. All rights reserved.</a:t>
            </a:r>
          </a:p>
        </p:txBody>
      </p:sp>
      <p:grpSp>
        <p:nvGrpSpPr>
          <p:cNvPr id="469" name="グループ化 11"/>
          <p:cNvGrpSpPr/>
          <p:nvPr/>
        </p:nvGrpSpPr>
        <p:grpSpPr>
          <a:xfrm>
            <a:off x="9129156" y="6620361"/>
            <a:ext cx="288340" cy="145026"/>
            <a:chOff x="0" y="0"/>
            <a:chExt cx="288338" cy="145025"/>
          </a:xfrm>
        </p:grpSpPr>
        <p:sp>
          <p:nvSpPr>
            <p:cNvPr id="467" name="Freeform 290"/>
            <p:cNvSpPr/>
            <p:nvPr/>
          </p:nvSpPr>
          <p:spPr>
            <a:xfrm>
              <a:off x="249737" y="584"/>
              <a:ext cx="38602" cy="14385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lnTo>
                    <a:pt x="0" y="0"/>
                  </a:lnTo>
                  <a:lnTo>
                    <a:pt x="818" y="5312"/>
                  </a:lnTo>
                  <a:lnTo>
                    <a:pt x="1145" y="8034"/>
                  </a:lnTo>
                  <a:lnTo>
                    <a:pt x="1309" y="10800"/>
                  </a:lnTo>
                  <a:lnTo>
                    <a:pt x="1145" y="13610"/>
                  </a:lnTo>
                  <a:lnTo>
                    <a:pt x="818" y="16332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0782" y="16332"/>
                  </a:lnTo>
                  <a:lnTo>
                    <a:pt x="20291" y="13610"/>
                  </a:lnTo>
                  <a:lnTo>
                    <a:pt x="20291" y="8034"/>
                  </a:lnTo>
                  <a:lnTo>
                    <a:pt x="20782" y="5312"/>
                  </a:lnTo>
                  <a:lnTo>
                    <a:pt x="21600" y="0"/>
                  </a:lnTo>
                  <a:close/>
                </a:path>
              </a:pathLst>
            </a:custGeom>
            <a:solidFill>
              <a:srgbClr val="005BAC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468" name="Freeform 291"/>
            <p:cNvSpPr/>
            <p:nvPr/>
          </p:nvSpPr>
          <p:spPr>
            <a:xfrm>
              <a:off x="-1" y="0"/>
              <a:ext cx="246230" cy="14502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7167" y="11517"/>
                  </a:moveTo>
                  <a:lnTo>
                    <a:pt x="17859" y="11039"/>
                  </a:lnTo>
                  <a:lnTo>
                    <a:pt x="18423" y="10431"/>
                  </a:lnTo>
                  <a:lnTo>
                    <a:pt x="18961" y="9822"/>
                  </a:lnTo>
                  <a:lnTo>
                    <a:pt x="19396" y="9040"/>
                  </a:lnTo>
                  <a:lnTo>
                    <a:pt x="19730" y="8214"/>
                  </a:lnTo>
                  <a:lnTo>
                    <a:pt x="19986" y="7301"/>
                  </a:lnTo>
                  <a:lnTo>
                    <a:pt x="20088" y="6910"/>
                  </a:lnTo>
                  <a:lnTo>
                    <a:pt x="20140" y="6432"/>
                  </a:lnTo>
                  <a:lnTo>
                    <a:pt x="20191" y="5998"/>
                  </a:lnTo>
                  <a:lnTo>
                    <a:pt x="20191" y="4998"/>
                  </a:lnTo>
                  <a:lnTo>
                    <a:pt x="20140" y="4476"/>
                  </a:lnTo>
                  <a:lnTo>
                    <a:pt x="20088" y="3998"/>
                  </a:lnTo>
                  <a:lnTo>
                    <a:pt x="20011" y="3520"/>
                  </a:lnTo>
                  <a:lnTo>
                    <a:pt x="19883" y="3129"/>
                  </a:lnTo>
                  <a:lnTo>
                    <a:pt x="19730" y="2695"/>
                  </a:lnTo>
                  <a:lnTo>
                    <a:pt x="19601" y="2347"/>
                  </a:lnTo>
                  <a:lnTo>
                    <a:pt x="19396" y="1999"/>
                  </a:lnTo>
                  <a:lnTo>
                    <a:pt x="19012" y="1391"/>
                  </a:lnTo>
                  <a:lnTo>
                    <a:pt x="18551" y="956"/>
                  </a:lnTo>
                  <a:lnTo>
                    <a:pt x="18064" y="608"/>
                  </a:lnTo>
                  <a:lnTo>
                    <a:pt x="17500" y="348"/>
                  </a:lnTo>
                  <a:lnTo>
                    <a:pt x="16937" y="217"/>
                  </a:lnTo>
                  <a:lnTo>
                    <a:pt x="16322" y="87"/>
                  </a:lnTo>
                  <a:lnTo>
                    <a:pt x="15656" y="87"/>
                  </a:lnTo>
                  <a:lnTo>
                    <a:pt x="15015" y="0"/>
                  </a:lnTo>
                  <a:lnTo>
                    <a:pt x="13554" y="87"/>
                  </a:lnTo>
                  <a:lnTo>
                    <a:pt x="12043" y="130"/>
                  </a:lnTo>
                  <a:lnTo>
                    <a:pt x="10582" y="217"/>
                  </a:lnTo>
                  <a:lnTo>
                    <a:pt x="9327" y="217"/>
                  </a:lnTo>
                  <a:lnTo>
                    <a:pt x="9532" y="7258"/>
                  </a:lnTo>
                  <a:lnTo>
                    <a:pt x="9557" y="10561"/>
                  </a:lnTo>
                  <a:lnTo>
                    <a:pt x="9557" y="13603"/>
                  </a:lnTo>
                  <a:lnTo>
                    <a:pt x="7969" y="10518"/>
                  </a:lnTo>
                  <a:lnTo>
                    <a:pt x="6380" y="7171"/>
                  </a:lnTo>
                  <a:lnTo>
                    <a:pt x="4791" y="3738"/>
                  </a:lnTo>
                  <a:lnTo>
                    <a:pt x="3305" y="217"/>
                  </a:lnTo>
                  <a:lnTo>
                    <a:pt x="0" y="217"/>
                  </a:lnTo>
                  <a:lnTo>
                    <a:pt x="179" y="5476"/>
                  </a:lnTo>
                  <a:lnTo>
                    <a:pt x="205" y="8171"/>
                  </a:lnTo>
                  <a:lnTo>
                    <a:pt x="256" y="10909"/>
                  </a:lnTo>
                  <a:lnTo>
                    <a:pt x="205" y="13690"/>
                  </a:lnTo>
                  <a:lnTo>
                    <a:pt x="179" y="16385"/>
                  </a:lnTo>
                  <a:lnTo>
                    <a:pt x="0" y="21600"/>
                  </a:lnTo>
                  <a:lnTo>
                    <a:pt x="2742" y="21600"/>
                  </a:lnTo>
                  <a:lnTo>
                    <a:pt x="2562" y="17732"/>
                  </a:lnTo>
                  <a:lnTo>
                    <a:pt x="2485" y="13864"/>
                  </a:lnTo>
                  <a:lnTo>
                    <a:pt x="2434" y="10344"/>
                  </a:lnTo>
                  <a:lnTo>
                    <a:pt x="2434" y="7171"/>
                  </a:lnTo>
                  <a:lnTo>
                    <a:pt x="4151" y="10518"/>
                  </a:lnTo>
                  <a:lnTo>
                    <a:pt x="5893" y="14081"/>
                  </a:lnTo>
                  <a:lnTo>
                    <a:pt x="7661" y="17819"/>
                  </a:lnTo>
                  <a:lnTo>
                    <a:pt x="8456" y="19731"/>
                  </a:lnTo>
                  <a:lnTo>
                    <a:pt x="9275" y="21600"/>
                  </a:lnTo>
                  <a:lnTo>
                    <a:pt x="12120" y="21600"/>
                  </a:lnTo>
                  <a:lnTo>
                    <a:pt x="11991" y="16385"/>
                  </a:lnTo>
                  <a:lnTo>
                    <a:pt x="11966" y="13690"/>
                  </a:lnTo>
                  <a:lnTo>
                    <a:pt x="11915" y="10909"/>
                  </a:lnTo>
                  <a:lnTo>
                    <a:pt x="11915" y="6910"/>
                  </a:lnTo>
                  <a:lnTo>
                    <a:pt x="11991" y="2955"/>
                  </a:lnTo>
                  <a:lnTo>
                    <a:pt x="12863" y="2912"/>
                  </a:lnTo>
                  <a:lnTo>
                    <a:pt x="13913" y="2912"/>
                  </a:lnTo>
                  <a:lnTo>
                    <a:pt x="14554" y="2955"/>
                  </a:lnTo>
                  <a:lnTo>
                    <a:pt x="15143" y="3129"/>
                  </a:lnTo>
                  <a:lnTo>
                    <a:pt x="15630" y="3477"/>
                  </a:lnTo>
                  <a:lnTo>
                    <a:pt x="15835" y="3651"/>
                  </a:lnTo>
                  <a:lnTo>
                    <a:pt x="16142" y="4085"/>
                  </a:lnTo>
                  <a:lnTo>
                    <a:pt x="16270" y="4346"/>
                  </a:lnTo>
                  <a:lnTo>
                    <a:pt x="16475" y="4911"/>
                  </a:lnTo>
                  <a:lnTo>
                    <a:pt x="16604" y="5520"/>
                  </a:lnTo>
                  <a:lnTo>
                    <a:pt x="16629" y="6302"/>
                  </a:lnTo>
                  <a:lnTo>
                    <a:pt x="16604" y="6693"/>
                  </a:lnTo>
                  <a:lnTo>
                    <a:pt x="16552" y="7171"/>
                  </a:lnTo>
                  <a:lnTo>
                    <a:pt x="16475" y="7606"/>
                  </a:lnTo>
                  <a:lnTo>
                    <a:pt x="16347" y="7997"/>
                  </a:lnTo>
                  <a:lnTo>
                    <a:pt x="16245" y="8344"/>
                  </a:lnTo>
                  <a:lnTo>
                    <a:pt x="15835" y="9040"/>
                  </a:lnTo>
                  <a:lnTo>
                    <a:pt x="15630" y="9344"/>
                  </a:lnTo>
                  <a:lnTo>
                    <a:pt x="15092" y="9866"/>
                  </a:lnTo>
                  <a:lnTo>
                    <a:pt x="14528" y="10300"/>
                  </a:lnTo>
                  <a:lnTo>
                    <a:pt x="13888" y="10648"/>
                  </a:lnTo>
                  <a:lnTo>
                    <a:pt x="13196" y="10996"/>
                  </a:lnTo>
                  <a:lnTo>
                    <a:pt x="14272" y="13386"/>
                  </a:lnTo>
                  <a:lnTo>
                    <a:pt x="15451" y="16080"/>
                  </a:lnTo>
                  <a:lnTo>
                    <a:pt x="16604" y="18905"/>
                  </a:lnTo>
                  <a:lnTo>
                    <a:pt x="17654" y="21600"/>
                  </a:lnTo>
                  <a:lnTo>
                    <a:pt x="21600" y="21600"/>
                  </a:lnTo>
                  <a:lnTo>
                    <a:pt x="19166" y="16298"/>
                  </a:lnTo>
                  <a:lnTo>
                    <a:pt x="18115" y="13821"/>
                  </a:lnTo>
                  <a:lnTo>
                    <a:pt x="17167" y="11517"/>
                  </a:lnTo>
                  <a:close/>
                </a:path>
              </a:pathLst>
            </a:custGeom>
            <a:solidFill>
              <a:srgbClr val="005BAC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sp>
        <p:nvSpPr>
          <p:cNvPr id="470" name="タイトルテキスト"/>
          <p:cNvSpPr txBox="1">
            <a:spLocks noGrp="1"/>
          </p:cNvSpPr>
          <p:nvPr>
            <p:ph type="title"/>
          </p:nvPr>
        </p:nvSpPr>
        <p:spPr>
          <a:xfrm>
            <a:off x="201000" y="259199"/>
            <a:ext cx="9504000" cy="380481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t>タイトルテキスト</a:t>
            </a:r>
          </a:p>
        </p:txBody>
      </p:sp>
      <p:sp>
        <p:nvSpPr>
          <p:cNvPr id="471" name="テキスト ボックス 24"/>
          <p:cNvSpPr txBox="1"/>
          <p:nvPr/>
        </p:nvSpPr>
        <p:spPr>
          <a:xfrm>
            <a:off x="290025" y="1131884"/>
            <a:ext cx="419101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1600" b="1">
                <a:solidFill>
                  <a:schemeClr val="accent1"/>
                </a:solidFill>
              </a:defRPr>
            </a:lvl1pPr>
          </a:lstStyle>
          <a:p>
            <a:r>
              <a:t>経歴</a:t>
            </a:r>
          </a:p>
        </p:txBody>
      </p:sp>
      <p:sp>
        <p:nvSpPr>
          <p:cNvPr id="472" name="テキスト ボックス 25"/>
          <p:cNvSpPr txBox="1"/>
          <p:nvPr/>
        </p:nvSpPr>
        <p:spPr>
          <a:xfrm>
            <a:off x="4610999" y="1131884"/>
            <a:ext cx="1632205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1600" b="1">
                <a:solidFill>
                  <a:schemeClr val="accent1"/>
                </a:solidFill>
              </a:defRPr>
            </a:lvl1pPr>
          </a:lstStyle>
          <a:p>
            <a:r>
              <a:t>主要プロジェクト</a:t>
            </a:r>
          </a:p>
        </p:txBody>
      </p:sp>
      <p:sp>
        <p:nvSpPr>
          <p:cNvPr id="473" name="直線コネクタ 26"/>
          <p:cNvSpPr/>
          <p:nvPr/>
        </p:nvSpPr>
        <p:spPr>
          <a:xfrm flipH="1">
            <a:off x="4376935" y="1125186"/>
            <a:ext cx="1" cy="5328001"/>
          </a:xfrm>
          <a:prstGeom prst="line">
            <a:avLst/>
          </a:prstGeom>
          <a:ln w="3175">
            <a:solidFill>
              <a:schemeClr val="accent1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474" name="テキスト ボックス 27"/>
          <p:cNvSpPr txBox="1"/>
          <p:nvPr/>
        </p:nvSpPr>
        <p:spPr>
          <a:xfrm>
            <a:off x="290471" y="3594301"/>
            <a:ext cx="419101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1600" b="1">
                <a:solidFill>
                  <a:schemeClr val="accent1"/>
                </a:solidFill>
              </a:defRPr>
            </a:lvl1pPr>
          </a:lstStyle>
          <a:p>
            <a:r>
              <a:t>専門</a:t>
            </a:r>
          </a:p>
        </p:txBody>
      </p:sp>
      <p:sp>
        <p:nvSpPr>
          <p:cNvPr id="475" name="直線コネクタ 28"/>
          <p:cNvSpPr/>
          <p:nvPr/>
        </p:nvSpPr>
        <p:spPr>
          <a:xfrm>
            <a:off x="272479" y="3429000"/>
            <a:ext cx="3887548" cy="0"/>
          </a:xfrm>
          <a:prstGeom prst="line">
            <a:avLst/>
          </a:prstGeom>
          <a:ln w="3175">
            <a:solidFill>
              <a:schemeClr val="accent1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476" name="本文レベル1…"/>
          <p:cNvSpPr txBox="1">
            <a:spLocks noGrp="1"/>
          </p:cNvSpPr>
          <p:nvPr>
            <p:ph type="body" sz="quarter" idx="1"/>
          </p:nvPr>
        </p:nvSpPr>
        <p:spPr>
          <a:xfrm>
            <a:off x="200026" y="1412775"/>
            <a:ext cx="3960001" cy="1872209"/>
          </a:xfrm>
          <a:prstGeom prst="rect">
            <a:avLst/>
          </a:prstGeom>
        </p:spPr>
        <p:txBody>
          <a:bodyPr>
            <a:normAutofit/>
          </a:bodyPr>
          <a:lstStyle>
            <a:lvl1pPr marL="187200" indent="-187200">
              <a:tabLst>
                <a:tab pos="1066800" algn="l"/>
              </a:tabLst>
              <a:defRPr sz="1200"/>
            </a:lvl1pPr>
            <a:lvl2pPr marL="416454" indent="-237066">
              <a:tabLst>
                <a:tab pos="1066800" algn="l"/>
              </a:tabLst>
              <a:defRPr sz="1200"/>
            </a:lvl2pPr>
            <a:lvl3pPr marL="547199" indent="-158400">
              <a:tabLst>
                <a:tab pos="1066800" algn="l"/>
              </a:tabLst>
              <a:defRPr sz="1200"/>
            </a:lvl3pPr>
            <a:lvl4pPr marL="1355725" indent="-190500">
              <a:tabLst>
                <a:tab pos="1066800" algn="l"/>
              </a:tabLst>
              <a:defRPr sz="1200"/>
            </a:lvl4pPr>
            <a:lvl5pPr marL="1674813" indent="-184150">
              <a:tabLst>
                <a:tab pos="1066800" algn="l"/>
              </a:tabLst>
              <a:defRPr sz="1200"/>
            </a:lvl5pPr>
          </a:lstStyle>
          <a:p>
            <a:r>
              <a:t>本文レベル1</a:t>
            </a:r>
          </a:p>
          <a:p>
            <a:pPr lvl="1"/>
            <a:r>
              <a:t>本文レベル2</a:t>
            </a:r>
          </a:p>
          <a:p>
            <a:pPr lvl="2"/>
            <a:r>
              <a:t>本文レベル3</a:t>
            </a:r>
          </a:p>
          <a:p>
            <a:pPr lvl="3"/>
            <a:r>
              <a:t>本文レベル4</a:t>
            </a:r>
          </a:p>
          <a:p>
            <a:pPr lvl="4"/>
            <a:r>
              <a:t>本文レベル5</a:t>
            </a:r>
          </a:p>
        </p:txBody>
      </p:sp>
      <p:sp>
        <p:nvSpPr>
          <p:cNvPr id="477" name="テキスト プレースホルダ 20"/>
          <p:cNvSpPr>
            <a:spLocks noGrp="1"/>
          </p:cNvSpPr>
          <p:nvPr>
            <p:ph type="body" sz="quarter" idx="21"/>
          </p:nvPr>
        </p:nvSpPr>
        <p:spPr>
          <a:xfrm>
            <a:off x="200025" y="3861048"/>
            <a:ext cx="3960002" cy="2592141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187200" indent="-187200">
              <a:defRPr sz="1200"/>
            </a:pPr>
            <a:endParaRPr/>
          </a:p>
        </p:txBody>
      </p:sp>
      <p:sp>
        <p:nvSpPr>
          <p:cNvPr id="478" name="テキスト プレースホルダ 20"/>
          <p:cNvSpPr>
            <a:spLocks noGrp="1"/>
          </p:cNvSpPr>
          <p:nvPr>
            <p:ph type="body" sz="half" idx="22"/>
          </p:nvPr>
        </p:nvSpPr>
        <p:spPr>
          <a:xfrm>
            <a:off x="4521000" y="1412775"/>
            <a:ext cx="5184001" cy="5040413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187200" indent="-187200">
              <a:defRPr sz="1200"/>
            </a:pPr>
            <a:endParaRPr/>
          </a:p>
        </p:txBody>
      </p:sp>
    </p:spTree>
  </p:cSld>
  <p:clrMapOvr>
    <a:masterClrMapping/>
  </p:clrMapOvr>
  <p:transition spd="med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プロフィール（章あり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スライド番号"/>
          <p:cNvSpPr txBox="1">
            <a:spLocks noGrp="1"/>
          </p:cNvSpPr>
          <p:nvPr>
            <p:ph type="sldNum" sz="quarter" idx="2"/>
          </p:nvPr>
        </p:nvSpPr>
        <p:spPr>
          <a:xfrm>
            <a:off x="9723784" y="6620921"/>
            <a:ext cx="182217" cy="177801"/>
          </a:xfrm>
          <a:prstGeom prst="rect">
            <a:avLst/>
          </a:prstGeom>
        </p:spPr>
        <p:txBody>
          <a:bodyPr lIns="0" tIns="0" rIns="0" bIns="0"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486" name="テキスト ボックス 10"/>
          <p:cNvSpPr txBox="1"/>
          <p:nvPr/>
        </p:nvSpPr>
        <p:spPr>
          <a:xfrm>
            <a:off x="5940298" y="6620361"/>
            <a:ext cx="3113892" cy="218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/>
          <a:p>
            <a:pPr algn="r">
              <a:defRPr sz="800">
                <a:solidFill>
                  <a:schemeClr val="accent1"/>
                </a:solidFill>
              </a:defRPr>
            </a:pPr>
            <a:r>
              <a:t>Copyrigh</a:t>
            </a:r>
            <a:r>
              <a:rPr spc="-1000"/>
              <a:t>t</a:t>
            </a:r>
            <a:r>
              <a:rPr>
                <a:solidFill>
                  <a:srgbClr val="001279"/>
                </a:solidFill>
              </a:rPr>
              <a:t>（C）</a:t>
            </a:r>
            <a:r>
              <a:t> Nomura Research Institute, Ltd. All rights reserved.</a:t>
            </a:r>
          </a:p>
        </p:txBody>
      </p:sp>
      <p:grpSp>
        <p:nvGrpSpPr>
          <p:cNvPr id="489" name="グループ化 11"/>
          <p:cNvGrpSpPr/>
          <p:nvPr/>
        </p:nvGrpSpPr>
        <p:grpSpPr>
          <a:xfrm>
            <a:off x="9129156" y="6620361"/>
            <a:ext cx="288340" cy="145026"/>
            <a:chOff x="0" y="0"/>
            <a:chExt cx="288338" cy="145025"/>
          </a:xfrm>
        </p:grpSpPr>
        <p:sp>
          <p:nvSpPr>
            <p:cNvPr id="487" name="Freeform 290"/>
            <p:cNvSpPr/>
            <p:nvPr/>
          </p:nvSpPr>
          <p:spPr>
            <a:xfrm>
              <a:off x="249737" y="584"/>
              <a:ext cx="38602" cy="14385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lnTo>
                    <a:pt x="0" y="0"/>
                  </a:lnTo>
                  <a:lnTo>
                    <a:pt x="818" y="5312"/>
                  </a:lnTo>
                  <a:lnTo>
                    <a:pt x="1145" y="8034"/>
                  </a:lnTo>
                  <a:lnTo>
                    <a:pt x="1309" y="10800"/>
                  </a:lnTo>
                  <a:lnTo>
                    <a:pt x="1145" y="13610"/>
                  </a:lnTo>
                  <a:lnTo>
                    <a:pt x="818" y="16332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0782" y="16332"/>
                  </a:lnTo>
                  <a:lnTo>
                    <a:pt x="20291" y="13610"/>
                  </a:lnTo>
                  <a:lnTo>
                    <a:pt x="20291" y="8034"/>
                  </a:lnTo>
                  <a:lnTo>
                    <a:pt x="20782" y="5312"/>
                  </a:lnTo>
                  <a:lnTo>
                    <a:pt x="21600" y="0"/>
                  </a:lnTo>
                  <a:close/>
                </a:path>
              </a:pathLst>
            </a:custGeom>
            <a:solidFill>
              <a:srgbClr val="005BAC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488" name="Freeform 291"/>
            <p:cNvSpPr/>
            <p:nvPr/>
          </p:nvSpPr>
          <p:spPr>
            <a:xfrm>
              <a:off x="-1" y="0"/>
              <a:ext cx="246230" cy="14502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7167" y="11517"/>
                  </a:moveTo>
                  <a:lnTo>
                    <a:pt x="17859" y="11039"/>
                  </a:lnTo>
                  <a:lnTo>
                    <a:pt x="18423" y="10431"/>
                  </a:lnTo>
                  <a:lnTo>
                    <a:pt x="18961" y="9822"/>
                  </a:lnTo>
                  <a:lnTo>
                    <a:pt x="19396" y="9040"/>
                  </a:lnTo>
                  <a:lnTo>
                    <a:pt x="19730" y="8214"/>
                  </a:lnTo>
                  <a:lnTo>
                    <a:pt x="19986" y="7301"/>
                  </a:lnTo>
                  <a:lnTo>
                    <a:pt x="20088" y="6910"/>
                  </a:lnTo>
                  <a:lnTo>
                    <a:pt x="20140" y="6432"/>
                  </a:lnTo>
                  <a:lnTo>
                    <a:pt x="20191" y="5998"/>
                  </a:lnTo>
                  <a:lnTo>
                    <a:pt x="20191" y="4998"/>
                  </a:lnTo>
                  <a:lnTo>
                    <a:pt x="20140" y="4476"/>
                  </a:lnTo>
                  <a:lnTo>
                    <a:pt x="20088" y="3998"/>
                  </a:lnTo>
                  <a:lnTo>
                    <a:pt x="20011" y="3520"/>
                  </a:lnTo>
                  <a:lnTo>
                    <a:pt x="19883" y="3129"/>
                  </a:lnTo>
                  <a:lnTo>
                    <a:pt x="19730" y="2695"/>
                  </a:lnTo>
                  <a:lnTo>
                    <a:pt x="19601" y="2347"/>
                  </a:lnTo>
                  <a:lnTo>
                    <a:pt x="19396" y="1999"/>
                  </a:lnTo>
                  <a:lnTo>
                    <a:pt x="19012" y="1391"/>
                  </a:lnTo>
                  <a:lnTo>
                    <a:pt x="18551" y="956"/>
                  </a:lnTo>
                  <a:lnTo>
                    <a:pt x="18064" y="608"/>
                  </a:lnTo>
                  <a:lnTo>
                    <a:pt x="17500" y="348"/>
                  </a:lnTo>
                  <a:lnTo>
                    <a:pt x="16937" y="217"/>
                  </a:lnTo>
                  <a:lnTo>
                    <a:pt x="16322" y="87"/>
                  </a:lnTo>
                  <a:lnTo>
                    <a:pt x="15656" y="87"/>
                  </a:lnTo>
                  <a:lnTo>
                    <a:pt x="15015" y="0"/>
                  </a:lnTo>
                  <a:lnTo>
                    <a:pt x="13554" y="87"/>
                  </a:lnTo>
                  <a:lnTo>
                    <a:pt x="12043" y="130"/>
                  </a:lnTo>
                  <a:lnTo>
                    <a:pt x="10582" y="217"/>
                  </a:lnTo>
                  <a:lnTo>
                    <a:pt x="9327" y="217"/>
                  </a:lnTo>
                  <a:lnTo>
                    <a:pt x="9532" y="7258"/>
                  </a:lnTo>
                  <a:lnTo>
                    <a:pt x="9557" y="10561"/>
                  </a:lnTo>
                  <a:lnTo>
                    <a:pt x="9557" y="13603"/>
                  </a:lnTo>
                  <a:lnTo>
                    <a:pt x="7969" y="10518"/>
                  </a:lnTo>
                  <a:lnTo>
                    <a:pt x="6380" y="7171"/>
                  </a:lnTo>
                  <a:lnTo>
                    <a:pt x="4791" y="3738"/>
                  </a:lnTo>
                  <a:lnTo>
                    <a:pt x="3305" y="217"/>
                  </a:lnTo>
                  <a:lnTo>
                    <a:pt x="0" y="217"/>
                  </a:lnTo>
                  <a:lnTo>
                    <a:pt x="179" y="5476"/>
                  </a:lnTo>
                  <a:lnTo>
                    <a:pt x="205" y="8171"/>
                  </a:lnTo>
                  <a:lnTo>
                    <a:pt x="256" y="10909"/>
                  </a:lnTo>
                  <a:lnTo>
                    <a:pt x="205" y="13690"/>
                  </a:lnTo>
                  <a:lnTo>
                    <a:pt x="179" y="16385"/>
                  </a:lnTo>
                  <a:lnTo>
                    <a:pt x="0" y="21600"/>
                  </a:lnTo>
                  <a:lnTo>
                    <a:pt x="2742" y="21600"/>
                  </a:lnTo>
                  <a:lnTo>
                    <a:pt x="2562" y="17732"/>
                  </a:lnTo>
                  <a:lnTo>
                    <a:pt x="2485" y="13864"/>
                  </a:lnTo>
                  <a:lnTo>
                    <a:pt x="2434" y="10344"/>
                  </a:lnTo>
                  <a:lnTo>
                    <a:pt x="2434" y="7171"/>
                  </a:lnTo>
                  <a:lnTo>
                    <a:pt x="4151" y="10518"/>
                  </a:lnTo>
                  <a:lnTo>
                    <a:pt x="5893" y="14081"/>
                  </a:lnTo>
                  <a:lnTo>
                    <a:pt x="7661" y="17819"/>
                  </a:lnTo>
                  <a:lnTo>
                    <a:pt x="8456" y="19731"/>
                  </a:lnTo>
                  <a:lnTo>
                    <a:pt x="9275" y="21600"/>
                  </a:lnTo>
                  <a:lnTo>
                    <a:pt x="12120" y="21600"/>
                  </a:lnTo>
                  <a:lnTo>
                    <a:pt x="11991" y="16385"/>
                  </a:lnTo>
                  <a:lnTo>
                    <a:pt x="11966" y="13690"/>
                  </a:lnTo>
                  <a:lnTo>
                    <a:pt x="11915" y="10909"/>
                  </a:lnTo>
                  <a:lnTo>
                    <a:pt x="11915" y="6910"/>
                  </a:lnTo>
                  <a:lnTo>
                    <a:pt x="11991" y="2955"/>
                  </a:lnTo>
                  <a:lnTo>
                    <a:pt x="12863" y="2912"/>
                  </a:lnTo>
                  <a:lnTo>
                    <a:pt x="13913" y="2912"/>
                  </a:lnTo>
                  <a:lnTo>
                    <a:pt x="14554" y="2955"/>
                  </a:lnTo>
                  <a:lnTo>
                    <a:pt x="15143" y="3129"/>
                  </a:lnTo>
                  <a:lnTo>
                    <a:pt x="15630" y="3477"/>
                  </a:lnTo>
                  <a:lnTo>
                    <a:pt x="15835" y="3651"/>
                  </a:lnTo>
                  <a:lnTo>
                    <a:pt x="16142" y="4085"/>
                  </a:lnTo>
                  <a:lnTo>
                    <a:pt x="16270" y="4346"/>
                  </a:lnTo>
                  <a:lnTo>
                    <a:pt x="16475" y="4911"/>
                  </a:lnTo>
                  <a:lnTo>
                    <a:pt x="16604" y="5520"/>
                  </a:lnTo>
                  <a:lnTo>
                    <a:pt x="16629" y="6302"/>
                  </a:lnTo>
                  <a:lnTo>
                    <a:pt x="16604" y="6693"/>
                  </a:lnTo>
                  <a:lnTo>
                    <a:pt x="16552" y="7171"/>
                  </a:lnTo>
                  <a:lnTo>
                    <a:pt x="16475" y="7606"/>
                  </a:lnTo>
                  <a:lnTo>
                    <a:pt x="16347" y="7997"/>
                  </a:lnTo>
                  <a:lnTo>
                    <a:pt x="16245" y="8344"/>
                  </a:lnTo>
                  <a:lnTo>
                    <a:pt x="15835" y="9040"/>
                  </a:lnTo>
                  <a:lnTo>
                    <a:pt x="15630" y="9344"/>
                  </a:lnTo>
                  <a:lnTo>
                    <a:pt x="15092" y="9866"/>
                  </a:lnTo>
                  <a:lnTo>
                    <a:pt x="14528" y="10300"/>
                  </a:lnTo>
                  <a:lnTo>
                    <a:pt x="13888" y="10648"/>
                  </a:lnTo>
                  <a:lnTo>
                    <a:pt x="13196" y="10996"/>
                  </a:lnTo>
                  <a:lnTo>
                    <a:pt x="14272" y="13386"/>
                  </a:lnTo>
                  <a:lnTo>
                    <a:pt x="15451" y="16080"/>
                  </a:lnTo>
                  <a:lnTo>
                    <a:pt x="16604" y="18905"/>
                  </a:lnTo>
                  <a:lnTo>
                    <a:pt x="17654" y="21600"/>
                  </a:lnTo>
                  <a:lnTo>
                    <a:pt x="21600" y="21600"/>
                  </a:lnTo>
                  <a:lnTo>
                    <a:pt x="19166" y="16298"/>
                  </a:lnTo>
                  <a:lnTo>
                    <a:pt x="18115" y="13821"/>
                  </a:lnTo>
                  <a:lnTo>
                    <a:pt x="17167" y="11517"/>
                  </a:lnTo>
                  <a:close/>
                </a:path>
              </a:pathLst>
            </a:custGeom>
            <a:solidFill>
              <a:srgbClr val="005BAC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sp>
        <p:nvSpPr>
          <p:cNvPr id="490" name="タイトルテキスト"/>
          <p:cNvSpPr txBox="1">
            <a:spLocks noGrp="1"/>
          </p:cNvSpPr>
          <p:nvPr>
            <p:ph type="title"/>
          </p:nvPr>
        </p:nvSpPr>
        <p:spPr>
          <a:xfrm>
            <a:off x="201000" y="259199"/>
            <a:ext cx="9504000" cy="671294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t>タイトルテキスト</a:t>
            </a:r>
          </a:p>
        </p:txBody>
      </p:sp>
      <p:sp>
        <p:nvSpPr>
          <p:cNvPr id="491" name="本文レベル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201000" y="259199"/>
            <a:ext cx="9504000" cy="288926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marL="0" indent="0">
              <a:spcBef>
                <a:spcPts val="0"/>
              </a:spcBef>
              <a:buClrTx/>
              <a:buSzTx/>
              <a:buNone/>
              <a:defRPr sz="1400" b="1">
                <a:solidFill>
                  <a:schemeClr val="accent1"/>
                </a:solidFill>
              </a:defRPr>
            </a:lvl1pPr>
            <a:lvl2pPr marL="0" indent="0">
              <a:spcBef>
                <a:spcPts val="0"/>
              </a:spcBef>
              <a:buClrTx/>
              <a:buSzTx/>
              <a:buNone/>
              <a:defRPr sz="1400" b="1">
                <a:solidFill>
                  <a:schemeClr val="accent1"/>
                </a:solidFill>
              </a:defRPr>
            </a:lvl2pPr>
            <a:lvl3pPr marL="0" indent="0">
              <a:spcBef>
                <a:spcPts val="0"/>
              </a:spcBef>
              <a:buClrTx/>
              <a:buSzTx/>
              <a:buNone/>
              <a:defRPr sz="1400" b="1">
                <a:solidFill>
                  <a:schemeClr val="accent1"/>
                </a:solidFill>
              </a:defRPr>
            </a:lvl3pPr>
            <a:lvl4pPr marL="0" indent="0">
              <a:spcBef>
                <a:spcPts val="0"/>
              </a:spcBef>
              <a:buClrTx/>
              <a:buSzTx/>
              <a:buNone/>
              <a:defRPr sz="1400" b="1">
                <a:solidFill>
                  <a:schemeClr val="accent1"/>
                </a:solidFill>
              </a:defRPr>
            </a:lvl4pPr>
            <a:lvl5pPr marL="0" indent="0">
              <a:spcBef>
                <a:spcPts val="0"/>
              </a:spcBef>
              <a:buClrTx/>
              <a:buSzTx/>
              <a:buNone/>
              <a:defRPr sz="1400" b="1">
                <a:solidFill>
                  <a:schemeClr val="accent1"/>
                </a:solidFill>
              </a:defRPr>
            </a:lvl5pPr>
          </a:lstStyle>
          <a:p>
            <a:r>
              <a:t>章タイトル/スライドタイトルを入力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92" name="テキスト ボックス 22"/>
          <p:cNvSpPr txBox="1"/>
          <p:nvPr/>
        </p:nvSpPr>
        <p:spPr>
          <a:xfrm>
            <a:off x="290025" y="1132716"/>
            <a:ext cx="419101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1600" b="1">
                <a:solidFill>
                  <a:schemeClr val="accent1"/>
                </a:solidFill>
              </a:defRPr>
            </a:lvl1pPr>
          </a:lstStyle>
          <a:p>
            <a:r>
              <a:t>経歴</a:t>
            </a:r>
          </a:p>
        </p:txBody>
      </p:sp>
      <p:sp>
        <p:nvSpPr>
          <p:cNvPr id="493" name="テキスト ボックス 23"/>
          <p:cNvSpPr txBox="1"/>
          <p:nvPr/>
        </p:nvSpPr>
        <p:spPr>
          <a:xfrm>
            <a:off x="4610999" y="1131884"/>
            <a:ext cx="1632205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1600" b="1">
                <a:solidFill>
                  <a:schemeClr val="accent1"/>
                </a:solidFill>
              </a:defRPr>
            </a:lvl1pPr>
          </a:lstStyle>
          <a:p>
            <a:r>
              <a:t>主要プロジェクト</a:t>
            </a:r>
          </a:p>
        </p:txBody>
      </p:sp>
      <p:sp>
        <p:nvSpPr>
          <p:cNvPr id="494" name="直線コネクタ 24"/>
          <p:cNvSpPr/>
          <p:nvPr/>
        </p:nvSpPr>
        <p:spPr>
          <a:xfrm flipH="1">
            <a:off x="4376935" y="1125186"/>
            <a:ext cx="1" cy="5328001"/>
          </a:xfrm>
          <a:prstGeom prst="line">
            <a:avLst/>
          </a:prstGeom>
          <a:ln w="3175">
            <a:solidFill>
              <a:schemeClr val="accent1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495" name="テキスト ボックス 25"/>
          <p:cNvSpPr txBox="1"/>
          <p:nvPr/>
        </p:nvSpPr>
        <p:spPr>
          <a:xfrm>
            <a:off x="290471" y="3594301"/>
            <a:ext cx="419101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1600" b="1">
                <a:solidFill>
                  <a:schemeClr val="accent1"/>
                </a:solidFill>
              </a:defRPr>
            </a:lvl1pPr>
          </a:lstStyle>
          <a:p>
            <a:r>
              <a:t>専門</a:t>
            </a:r>
          </a:p>
        </p:txBody>
      </p:sp>
      <p:sp>
        <p:nvSpPr>
          <p:cNvPr id="496" name="直線コネクタ 26"/>
          <p:cNvSpPr/>
          <p:nvPr/>
        </p:nvSpPr>
        <p:spPr>
          <a:xfrm>
            <a:off x="272479" y="3429000"/>
            <a:ext cx="3887548" cy="0"/>
          </a:xfrm>
          <a:prstGeom prst="line">
            <a:avLst/>
          </a:prstGeom>
          <a:ln w="3175">
            <a:solidFill>
              <a:schemeClr val="accent1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497" name="テキスト プレースホルダ 20"/>
          <p:cNvSpPr>
            <a:spLocks noGrp="1"/>
          </p:cNvSpPr>
          <p:nvPr>
            <p:ph type="body" sz="quarter" idx="21"/>
          </p:nvPr>
        </p:nvSpPr>
        <p:spPr>
          <a:xfrm>
            <a:off x="200025" y="1412775"/>
            <a:ext cx="3960002" cy="1872209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187200" indent="-187200">
              <a:tabLst>
                <a:tab pos="1066800" algn="l"/>
              </a:tabLst>
              <a:defRPr sz="1200"/>
            </a:pPr>
            <a:endParaRPr/>
          </a:p>
        </p:txBody>
      </p:sp>
      <p:sp>
        <p:nvSpPr>
          <p:cNvPr id="498" name="テキスト プレースホルダ 20"/>
          <p:cNvSpPr>
            <a:spLocks noGrp="1"/>
          </p:cNvSpPr>
          <p:nvPr>
            <p:ph type="body" sz="quarter" idx="22"/>
          </p:nvPr>
        </p:nvSpPr>
        <p:spPr>
          <a:xfrm>
            <a:off x="200025" y="3861048"/>
            <a:ext cx="3960002" cy="2592141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187200" indent="-187200">
              <a:defRPr sz="1200"/>
            </a:pPr>
            <a:endParaRPr/>
          </a:p>
        </p:txBody>
      </p:sp>
      <p:sp>
        <p:nvSpPr>
          <p:cNvPr id="499" name="テキスト プレースホルダ 20"/>
          <p:cNvSpPr>
            <a:spLocks noGrp="1"/>
          </p:cNvSpPr>
          <p:nvPr>
            <p:ph type="body" sz="half" idx="23"/>
          </p:nvPr>
        </p:nvSpPr>
        <p:spPr>
          <a:xfrm>
            <a:off x="4521000" y="1412775"/>
            <a:ext cx="5184001" cy="5040413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187200" indent="-187200">
              <a:defRPr sz="1200"/>
            </a:pPr>
            <a:endParaRPr/>
          </a:p>
        </p:txBody>
      </p:sp>
    </p:spTree>
  </p:cSld>
  <p:clrMapOvr>
    <a:masterClrMapping/>
  </p:clrMapOvr>
  <p:transition spd="med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プロフィール 移動可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スライド番号"/>
          <p:cNvSpPr txBox="1">
            <a:spLocks noGrp="1"/>
          </p:cNvSpPr>
          <p:nvPr>
            <p:ph type="sldNum" sz="quarter" idx="2"/>
          </p:nvPr>
        </p:nvSpPr>
        <p:spPr>
          <a:xfrm>
            <a:off x="9723784" y="6620921"/>
            <a:ext cx="182217" cy="177801"/>
          </a:xfrm>
          <a:prstGeom prst="rect">
            <a:avLst/>
          </a:prstGeom>
        </p:spPr>
        <p:txBody>
          <a:bodyPr lIns="0" tIns="0" rIns="0" bIns="0"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507" name="テキスト ボックス 10"/>
          <p:cNvSpPr txBox="1"/>
          <p:nvPr/>
        </p:nvSpPr>
        <p:spPr>
          <a:xfrm>
            <a:off x="5940298" y="6620361"/>
            <a:ext cx="3113892" cy="218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/>
          <a:p>
            <a:pPr algn="r">
              <a:defRPr sz="800">
                <a:solidFill>
                  <a:schemeClr val="accent1"/>
                </a:solidFill>
              </a:defRPr>
            </a:pPr>
            <a:r>
              <a:t>Copyrigh</a:t>
            </a:r>
            <a:r>
              <a:rPr spc="-1000"/>
              <a:t>t</a:t>
            </a:r>
            <a:r>
              <a:rPr>
                <a:solidFill>
                  <a:srgbClr val="001279"/>
                </a:solidFill>
              </a:rPr>
              <a:t>（C）</a:t>
            </a:r>
            <a:r>
              <a:t> Nomura Research Institute, Ltd. All rights reserved.</a:t>
            </a:r>
          </a:p>
        </p:txBody>
      </p:sp>
      <p:grpSp>
        <p:nvGrpSpPr>
          <p:cNvPr id="510" name="グループ化 11"/>
          <p:cNvGrpSpPr/>
          <p:nvPr/>
        </p:nvGrpSpPr>
        <p:grpSpPr>
          <a:xfrm>
            <a:off x="9129156" y="6620361"/>
            <a:ext cx="288340" cy="145026"/>
            <a:chOff x="0" y="0"/>
            <a:chExt cx="288338" cy="145025"/>
          </a:xfrm>
        </p:grpSpPr>
        <p:sp>
          <p:nvSpPr>
            <p:cNvPr id="508" name="Freeform 290"/>
            <p:cNvSpPr/>
            <p:nvPr/>
          </p:nvSpPr>
          <p:spPr>
            <a:xfrm>
              <a:off x="249737" y="584"/>
              <a:ext cx="38602" cy="14385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lnTo>
                    <a:pt x="0" y="0"/>
                  </a:lnTo>
                  <a:lnTo>
                    <a:pt x="818" y="5312"/>
                  </a:lnTo>
                  <a:lnTo>
                    <a:pt x="1145" y="8034"/>
                  </a:lnTo>
                  <a:lnTo>
                    <a:pt x="1309" y="10800"/>
                  </a:lnTo>
                  <a:lnTo>
                    <a:pt x="1145" y="13610"/>
                  </a:lnTo>
                  <a:lnTo>
                    <a:pt x="818" y="16332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0782" y="16332"/>
                  </a:lnTo>
                  <a:lnTo>
                    <a:pt x="20291" y="13610"/>
                  </a:lnTo>
                  <a:lnTo>
                    <a:pt x="20291" y="8034"/>
                  </a:lnTo>
                  <a:lnTo>
                    <a:pt x="20782" y="5312"/>
                  </a:lnTo>
                  <a:lnTo>
                    <a:pt x="21600" y="0"/>
                  </a:lnTo>
                  <a:close/>
                </a:path>
              </a:pathLst>
            </a:custGeom>
            <a:solidFill>
              <a:srgbClr val="005BAC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509" name="Freeform 291"/>
            <p:cNvSpPr/>
            <p:nvPr/>
          </p:nvSpPr>
          <p:spPr>
            <a:xfrm>
              <a:off x="-1" y="0"/>
              <a:ext cx="246230" cy="14502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7167" y="11517"/>
                  </a:moveTo>
                  <a:lnTo>
                    <a:pt x="17859" y="11039"/>
                  </a:lnTo>
                  <a:lnTo>
                    <a:pt x="18423" y="10431"/>
                  </a:lnTo>
                  <a:lnTo>
                    <a:pt x="18961" y="9822"/>
                  </a:lnTo>
                  <a:lnTo>
                    <a:pt x="19396" y="9040"/>
                  </a:lnTo>
                  <a:lnTo>
                    <a:pt x="19730" y="8214"/>
                  </a:lnTo>
                  <a:lnTo>
                    <a:pt x="19986" y="7301"/>
                  </a:lnTo>
                  <a:lnTo>
                    <a:pt x="20088" y="6910"/>
                  </a:lnTo>
                  <a:lnTo>
                    <a:pt x="20140" y="6432"/>
                  </a:lnTo>
                  <a:lnTo>
                    <a:pt x="20191" y="5998"/>
                  </a:lnTo>
                  <a:lnTo>
                    <a:pt x="20191" y="4998"/>
                  </a:lnTo>
                  <a:lnTo>
                    <a:pt x="20140" y="4476"/>
                  </a:lnTo>
                  <a:lnTo>
                    <a:pt x="20088" y="3998"/>
                  </a:lnTo>
                  <a:lnTo>
                    <a:pt x="20011" y="3520"/>
                  </a:lnTo>
                  <a:lnTo>
                    <a:pt x="19883" y="3129"/>
                  </a:lnTo>
                  <a:lnTo>
                    <a:pt x="19730" y="2695"/>
                  </a:lnTo>
                  <a:lnTo>
                    <a:pt x="19601" y="2347"/>
                  </a:lnTo>
                  <a:lnTo>
                    <a:pt x="19396" y="1999"/>
                  </a:lnTo>
                  <a:lnTo>
                    <a:pt x="19012" y="1391"/>
                  </a:lnTo>
                  <a:lnTo>
                    <a:pt x="18551" y="956"/>
                  </a:lnTo>
                  <a:lnTo>
                    <a:pt x="18064" y="608"/>
                  </a:lnTo>
                  <a:lnTo>
                    <a:pt x="17500" y="348"/>
                  </a:lnTo>
                  <a:lnTo>
                    <a:pt x="16937" y="217"/>
                  </a:lnTo>
                  <a:lnTo>
                    <a:pt x="16322" y="87"/>
                  </a:lnTo>
                  <a:lnTo>
                    <a:pt x="15656" y="87"/>
                  </a:lnTo>
                  <a:lnTo>
                    <a:pt x="15015" y="0"/>
                  </a:lnTo>
                  <a:lnTo>
                    <a:pt x="13554" y="87"/>
                  </a:lnTo>
                  <a:lnTo>
                    <a:pt x="12043" y="130"/>
                  </a:lnTo>
                  <a:lnTo>
                    <a:pt x="10582" y="217"/>
                  </a:lnTo>
                  <a:lnTo>
                    <a:pt x="9327" y="217"/>
                  </a:lnTo>
                  <a:lnTo>
                    <a:pt x="9532" y="7258"/>
                  </a:lnTo>
                  <a:lnTo>
                    <a:pt x="9557" y="10561"/>
                  </a:lnTo>
                  <a:lnTo>
                    <a:pt x="9557" y="13603"/>
                  </a:lnTo>
                  <a:lnTo>
                    <a:pt x="7969" y="10518"/>
                  </a:lnTo>
                  <a:lnTo>
                    <a:pt x="6380" y="7171"/>
                  </a:lnTo>
                  <a:lnTo>
                    <a:pt x="4791" y="3738"/>
                  </a:lnTo>
                  <a:lnTo>
                    <a:pt x="3305" y="217"/>
                  </a:lnTo>
                  <a:lnTo>
                    <a:pt x="0" y="217"/>
                  </a:lnTo>
                  <a:lnTo>
                    <a:pt x="179" y="5476"/>
                  </a:lnTo>
                  <a:lnTo>
                    <a:pt x="205" y="8171"/>
                  </a:lnTo>
                  <a:lnTo>
                    <a:pt x="256" y="10909"/>
                  </a:lnTo>
                  <a:lnTo>
                    <a:pt x="205" y="13690"/>
                  </a:lnTo>
                  <a:lnTo>
                    <a:pt x="179" y="16385"/>
                  </a:lnTo>
                  <a:lnTo>
                    <a:pt x="0" y="21600"/>
                  </a:lnTo>
                  <a:lnTo>
                    <a:pt x="2742" y="21600"/>
                  </a:lnTo>
                  <a:lnTo>
                    <a:pt x="2562" y="17732"/>
                  </a:lnTo>
                  <a:lnTo>
                    <a:pt x="2485" y="13864"/>
                  </a:lnTo>
                  <a:lnTo>
                    <a:pt x="2434" y="10344"/>
                  </a:lnTo>
                  <a:lnTo>
                    <a:pt x="2434" y="7171"/>
                  </a:lnTo>
                  <a:lnTo>
                    <a:pt x="4151" y="10518"/>
                  </a:lnTo>
                  <a:lnTo>
                    <a:pt x="5893" y="14081"/>
                  </a:lnTo>
                  <a:lnTo>
                    <a:pt x="7661" y="17819"/>
                  </a:lnTo>
                  <a:lnTo>
                    <a:pt x="8456" y="19731"/>
                  </a:lnTo>
                  <a:lnTo>
                    <a:pt x="9275" y="21600"/>
                  </a:lnTo>
                  <a:lnTo>
                    <a:pt x="12120" y="21600"/>
                  </a:lnTo>
                  <a:lnTo>
                    <a:pt x="11991" y="16385"/>
                  </a:lnTo>
                  <a:lnTo>
                    <a:pt x="11966" y="13690"/>
                  </a:lnTo>
                  <a:lnTo>
                    <a:pt x="11915" y="10909"/>
                  </a:lnTo>
                  <a:lnTo>
                    <a:pt x="11915" y="6910"/>
                  </a:lnTo>
                  <a:lnTo>
                    <a:pt x="11991" y="2955"/>
                  </a:lnTo>
                  <a:lnTo>
                    <a:pt x="12863" y="2912"/>
                  </a:lnTo>
                  <a:lnTo>
                    <a:pt x="13913" y="2912"/>
                  </a:lnTo>
                  <a:lnTo>
                    <a:pt x="14554" y="2955"/>
                  </a:lnTo>
                  <a:lnTo>
                    <a:pt x="15143" y="3129"/>
                  </a:lnTo>
                  <a:lnTo>
                    <a:pt x="15630" y="3477"/>
                  </a:lnTo>
                  <a:lnTo>
                    <a:pt x="15835" y="3651"/>
                  </a:lnTo>
                  <a:lnTo>
                    <a:pt x="16142" y="4085"/>
                  </a:lnTo>
                  <a:lnTo>
                    <a:pt x="16270" y="4346"/>
                  </a:lnTo>
                  <a:lnTo>
                    <a:pt x="16475" y="4911"/>
                  </a:lnTo>
                  <a:lnTo>
                    <a:pt x="16604" y="5520"/>
                  </a:lnTo>
                  <a:lnTo>
                    <a:pt x="16629" y="6302"/>
                  </a:lnTo>
                  <a:lnTo>
                    <a:pt x="16604" y="6693"/>
                  </a:lnTo>
                  <a:lnTo>
                    <a:pt x="16552" y="7171"/>
                  </a:lnTo>
                  <a:lnTo>
                    <a:pt x="16475" y="7606"/>
                  </a:lnTo>
                  <a:lnTo>
                    <a:pt x="16347" y="7997"/>
                  </a:lnTo>
                  <a:lnTo>
                    <a:pt x="16245" y="8344"/>
                  </a:lnTo>
                  <a:lnTo>
                    <a:pt x="15835" y="9040"/>
                  </a:lnTo>
                  <a:lnTo>
                    <a:pt x="15630" y="9344"/>
                  </a:lnTo>
                  <a:lnTo>
                    <a:pt x="15092" y="9866"/>
                  </a:lnTo>
                  <a:lnTo>
                    <a:pt x="14528" y="10300"/>
                  </a:lnTo>
                  <a:lnTo>
                    <a:pt x="13888" y="10648"/>
                  </a:lnTo>
                  <a:lnTo>
                    <a:pt x="13196" y="10996"/>
                  </a:lnTo>
                  <a:lnTo>
                    <a:pt x="14272" y="13386"/>
                  </a:lnTo>
                  <a:lnTo>
                    <a:pt x="15451" y="16080"/>
                  </a:lnTo>
                  <a:lnTo>
                    <a:pt x="16604" y="18905"/>
                  </a:lnTo>
                  <a:lnTo>
                    <a:pt x="17654" y="21600"/>
                  </a:lnTo>
                  <a:lnTo>
                    <a:pt x="21600" y="21600"/>
                  </a:lnTo>
                  <a:lnTo>
                    <a:pt x="19166" y="16298"/>
                  </a:lnTo>
                  <a:lnTo>
                    <a:pt x="18115" y="13821"/>
                  </a:lnTo>
                  <a:lnTo>
                    <a:pt x="17167" y="11517"/>
                  </a:lnTo>
                  <a:close/>
                </a:path>
              </a:pathLst>
            </a:custGeom>
            <a:solidFill>
              <a:srgbClr val="005BAC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sp>
        <p:nvSpPr>
          <p:cNvPr id="511" name="タイトルテキスト"/>
          <p:cNvSpPr txBox="1">
            <a:spLocks noGrp="1"/>
          </p:cNvSpPr>
          <p:nvPr>
            <p:ph type="title"/>
          </p:nvPr>
        </p:nvSpPr>
        <p:spPr>
          <a:xfrm>
            <a:off x="201000" y="259199"/>
            <a:ext cx="9504000" cy="380481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t>タイトルテキスト</a:t>
            </a:r>
          </a:p>
        </p:txBody>
      </p:sp>
      <p:sp>
        <p:nvSpPr>
          <p:cNvPr id="512" name="本文レベル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201614" y="1130399"/>
            <a:ext cx="3960001" cy="2159448"/>
          </a:xfrm>
          <a:prstGeom prst="rect">
            <a:avLst/>
          </a:prstGeom>
          <a:ln w="3175">
            <a:solidFill>
              <a:schemeClr val="accent1"/>
            </a:solidFill>
            <a:round/>
          </a:ln>
        </p:spPr>
        <p:txBody>
          <a:bodyPr lIns="0" tIns="0" rIns="0" bIns="0">
            <a:normAutofit/>
          </a:bodyPr>
          <a:lstStyle>
            <a:lvl1pPr marL="187200" indent="-187200">
              <a:tabLst>
                <a:tab pos="1066800" algn="l"/>
              </a:tabLst>
              <a:defRPr sz="1200"/>
            </a:lvl1pPr>
            <a:lvl2pPr marL="415987" indent="-235199">
              <a:tabLst>
                <a:tab pos="1066800" algn="l"/>
              </a:tabLst>
              <a:defRPr sz="1200"/>
            </a:lvl2pPr>
            <a:lvl3pPr marL="547199" indent="-158400">
              <a:tabLst>
                <a:tab pos="1066800" algn="l"/>
              </a:tabLst>
              <a:defRPr sz="1200"/>
            </a:lvl3pPr>
            <a:lvl4pPr marL="0" indent="0">
              <a:buSzTx/>
              <a:buFont typeface="Wingdings"/>
              <a:buNone/>
              <a:tabLst>
                <a:tab pos="1066800" algn="l"/>
              </a:tabLst>
              <a:defRPr sz="1200"/>
            </a:lvl4pPr>
            <a:lvl5pPr marL="1674813" indent="-184150">
              <a:tabLst>
                <a:tab pos="1066800" algn="l"/>
              </a:tabLst>
              <a:defRPr sz="1200"/>
            </a:lvl5pPr>
          </a:lstStyle>
          <a:p>
            <a:r>
              <a:t>経歴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513" name="テキスト プレースホルダ 20"/>
          <p:cNvSpPr>
            <a:spLocks noGrp="1"/>
          </p:cNvSpPr>
          <p:nvPr>
            <p:ph type="body" sz="quarter" idx="21" hasCustomPrompt="1"/>
          </p:nvPr>
        </p:nvSpPr>
        <p:spPr>
          <a:xfrm>
            <a:off x="201613" y="3592800"/>
            <a:ext cx="3960002" cy="2860389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0" lvl="3" indent="0">
              <a:spcBef>
                <a:spcPts val="200"/>
              </a:spcBef>
              <a:buClrTx/>
              <a:buSzTx/>
              <a:buNone/>
              <a:defRPr b="1">
                <a:solidFill>
                  <a:schemeClr val="accent1"/>
                </a:solidFill>
              </a:defRPr>
            </a:pPr>
            <a:r>
              <a:t>専門
マスター テキストの書式設定
第 2 レベル
第 3 レベル</a:t>
            </a:r>
          </a:p>
        </p:txBody>
      </p:sp>
      <p:sp>
        <p:nvSpPr>
          <p:cNvPr id="514" name="テキスト プレースホルダ 20"/>
          <p:cNvSpPr>
            <a:spLocks noGrp="1"/>
          </p:cNvSpPr>
          <p:nvPr>
            <p:ph type="body" idx="22" hasCustomPrompt="1"/>
          </p:nvPr>
        </p:nvSpPr>
        <p:spPr>
          <a:xfrm>
            <a:off x="4521975" y="1130400"/>
            <a:ext cx="5184001" cy="5322788"/>
          </a:xfrm>
          <a:prstGeom prst="rect">
            <a:avLst/>
          </a:prstGeom>
          <a:ln w="3175">
            <a:solidFill>
              <a:schemeClr val="accent1"/>
            </a:solidFill>
            <a:round/>
          </a:ln>
        </p:spPr>
        <p:txBody>
          <a:bodyPr lIns="0" tIns="0" rIns="0" bIns="0">
            <a:normAutofit/>
          </a:bodyPr>
          <a:lstStyle/>
          <a:p>
            <a:pPr marL="0" lvl="3" indent="0">
              <a:spcBef>
                <a:spcPts val="200"/>
              </a:spcBef>
              <a:buClrTx/>
              <a:buSzTx/>
              <a:buNone/>
              <a:defRPr b="1">
                <a:solidFill>
                  <a:schemeClr val="accent1"/>
                </a:solidFill>
              </a:defRPr>
            </a:pPr>
            <a:r>
              <a:t>主要プロジェクト
マスター テキストの書式設定
第 2 レベル
第 3 レベル</a:t>
            </a:r>
          </a:p>
        </p:txBody>
      </p:sp>
    </p:spTree>
  </p:cSld>
  <p:clrMapOvr>
    <a:masterClrMapping/>
  </p:clrMapOvr>
  <p:transition spd="med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プロフィール（章あり）移動可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スライド番号"/>
          <p:cNvSpPr txBox="1">
            <a:spLocks noGrp="1"/>
          </p:cNvSpPr>
          <p:nvPr>
            <p:ph type="sldNum" sz="quarter" idx="2"/>
          </p:nvPr>
        </p:nvSpPr>
        <p:spPr>
          <a:xfrm>
            <a:off x="9723784" y="6620921"/>
            <a:ext cx="182217" cy="177801"/>
          </a:xfrm>
          <a:prstGeom prst="rect">
            <a:avLst/>
          </a:prstGeom>
        </p:spPr>
        <p:txBody>
          <a:bodyPr lIns="0" tIns="0" rIns="0" bIns="0"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522" name="テキスト ボックス 10"/>
          <p:cNvSpPr txBox="1"/>
          <p:nvPr/>
        </p:nvSpPr>
        <p:spPr>
          <a:xfrm>
            <a:off x="5940298" y="6620361"/>
            <a:ext cx="3113892" cy="218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/>
          <a:p>
            <a:pPr algn="r">
              <a:defRPr sz="800">
                <a:solidFill>
                  <a:schemeClr val="accent1"/>
                </a:solidFill>
              </a:defRPr>
            </a:pPr>
            <a:r>
              <a:t>Copyrigh</a:t>
            </a:r>
            <a:r>
              <a:rPr spc="-1000"/>
              <a:t>t</a:t>
            </a:r>
            <a:r>
              <a:rPr>
                <a:solidFill>
                  <a:srgbClr val="001279"/>
                </a:solidFill>
              </a:rPr>
              <a:t>（C）</a:t>
            </a:r>
            <a:r>
              <a:t> Nomura Research Institute, Ltd. All rights reserved.</a:t>
            </a:r>
          </a:p>
        </p:txBody>
      </p:sp>
      <p:grpSp>
        <p:nvGrpSpPr>
          <p:cNvPr id="525" name="グループ化 11"/>
          <p:cNvGrpSpPr/>
          <p:nvPr/>
        </p:nvGrpSpPr>
        <p:grpSpPr>
          <a:xfrm>
            <a:off x="9129156" y="6620361"/>
            <a:ext cx="288340" cy="145026"/>
            <a:chOff x="0" y="0"/>
            <a:chExt cx="288338" cy="145025"/>
          </a:xfrm>
        </p:grpSpPr>
        <p:sp>
          <p:nvSpPr>
            <p:cNvPr id="523" name="Freeform 290"/>
            <p:cNvSpPr/>
            <p:nvPr/>
          </p:nvSpPr>
          <p:spPr>
            <a:xfrm>
              <a:off x="249737" y="584"/>
              <a:ext cx="38602" cy="14385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lnTo>
                    <a:pt x="0" y="0"/>
                  </a:lnTo>
                  <a:lnTo>
                    <a:pt x="818" y="5312"/>
                  </a:lnTo>
                  <a:lnTo>
                    <a:pt x="1145" y="8034"/>
                  </a:lnTo>
                  <a:lnTo>
                    <a:pt x="1309" y="10800"/>
                  </a:lnTo>
                  <a:lnTo>
                    <a:pt x="1145" y="13610"/>
                  </a:lnTo>
                  <a:lnTo>
                    <a:pt x="818" y="16332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0782" y="16332"/>
                  </a:lnTo>
                  <a:lnTo>
                    <a:pt x="20291" y="13610"/>
                  </a:lnTo>
                  <a:lnTo>
                    <a:pt x="20291" y="8034"/>
                  </a:lnTo>
                  <a:lnTo>
                    <a:pt x="20782" y="5312"/>
                  </a:lnTo>
                  <a:lnTo>
                    <a:pt x="21600" y="0"/>
                  </a:lnTo>
                  <a:close/>
                </a:path>
              </a:pathLst>
            </a:custGeom>
            <a:solidFill>
              <a:srgbClr val="005BAC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524" name="Freeform 291"/>
            <p:cNvSpPr/>
            <p:nvPr/>
          </p:nvSpPr>
          <p:spPr>
            <a:xfrm>
              <a:off x="-1" y="0"/>
              <a:ext cx="246230" cy="14502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7167" y="11517"/>
                  </a:moveTo>
                  <a:lnTo>
                    <a:pt x="17859" y="11039"/>
                  </a:lnTo>
                  <a:lnTo>
                    <a:pt x="18423" y="10431"/>
                  </a:lnTo>
                  <a:lnTo>
                    <a:pt x="18961" y="9822"/>
                  </a:lnTo>
                  <a:lnTo>
                    <a:pt x="19396" y="9040"/>
                  </a:lnTo>
                  <a:lnTo>
                    <a:pt x="19730" y="8214"/>
                  </a:lnTo>
                  <a:lnTo>
                    <a:pt x="19986" y="7301"/>
                  </a:lnTo>
                  <a:lnTo>
                    <a:pt x="20088" y="6910"/>
                  </a:lnTo>
                  <a:lnTo>
                    <a:pt x="20140" y="6432"/>
                  </a:lnTo>
                  <a:lnTo>
                    <a:pt x="20191" y="5998"/>
                  </a:lnTo>
                  <a:lnTo>
                    <a:pt x="20191" y="4998"/>
                  </a:lnTo>
                  <a:lnTo>
                    <a:pt x="20140" y="4476"/>
                  </a:lnTo>
                  <a:lnTo>
                    <a:pt x="20088" y="3998"/>
                  </a:lnTo>
                  <a:lnTo>
                    <a:pt x="20011" y="3520"/>
                  </a:lnTo>
                  <a:lnTo>
                    <a:pt x="19883" y="3129"/>
                  </a:lnTo>
                  <a:lnTo>
                    <a:pt x="19730" y="2695"/>
                  </a:lnTo>
                  <a:lnTo>
                    <a:pt x="19601" y="2347"/>
                  </a:lnTo>
                  <a:lnTo>
                    <a:pt x="19396" y="1999"/>
                  </a:lnTo>
                  <a:lnTo>
                    <a:pt x="19012" y="1391"/>
                  </a:lnTo>
                  <a:lnTo>
                    <a:pt x="18551" y="956"/>
                  </a:lnTo>
                  <a:lnTo>
                    <a:pt x="18064" y="608"/>
                  </a:lnTo>
                  <a:lnTo>
                    <a:pt x="17500" y="348"/>
                  </a:lnTo>
                  <a:lnTo>
                    <a:pt x="16937" y="217"/>
                  </a:lnTo>
                  <a:lnTo>
                    <a:pt x="16322" y="87"/>
                  </a:lnTo>
                  <a:lnTo>
                    <a:pt x="15656" y="87"/>
                  </a:lnTo>
                  <a:lnTo>
                    <a:pt x="15015" y="0"/>
                  </a:lnTo>
                  <a:lnTo>
                    <a:pt x="13554" y="87"/>
                  </a:lnTo>
                  <a:lnTo>
                    <a:pt x="12043" y="130"/>
                  </a:lnTo>
                  <a:lnTo>
                    <a:pt x="10582" y="217"/>
                  </a:lnTo>
                  <a:lnTo>
                    <a:pt x="9327" y="217"/>
                  </a:lnTo>
                  <a:lnTo>
                    <a:pt x="9532" y="7258"/>
                  </a:lnTo>
                  <a:lnTo>
                    <a:pt x="9557" y="10561"/>
                  </a:lnTo>
                  <a:lnTo>
                    <a:pt x="9557" y="13603"/>
                  </a:lnTo>
                  <a:lnTo>
                    <a:pt x="7969" y="10518"/>
                  </a:lnTo>
                  <a:lnTo>
                    <a:pt x="6380" y="7171"/>
                  </a:lnTo>
                  <a:lnTo>
                    <a:pt x="4791" y="3738"/>
                  </a:lnTo>
                  <a:lnTo>
                    <a:pt x="3305" y="217"/>
                  </a:lnTo>
                  <a:lnTo>
                    <a:pt x="0" y="217"/>
                  </a:lnTo>
                  <a:lnTo>
                    <a:pt x="179" y="5476"/>
                  </a:lnTo>
                  <a:lnTo>
                    <a:pt x="205" y="8171"/>
                  </a:lnTo>
                  <a:lnTo>
                    <a:pt x="256" y="10909"/>
                  </a:lnTo>
                  <a:lnTo>
                    <a:pt x="205" y="13690"/>
                  </a:lnTo>
                  <a:lnTo>
                    <a:pt x="179" y="16385"/>
                  </a:lnTo>
                  <a:lnTo>
                    <a:pt x="0" y="21600"/>
                  </a:lnTo>
                  <a:lnTo>
                    <a:pt x="2742" y="21600"/>
                  </a:lnTo>
                  <a:lnTo>
                    <a:pt x="2562" y="17732"/>
                  </a:lnTo>
                  <a:lnTo>
                    <a:pt x="2485" y="13864"/>
                  </a:lnTo>
                  <a:lnTo>
                    <a:pt x="2434" y="10344"/>
                  </a:lnTo>
                  <a:lnTo>
                    <a:pt x="2434" y="7171"/>
                  </a:lnTo>
                  <a:lnTo>
                    <a:pt x="4151" y="10518"/>
                  </a:lnTo>
                  <a:lnTo>
                    <a:pt x="5893" y="14081"/>
                  </a:lnTo>
                  <a:lnTo>
                    <a:pt x="7661" y="17819"/>
                  </a:lnTo>
                  <a:lnTo>
                    <a:pt x="8456" y="19731"/>
                  </a:lnTo>
                  <a:lnTo>
                    <a:pt x="9275" y="21600"/>
                  </a:lnTo>
                  <a:lnTo>
                    <a:pt x="12120" y="21600"/>
                  </a:lnTo>
                  <a:lnTo>
                    <a:pt x="11991" y="16385"/>
                  </a:lnTo>
                  <a:lnTo>
                    <a:pt x="11966" y="13690"/>
                  </a:lnTo>
                  <a:lnTo>
                    <a:pt x="11915" y="10909"/>
                  </a:lnTo>
                  <a:lnTo>
                    <a:pt x="11915" y="6910"/>
                  </a:lnTo>
                  <a:lnTo>
                    <a:pt x="11991" y="2955"/>
                  </a:lnTo>
                  <a:lnTo>
                    <a:pt x="12863" y="2912"/>
                  </a:lnTo>
                  <a:lnTo>
                    <a:pt x="13913" y="2912"/>
                  </a:lnTo>
                  <a:lnTo>
                    <a:pt x="14554" y="2955"/>
                  </a:lnTo>
                  <a:lnTo>
                    <a:pt x="15143" y="3129"/>
                  </a:lnTo>
                  <a:lnTo>
                    <a:pt x="15630" y="3477"/>
                  </a:lnTo>
                  <a:lnTo>
                    <a:pt x="15835" y="3651"/>
                  </a:lnTo>
                  <a:lnTo>
                    <a:pt x="16142" y="4085"/>
                  </a:lnTo>
                  <a:lnTo>
                    <a:pt x="16270" y="4346"/>
                  </a:lnTo>
                  <a:lnTo>
                    <a:pt x="16475" y="4911"/>
                  </a:lnTo>
                  <a:lnTo>
                    <a:pt x="16604" y="5520"/>
                  </a:lnTo>
                  <a:lnTo>
                    <a:pt x="16629" y="6302"/>
                  </a:lnTo>
                  <a:lnTo>
                    <a:pt x="16604" y="6693"/>
                  </a:lnTo>
                  <a:lnTo>
                    <a:pt x="16552" y="7171"/>
                  </a:lnTo>
                  <a:lnTo>
                    <a:pt x="16475" y="7606"/>
                  </a:lnTo>
                  <a:lnTo>
                    <a:pt x="16347" y="7997"/>
                  </a:lnTo>
                  <a:lnTo>
                    <a:pt x="16245" y="8344"/>
                  </a:lnTo>
                  <a:lnTo>
                    <a:pt x="15835" y="9040"/>
                  </a:lnTo>
                  <a:lnTo>
                    <a:pt x="15630" y="9344"/>
                  </a:lnTo>
                  <a:lnTo>
                    <a:pt x="15092" y="9866"/>
                  </a:lnTo>
                  <a:lnTo>
                    <a:pt x="14528" y="10300"/>
                  </a:lnTo>
                  <a:lnTo>
                    <a:pt x="13888" y="10648"/>
                  </a:lnTo>
                  <a:lnTo>
                    <a:pt x="13196" y="10996"/>
                  </a:lnTo>
                  <a:lnTo>
                    <a:pt x="14272" y="13386"/>
                  </a:lnTo>
                  <a:lnTo>
                    <a:pt x="15451" y="16080"/>
                  </a:lnTo>
                  <a:lnTo>
                    <a:pt x="16604" y="18905"/>
                  </a:lnTo>
                  <a:lnTo>
                    <a:pt x="17654" y="21600"/>
                  </a:lnTo>
                  <a:lnTo>
                    <a:pt x="21600" y="21600"/>
                  </a:lnTo>
                  <a:lnTo>
                    <a:pt x="19166" y="16298"/>
                  </a:lnTo>
                  <a:lnTo>
                    <a:pt x="18115" y="13821"/>
                  </a:lnTo>
                  <a:lnTo>
                    <a:pt x="17167" y="11517"/>
                  </a:lnTo>
                  <a:close/>
                </a:path>
              </a:pathLst>
            </a:custGeom>
            <a:solidFill>
              <a:srgbClr val="005BAC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sp>
        <p:nvSpPr>
          <p:cNvPr id="526" name="タイトルテキスト"/>
          <p:cNvSpPr txBox="1">
            <a:spLocks noGrp="1"/>
          </p:cNvSpPr>
          <p:nvPr>
            <p:ph type="title"/>
          </p:nvPr>
        </p:nvSpPr>
        <p:spPr>
          <a:xfrm>
            <a:off x="201000" y="259199"/>
            <a:ext cx="9504000" cy="671294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t>タイトルテキスト</a:t>
            </a:r>
          </a:p>
        </p:txBody>
      </p:sp>
      <p:sp>
        <p:nvSpPr>
          <p:cNvPr id="527" name="本文レベル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201000" y="259199"/>
            <a:ext cx="9504000" cy="288926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marL="0" indent="0">
              <a:spcBef>
                <a:spcPts val="0"/>
              </a:spcBef>
              <a:buClrTx/>
              <a:buSzTx/>
              <a:buNone/>
              <a:defRPr sz="1400" b="1">
                <a:solidFill>
                  <a:schemeClr val="accent1"/>
                </a:solidFill>
              </a:defRPr>
            </a:lvl1pPr>
            <a:lvl2pPr marL="0" indent="0">
              <a:spcBef>
                <a:spcPts val="0"/>
              </a:spcBef>
              <a:buClrTx/>
              <a:buSzTx/>
              <a:buNone/>
              <a:defRPr sz="1400" b="1">
                <a:solidFill>
                  <a:schemeClr val="accent1"/>
                </a:solidFill>
              </a:defRPr>
            </a:lvl2pPr>
            <a:lvl3pPr marL="0" indent="0">
              <a:spcBef>
                <a:spcPts val="0"/>
              </a:spcBef>
              <a:buClrTx/>
              <a:buSzTx/>
              <a:buNone/>
              <a:defRPr sz="1400" b="1">
                <a:solidFill>
                  <a:schemeClr val="accent1"/>
                </a:solidFill>
              </a:defRPr>
            </a:lvl3pPr>
            <a:lvl4pPr marL="0" indent="0">
              <a:spcBef>
                <a:spcPts val="0"/>
              </a:spcBef>
              <a:buClrTx/>
              <a:buSzTx/>
              <a:buNone/>
              <a:defRPr sz="1400" b="1">
                <a:solidFill>
                  <a:schemeClr val="accent1"/>
                </a:solidFill>
              </a:defRPr>
            </a:lvl4pPr>
            <a:lvl5pPr marL="0" indent="0">
              <a:spcBef>
                <a:spcPts val="0"/>
              </a:spcBef>
              <a:buClrTx/>
              <a:buSzTx/>
              <a:buNone/>
              <a:defRPr sz="1400" b="1">
                <a:solidFill>
                  <a:schemeClr val="accent1"/>
                </a:solidFill>
              </a:defRPr>
            </a:lvl5pPr>
          </a:lstStyle>
          <a:p>
            <a:r>
              <a:t>章タイトル/スライドタイトルを入力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528" name="テキスト プレースホルダ 20"/>
          <p:cNvSpPr>
            <a:spLocks noGrp="1"/>
          </p:cNvSpPr>
          <p:nvPr>
            <p:ph type="body" sz="quarter" idx="21" hasCustomPrompt="1"/>
          </p:nvPr>
        </p:nvSpPr>
        <p:spPr>
          <a:xfrm>
            <a:off x="201613" y="1130399"/>
            <a:ext cx="3960002" cy="2159448"/>
          </a:xfrm>
          <a:prstGeom prst="rect">
            <a:avLst/>
          </a:prstGeom>
          <a:ln w="3175">
            <a:solidFill>
              <a:schemeClr val="accent1"/>
            </a:solidFill>
            <a:round/>
          </a:ln>
        </p:spPr>
        <p:txBody>
          <a:bodyPr lIns="0" tIns="0" rIns="0" bIns="0">
            <a:normAutofit/>
          </a:bodyPr>
          <a:lstStyle/>
          <a:p>
            <a:pPr marL="0" lvl="3" indent="0">
              <a:spcBef>
                <a:spcPts val="200"/>
              </a:spcBef>
              <a:buClrTx/>
              <a:buSzTx/>
              <a:buNone/>
              <a:defRPr b="1">
                <a:solidFill>
                  <a:schemeClr val="accent1"/>
                </a:solidFill>
              </a:defRPr>
            </a:pPr>
            <a:r>
              <a:t>経歴
マスター テキストの書式設定
第 2 レベル
第 3 レベル</a:t>
            </a:r>
          </a:p>
        </p:txBody>
      </p:sp>
      <p:sp>
        <p:nvSpPr>
          <p:cNvPr id="529" name="テキスト プレースホルダ 20"/>
          <p:cNvSpPr>
            <a:spLocks noGrp="1"/>
          </p:cNvSpPr>
          <p:nvPr>
            <p:ph type="body" sz="quarter" idx="22" hasCustomPrompt="1"/>
          </p:nvPr>
        </p:nvSpPr>
        <p:spPr>
          <a:xfrm>
            <a:off x="201613" y="3592800"/>
            <a:ext cx="3960002" cy="2860389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0" lvl="3" indent="0">
              <a:spcBef>
                <a:spcPts val="200"/>
              </a:spcBef>
              <a:buClrTx/>
              <a:buSzTx/>
              <a:buNone/>
              <a:defRPr b="1">
                <a:solidFill>
                  <a:schemeClr val="accent1"/>
                </a:solidFill>
              </a:defRPr>
            </a:pPr>
            <a:r>
              <a:t>専門
マスター テキストの書式設定
第 2 レベル
第 3 レベル</a:t>
            </a:r>
          </a:p>
        </p:txBody>
      </p:sp>
      <p:sp>
        <p:nvSpPr>
          <p:cNvPr id="530" name="テキスト プレースホルダ 20"/>
          <p:cNvSpPr>
            <a:spLocks noGrp="1"/>
          </p:cNvSpPr>
          <p:nvPr>
            <p:ph type="body" idx="23" hasCustomPrompt="1"/>
          </p:nvPr>
        </p:nvSpPr>
        <p:spPr>
          <a:xfrm>
            <a:off x="4521975" y="1130400"/>
            <a:ext cx="5184001" cy="5322788"/>
          </a:xfrm>
          <a:prstGeom prst="rect">
            <a:avLst/>
          </a:prstGeom>
          <a:ln w="3175">
            <a:solidFill>
              <a:schemeClr val="accent1"/>
            </a:solidFill>
            <a:round/>
          </a:ln>
        </p:spPr>
        <p:txBody>
          <a:bodyPr lIns="0" tIns="0" rIns="0" bIns="0">
            <a:normAutofit/>
          </a:bodyPr>
          <a:lstStyle/>
          <a:p>
            <a:pPr marL="0" lvl="3" indent="0">
              <a:spcBef>
                <a:spcPts val="200"/>
              </a:spcBef>
              <a:buClrTx/>
              <a:buSzTx/>
              <a:buNone/>
              <a:defRPr b="1">
                <a:solidFill>
                  <a:schemeClr val="accent1"/>
                </a:solidFill>
              </a:defRPr>
            </a:pPr>
            <a:r>
              <a:t>主要プロジェクト
マスター テキストの書式設定
第 2 レベル
第 3 レベル</a:t>
            </a:r>
          </a:p>
        </p:txBody>
      </p:sp>
    </p:spTree>
  </p:cSld>
  <p:clrMapOvr>
    <a:masterClrMapping/>
  </p:clrMapOvr>
  <p:transition spd="med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スライド番号"/>
          <p:cNvSpPr txBox="1">
            <a:spLocks noGrp="1"/>
          </p:cNvSpPr>
          <p:nvPr>
            <p:ph type="sldNum" sz="quarter" idx="2"/>
          </p:nvPr>
        </p:nvSpPr>
        <p:spPr>
          <a:xfrm>
            <a:off x="9723784" y="6620921"/>
            <a:ext cx="182217" cy="177801"/>
          </a:xfrm>
          <a:prstGeom prst="rect">
            <a:avLst/>
          </a:prstGeom>
        </p:spPr>
        <p:txBody>
          <a:bodyPr lIns="0" tIns="0" rIns="0" bIns="0"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538" name="テキスト ボックス 10"/>
          <p:cNvSpPr txBox="1"/>
          <p:nvPr/>
        </p:nvSpPr>
        <p:spPr>
          <a:xfrm>
            <a:off x="5940298" y="6620361"/>
            <a:ext cx="3113892" cy="218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/>
          <a:p>
            <a:pPr algn="r">
              <a:defRPr sz="800">
                <a:solidFill>
                  <a:schemeClr val="accent1"/>
                </a:solidFill>
              </a:defRPr>
            </a:pPr>
            <a:r>
              <a:t>Copyrigh</a:t>
            </a:r>
            <a:r>
              <a:rPr spc="-1000"/>
              <a:t>t</a:t>
            </a:r>
            <a:r>
              <a:rPr>
                <a:solidFill>
                  <a:srgbClr val="001279"/>
                </a:solidFill>
              </a:rPr>
              <a:t>（C）</a:t>
            </a:r>
            <a:r>
              <a:t> Nomura Research Institute, Ltd. All rights reserved.</a:t>
            </a:r>
          </a:p>
        </p:txBody>
      </p:sp>
      <p:grpSp>
        <p:nvGrpSpPr>
          <p:cNvPr id="541" name="グループ化 11"/>
          <p:cNvGrpSpPr/>
          <p:nvPr/>
        </p:nvGrpSpPr>
        <p:grpSpPr>
          <a:xfrm>
            <a:off x="9129156" y="6620361"/>
            <a:ext cx="288340" cy="145026"/>
            <a:chOff x="0" y="0"/>
            <a:chExt cx="288338" cy="145025"/>
          </a:xfrm>
        </p:grpSpPr>
        <p:sp>
          <p:nvSpPr>
            <p:cNvPr id="539" name="Freeform 290"/>
            <p:cNvSpPr/>
            <p:nvPr/>
          </p:nvSpPr>
          <p:spPr>
            <a:xfrm>
              <a:off x="249737" y="584"/>
              <a:ext cx="38602" cy="14385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lnTo>
                    <a:pt x="0" y="0"/>
                  </a:lnTo>
                  <a:lnTo>
                    <a:pt x="818" y="5312"/>
                  </a:lnTo>
                  <a:lnTo>
                    <a:pt x="1145" y="8034"/>
                  </a:lnTo>
                  <a:lnTo>
                    <a:pt x="1309" y="10800"/>
                  </a:lnTo>
                  <a:lnTo>
                    <a:pt x="1145" y="13610"/>
                  </a:lnTo>
                  <a:lnTo>
                    <a:pt x="818" y="16332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0782" y="16332"/>
                  </a:lnTo>
                  <a:lnTo>
                    <a:pt x="20291" y="13610"/>
                  </a:lnTo>
                  <a:lnTo>
                    <a:pt x="20291" y="8034"/>
                  </a:lnTo>
                  <a:lnTo>
                    <a:pt x="20782" y="5312"/>
                  </a:lnTo>
                  <a:lnTo>
                    <a:pt x="21600" y="0"/>
                  </a:lnTo>
                  <a:close/>
                </a:path>
              </a:pathLst>
            </a:custGeom>
            <a:solidFill>
              <a:srgbClr val="005BAC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540" name="Freeform 291"/>
            <p:cNvSpPr/>
            <p:nvPr/>
          </p:nvSpPr>
          <p:spPr>
            <a:xfrm>
              <a:off x="-1" y="0"/>
              <a:ext cx="246230" cy="14502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7167" y="11517"/>
                  </a:moveTo>
                  <a:lnTo>
                    <a:pt x="17859" y="11039"/>
                  </a:lnTo>
                  <a:lnTo>
                    <a:pt x="18423" y="10431"/>
                  </a:lnTo>
                  <a:lnTo>
                    <a:pt x="18961" y="9822"/>
                  </a:lnTo>
                  <a:lnTo>
                    <a:pt x="19396" y="9040"/>
                  </a:lnTo>
                  <a:lnTo>
                    <a:pt x="19730" y="8214"/>
                  </a:lnTo>
                  <a:lnTo>
                    <a:pt x="19986" y="7301"/>
                  </a:lnTo>
                  <a:lnTo>
                    <a:pt x="20088" y="6910"/>
                  </a:lnTo>
                  <a:lnTo>
                    <a:pt x="20140" y="6432"/>
                  </a:lnTo>
                  <a:lnTo>
                    <a:pt x="20191" y="5998"/>
                  </a:lnTo>
                  <a:lnTo>
                    <a:pt x="20191" y="4998"/>
                  </a:lnTo>
                  <a:lnTo>
                    <a:pt x="20140" y="4476"/>
                  </a:lnTo>
                  <a:lnTo>
                    <a:pt x="20088" y="3998"/>
                  </a:lnTo>
                  <a:lnTo>
                    <a:pt x="20011" y="3520"/>
                  </a:lnTo>
                  <a:lnTo>
                    <a:pt x="19883" y="3129"/>
                  </a:lnTo>
                  <a:lnTo>
                    <a:pt x="19730" y="2695"/>
                  </a:lnTo>
                  <a:lnTo>
                    <a:pt x="19601" y="2347"/>
                  </a:lnTo>
                  <a:lnTo>
                    <a:pt x="19396" y="1999"/>
                  </a:lnTo>
                  <a:lnTo>
                    <a:pt x="19012" y="1391"/>
                  </a:lnTo>
                  <a:lnTo>
                    <a:pt x="18551" y="956"/>
                  </a:lnTo>
                  <a:lnTo>
                    <a:pt x="18064" y="608"/>
                  </a:lnTo>
                  <a:lnTo>
                    <a:pt x="17500" y="348"/>
                  </a:lnTo>
                  <a:lnTo>
                    <a:pt x="16937" y="217"/>
                  </a:lnTo>
                  <a:lnTo>
                    <a:pt x="16322" y="87"/>
                  </a:lnTo>
                  <a:lnTo>
                    <a:pt x="15656" y="87"/>
                  </a:lnTo>
                  <a:lnTo>
                    <a:pt x="15015" y="0"/>
                  </a:lnTo>
                  <a:lnTo>
                    <a:pt x="13554" y="87"/>
                  </a:lnTo>
                  <a:lnTo>
                    <a:pt x="12043" y="130"/>
                  </a:lnTo>
                  <a:lnTo>
                    <a:pt x="10582" y="217"/>
                  </a:lnTo>
                  <a:lnTo>
                    <a:pt x="9327" y="217"/>
                  </a:lnTo>
                  <a:lnTo>
                    <a:pt x="9532" y="7258"/>
                  </a:lnTo>
                  <a:lnTo>
                    <a:pt x="9557" y="10561"/>
                  </a:lnTo>
                  <a:lnTo>
                    <a:pt x="9557" y="13603"/>
                  </a:lnTo>
                  <a:lnTo>
                    <a:pt x="7969" y="10518"/>
                  </a:lnTo>
                  <a:lnTo>
                    <a:pt x="6380" y="7171"/>
                  </a:lnTo>
                  <a:lnTo>
                    <a:pt x="4791" y="3738"/>
                  </a:lnTo>
                  <a:lnTo>
                    <a:pt x="3305" y="217"/>
                  </a:lnTo>
                  <a:lnTo>
                    <a:pt x="0" y="217"/>
                  </a:lnTo>
                  <a:lnTo>
                    <a:pt x="179" y="5476"/>
                  </a:lnTo>
                  <a:lnTo>
                    <a:pt x="205" y="8171"/>
                  </a:lnTo>
                  <a:lnTo>
                    <a:pt x="256" y="10909"/>
                  </a:lnTo>
                  <a:lnTo>
                    <a:pt x="205" y="13690"/>
                  </a:lnTo>
                  <a:lnTo>
                    <a:pt x="179" y="16385"/>
                  </a:lnTo>
                  <a:lnTo>
                    <a:pt x="0" y="21600"/>
                  </a:lnTo>
                  <a:lnTo>
                    <a:pt x="2742" y="21600"/>
                  </a:lnTo>
                  <a:lnTo>
                    <a:pt x="2562" y="17732"/>
                  </a:lnTo>
                  <a:lnTo>
                    <a:pt x="2485" y="13864"/>
                  </a:lnTo>
                  <a:lnTo>
                    <a:pt x="2434" y="10344"/>
                  </a:lnTo>
                  <a:lnTo>
                    <a:pt x="2434" y="7171"/>
                  </a:lnTo>
                  <a:lnTo>
                    <a:pt x="4151" y="10518"/>
                  </a:lnTo>
                  <a:lnTo>
                    <a:pt x="5893" y="14081"/>
                  </a:lnTo>
                  <a:lnTo>
                    <a:pt x="7661" y="17819"/>
                  </a:lnTo>
                  <a:lnTo>
                    <a:pt x="8456" y="19731"/>
                  </a:lnTo>
                  <a:lnTo>
                    <a:pt x="9275" y="21600"/>
                  </a:lnTo>
                  <a:lnTo>
                    <a:pt x="12120" y="21600"/>
                  </a:lnTo>
                  <a:lnTo>
                    <a:pt x="11991" y="16385"/>
                  </a:lnTo>
                  <a:lnTo>
                    <a:pt x="11966" y="13690"/>
                  </a:lnTo>
                  <a:lnTo>
                    <a:pt x="11915" y="10909"/>
                  </a:lnTo>
                  <a:lnTo>
                    <a:pt x="11915" y="6910"/>
                  </a:lnTo>
                  <a:lnTo>
                    <a:pt x="11991" y="2955"/>
                  </a:lnTo>
                  <a:lnTo>
                    <a:pt x="12863" y="2912"/>
                  </a:lnTo>
                  <a:lnTo>
                    <a:pt x="13913" y="2912"/>
                  </a:lnTo>
                  <a:lnTo>
                    <a:pt x="14554" y="2955"/>
                  </a:lnTo>
                  <a:lnTo>
                    <a:pt x="15143" y="3129"/>
                  </a:lnTo>
                  <a:lnTo>
                    <a:pt x="15630" y="3477"/>
                  </a:lnTo>
                  <a:lnTo>
                    <a:pt x="15835" y="3651"/>
                  </a:lnTo>
                  <a:lnTo>
                    <a:pt x="16142" y="4085"/>
                  </a:lnTo>
                  <a:lnTo>
                    <a:pt x="16270" y="4346"/>
                  </a:lnTo>
                  <a:lnTo>
                    <a:pt x="16475" y="4911"/>
                  </a:lnTo>
                  <a:lnTo>
                    <a:pt x="16604" y="5520"/>
                  </a:lnTo>
                  <a:lnTo>
                    <a:pt x="16629" y="6302"/>
                  </a:lnTo>
                  <a:lnTo>
                    <a:pt x="16604" y="6693"/>
                  </a:lnTo>
                  <a:lnTo>
                    <a:pt x="16552" y="7171"/>
                  </a:lnTo>
                  <a:lnTo>
                    <a:pt x="16475" y="7606"/>
                  </a:lnTo>
                  <a:lnTo>
                    <a:pt x="16347" y="7997"/>
                  </a:lnTo>
                  <a:lnTo>
                    <a:pt x="16245" y="8344"/>
                  </a:lnTo>
                  <a:lnTo>
                    <a:pt x="15835" y="9040"/>
                  </a:lnTo>
                  <a:lnTo>
                    <a:pt x="15630" y="9344"/>
                  </a:lnTo>
                  <a:lnTo>
                    <a:pt x="15092" y="9866"/>
                  </a:lnTo>
                  <a:lnTo>
                    <a:pt x="14528" y="10300"/>
                  </a:lnTo>
                  <a:lnTo>
                    <a:pt x="13888" y="10648"/>
                  </a:lnTo>
                  <a:lnTo>
                    <a:pt x="13196" y="10996"/>
                  </a:lnTo>
                  <a:lnTo>
                    <a:pt x="14272" y="13386"/>
                  </a:lnTo>
                  <a:lnTo>
                    <a:pt x="15451" y="16080"/>
                  </a:lnTo>
                  <a:lnTo>
                    <a:pt x="16604" y="18905"/>
                  </a:lnTo>
                  <a:lnTo>
                    <a:pt x="17654" y="21600"/>
                  </a:lnTo>
                  <a:lnTo>
                    <a:pt x="21600" y="21600"/>
                  </a:lnTo>
                  <a:lnTo>
                    <a:pt x="19166" y="16298"/>
                  </a:lnTo>
                  <a:lnTo>
                    <a:pt x="18115" y="13821"/>
                  </a:lnTo>
                  <a:lnTo>
                    <a:pt x="17167" y="11517"/>
                  </a:lnTo>
                  <a:close/>
                </a:path>
              </a:pathLst>
            </a:custGeom>
            <a:solidFill>
              <a:srgbClr val="005BAC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</p:spTree>
  </p:cSld>
  <p:clrMapOvr>
    <a:masterClrMapping/>
  </p:clrMapOvr>
  <p:transition spd="med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裏表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8" name="図 26" descr="図 2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8839" y="1981200"/>
            <a:ext cx="5608322" cy="2895600"/>
          </a:xfrm>
          <a:prstGeom prst="rect">
            <a:avLst/>
          </a:prstGeom>
          <a:ln w="12700">
            <a:miter lim="400000"/>
          </a:ln>
        </p:spPr>
      </p:pic>
      <p:sp>
        <p:nvSpPr>
          <p:cNvPr id="549" name="スライド番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章＋1行タイトル+本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スライド番号"/>
          <p:cNvSpPr txBox="1">
            <a:spLocks noGrp="1"/>
          </p:cNvSpPr>
          <p:nvPr>
            <p:ph type="sldNum" sz="quarter" idx="2"/>
          </p:nvPr>
        </p:nvSpPr>
        <p:spPr>
          <a:xfrm>
            <a:off x="9723784" y="6620921"/>
            <a:ext cx="182217" cy="177801"/>
          </a:xfrm>
          <a:prstGeom prst="rect">
            <a:avLst/>
          </a:prstGeom>
        </p:spPr>
        <p:txBody>
          <a:bodyPr lIns="0" tIns="0" rIns="0" bIns="0"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557" name="テキスト ボックス 10"/>
          <p:cNvSpPr txBox="1"/>
          <p:nvPr/>
        </p:nvSpPr>
        <p:spPr>
          <a:xfrm>
            <a:off x="5940298" y="6620361"/>
            <a:ext cx="3113892" cy="218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/>
          <a:p>
            <a:pPr algn="r">
              <a:defRPr sz="800">
                <a:solidFill>
                  <a:schemeClr val="accent1"/>
                </a:solidFill>
              </a:defRPr>
            </a:pPr>
            <a:r>
              <a:t>Copyrigh</a:t>
            </a:r>
            <a:r>
              <a:rPr spc="-1000"/>
              <a:t>t</a:t>
            </a:r>
            <a:r>
              <a:rPr>
                <a:solidFill>
                  <a:srgbClr val="001279"/>
                </a:solidFill>
              </a:rPr>
              <a:t>（C）</a:t>
            </a:r>
            <a:r>
              <a:t> Nomura Research Institute, Ltd. All rights reserved.</a:t>
            </a:r>
          </a:p>
        </p:txBody>
      </p:sp>
      <p:grpSp>
        <p:nvGrpSpPr>
          <p:cNvPr id="560" name="グループ化 11"/>
          <p:cNvGrpSpPr/>
          <p:nvPr/>
        </p:nvGrpSpPr>
        <p:grpSpPr>
          <a:xfrm>
            <a:off x="9129156" y="6620361"/>
            <a:ext cx="288340" cy="145026"/>
            <a:chOff x="0" y="0"/>
            <a:chExt cx="288338" cy="145025"/>
          </a:xfrm>
        </p:grpSpPr>
        <p:sp>
          <p:nvSpPr>
            <p:cNvPr id="558" name="Freeform 290"/>
            <p:cNvSpPr/>
            <p:nvPr/>
          </p:nvSpPr>
          <p:spPr>
            <a:xfrm>
              <a:off x="249737" y="584"/>
              <a:ext cx="38602" cy="14385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lnTo>
                    <a:pt x="0" y="0"/>
                  </a:lnTo>
                  <a:lnTo>
                    <a:pt x="818" y="5312"/>
                  </a:lnTo>
                  <a:lnTo>
                    <a:pt x="1145" y="8034"/>
                  </a:lnTo>
                  <a:lnTo>
                    <a:pt x="1309" y="10800"/>
                  </a:lnTo>
                  <a:lnTo>
                    <a:pt x="1145" y="13610"/>
                  </a:lnTo>
                  <a:lnTo>
                    <a:pt x="818" y="16332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0782" y="16332"/>
                  </a:lnTo>
                  <a:lnTo>
                    <a:pt x="20291" y="13610"/>
                  </a:lnTo>
                  <a:lnTo>
                    <a:pt x="20291" y="8034"/>
                  </a:lnTo>
                  <a:lnTo>
                    <a:pt x="20782" y="5312"/>
                  </a:lnTo>
                  <a:lnTo>
                    <a:pt x="21600" y="0"/>
                  </a:lnTo>
                  <a:close/>
                </a:path>
              </a:pathLst>
            </a:custGeom>
            <a:solidFill>
              <a:srgbClr val="005BAC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559" name="Freeform 291"/>
            <p:cNvSpPr/>
            <p:nvPr/>
          </p:nvSpPr>
          <p:spPr>
            <a:xfrm>
              <a:off x="-1" y="0"/>
              <a:ext cx="246230" cy="14502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7167" y="11517"/>
                  </a:moveTo>
                  <a:lnTo>
                    <a:pt x="17859" y="11039"/>
                  </a:lnTo>
                  <a:lnTo>
                    <a:pt x="18423" y="10431"/>
                  </a:lnTo>
                  <a:lnTo>
                    <a:pt x="18961" y="9822"/>
                  </a:lnTo>
                  <a:lnTo>
                    <a:pt x="19396" y="9040"/>
                  </a:lnTo>
                  <a:lnTo>
                    <a:pt x="19730" y="8214"/>
                  </a:lnTo>
                  <a:lnTo>
                    <a:pt x="19986" y="7301"/>
                  </a:lnTo>
                  <a:lnTo>
                    <a:pt x="20088" y="6910"/>
                  </a:lnTo>
                  <a:lnTo>
                    <a:pt x="20140" y="6432"/>
                  </a:lnTo>
                  <a:lnTo>
                    <a:pt x="20191" y="5998"/>
                  </a:lnTo>
                  <a:lnTo>
                    <a:pt x="20191" y="4998"/>
                  </a:lnTo>
                  <a:lnTo>
                    <a:pt x="20140" y="4476"/>
                  </a:lnTo>
                  <a:lnTo>
                    <a:pt x="20088" y="3998"/>
                  </a:lnTo>
                  <a:lnTo>
                    <a:pt x="20011" y="3520"/>
                  </a:lnTo>
                  <a:lnTo>
                    <a:pt x="19883" y="3129"/>
                  </a:lnTo>
                  <a:lnTo>
                    <a:pt x="19730" y="2695"/>
                  </a:lnTo>
                  <a:lnTo>
                    <a:pt x="19601" y="2347"/>
                  </a:lnTo>
                  <a:lnTo>
                    <a:pt x="19396" y="1999"/>
                  </a:lnTo>
                  <a:lnTo>
                    <a:pt x="19012" y="1391"/>
                  </a:lnTo>
                  <a:lnTo>
                    <a:pt x="18551" y="956"/>
                  </a:lnTo>
                  <a:lnTo>
                    <a:pt x="18064" y="608"/>
                  </a:lnTo>
                  <a:lnTo>
                    <a:pt x="17500" y="348"/>
                  </a:lnTo>
                  <a:lnTo>
                    <a:pt x="16937" y="217"/>
                  </a:lnTo>
                  <a:lnTo>
                    <a:pt x="16322" y="87"/>
                  </a:lnTo>
                  <a:lnTo>
                    <a:pt x="15656" y="87"/>
                  </a:lnTo>
                  <a:lnTo>
                    <a:pt x="15015" y="0"/>
                  </a:lnTo>
                  <a:lnTo>
                    <a:pt x="13554" y="87"/>
                  </a:lnTo>
                  <a:lnTo>
                    <a:pt x="12043" y="130"/>
                  </a:lnTo>
                  <a:lnTo>
                    <a:pt x="10582" y="217"/>
                  </a:lnTo>
                  <a:lnTo>
                    <a:pt x="9327" y="217"/>
                  </a:lnTo>
                  <a:lnTo>
                    <a:pt x="9532" y="7258"/>
                  </a:lnTo>
                  <a:lnTo>
                    <a:pt x="9557" y="10561"/>
                  </a:lnTo>
                  <a:lnTo>
                    <a:pt x="9557" y="13603"/>
                  </a:lnTo>
                  <a:lnTo>
                    <a:pt x="7969" y="10518"/>
                  </a:lnTo>
                  <a:lnTo>
                    <a:pt x="6380" y="7171"/>
                  </a:lnTo>
                  <a:lnTo>
                    <a:pt x="4791" y="3738"/>
                  </a:lnTo>
                  <a:lnTo>
                    <a:pt x="3305" y="217"/>
                  </a:lnTo>
                  <a:lnTo>
                    <a:pt x="0" y="217"/>
                  </a:lnTo>
                  <a:lnTo>
                    <a:pt x="179" y="5476"/>
                  </a:lnTo>
                  <a:lnTo>
                    <a:pt x="205" y="8171"/>
                  </a:lnTo>
                  <a:lnTo>
                    <a:pt x="256" y="10909"/>
                  </a:lnTo>
                  <a:lnTo>
                    <a:pt x="205" y="13690"/>
                  </a:lnTo>
                  <a:lnTo>
                    <a:pt x="179" y="16385"/>
                  </a:lnTo>
                  <a:lnTo>
                    <a:pt x="0" y="21600"/>
                  </a:lnTo>
                  <a:lnTo>
                    <a:pt x="2742" y="21600"/>
                  </a:lnTo>
                  <a:lnTo>
                    <a:pt x="2562" y="17732"/>
                  </a:lnTo>
                  <a:lnTo>
                    <a:pt x="2485" y="13864"/>
                  </a:lnTo>
                  <a:lnTo>
                    <a:pt x="2434" y="10344"/>
                  </a:lnTo>
                  <a:lnTo>
                    <a:pt x="2434" y="7171"/>
                  </a:lnTo>
                  <a:lnTo>
                    <a:pt x="4151" y="10518"/>
                  </a:lnTo>
                  <a:lnTo>
                    <a:pt x="5893" y="14081"/>
                  </a:lnTo>
                  <a:lnTo>
                    <a:pt x="7661" y="17819"/>
                  </a:lnTo>
                  <a:lnTo>
                    <a:pt x="8456" y="19731"/>
                  </a:lnTo>
                  <a:lnTo>
                    <a:pt x="9275" y="21600"/>
                  </a:lnTo>
                  <a:lnTo>
                    <a:pt x="12120" y="21600"/>
                  </a:lnTo>
                  <a:lnTo>
                    <a:pt x="11991" y="16385"/>
                  </a:lnTo>
                  <a:lnTo>
                    <a:pt x="11966" y="13690"/>
                  </a:lnTo>
                  <a:lnTo>
                    <a:pt x="11915" y="10909"/>
                  </a:lnTo>
                  <a:lnTo>
                    <a:pt x="11915" y="6910"/>
                  </a:lnTo>
                  <a:lnTo>
                    <a:pt x="11991" y="2955"/>
                  </a:lnTo>
                  <a:lnTo>
                    <a:pt x="12863" y="2912"/>
                  </a:lnTo>
                  <a:lnTo>
                    <a:pt x="13913" y="2912"/>
                  </a:lnTo>
                  <a:lnTo>
                    <a:pt x="14554" y="2955"/>
                  </a:lnTo>
                  <a:lnTo>
                    <a:pt x="15143" y="3129"/>
                  </a:lnTo>
                  <a:lnTo>
                    <a:pt x="15630" y="3477"/>
                  </a:lnTo>
                  <a:lnTo>
                    <a:pt x="15835" y="3651"/>
                  </a:lnTo>
                  <a:lnTo>
                    <a:pt x="16142" y="4085"/>
                  </a:lnTo>
                  <a:lnTo>
                    <a:pt x="16270" y="4346"/>
                  </a:lnTo>
                  <a:lnTo>
                    <a:pt x="16475" y="4911"/>
                  </a:lnTo>
                  <a:lnTo>
                    <a:pt x="16604" y="5520"/>
                  </a:lnTo>
                  <a:lnTo>
                    <a:pt x="16629" y="6302"/>
                  </a:lnTo>
                  <a:lnTo>
                    <a:pt x="16604" y="6693"/>
                  </a:lnTo>
                  <a:lnTo>
                    <a:pt x="16552" y="7171"/>
                  </a:lnTo>
                  <a:lnTo>
                    <a:pt x="16475" y="7606"/>
                  </a:lnTo>
                  <a:lnTo>
                    <a:pt x="16347" y="7997"/>
                  </a:lnTo>
                  <a:lnTo>
                    <a:pt x="16245" y="8344"/>
                  </a:lnTo>
                  <a:lnTo>
                    <a:pt x="15835" y="9040"/>
                  </a:lnTo>
                  <a:lnTo>
                    <a:pt x="15630" y="9344"/>
                  </a:lnTo>
                  <a:lnTo>
                    <a:pt x="15092" y="9866"/>
                  </a:lnTo>
                  <a:lnTo>
                    <a:pt x="14528" y="10300"/>
                  </a:lnTo>
                  <a:lnTo>
                    <a:pt x="13888" y="10648"/>
                  </a:lnTo>
                  <a:lnTo>
                    <a:pt x="13196" y="10996"/>
                  </a:lnTo>
                  <a:lnTo>
                    <a:pt x="14272" y="13386"/>
                  </a:lnTo>
                  <a:lnTo>
                    <a:pt x="15451" y="16080"/>
                  </a:lnTo>
                  <a:lnTo>
                    <a:pt x="16604" y="18905"/>
                  </a:lnTo>
                  <a:lnTo>
                    <a:pt x="17654" y="21600"/>
                  </a:lnTo>
                  <a:lnTo>
                    <a:pt x="21600" y="21600"/>
                  </a:lnTo>
                  <a:lnTo>
                    <a:pt x="19166" y="16298"/>
                  </a:lnTo>
                  <a:lnTo>
                    <a:pt x="18115" y="13821"/>
                  </a:lnTo>
                  <a:lnTo>
                    <a:pt x="17167" y="11517"/>
                  </a:lnTo>
                  <a:close/>
                </a:path>
              </a:pathLst>
            </a:custGeom>
            <a:solidFill>
              <a:srgbClr val="005BAC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sp>
        <p:nvSpPr>
          <p:cNvPr id="561" name="本文レベル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201975" y="259238"/>
            <a:ext cx="9504000" cy="671294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txBody>
          <a:bodyPr lIns="0" tIns="0" rIns="0" bIns="0">
            <a:normAutofit/>
          </a:bodyPr>
          <a:lstStyle>
            <a:lvl1pPr marL="0" indent="0">
              <a:spcBef>
                <a:spcPts val="0"/>
              </a:spcBef>
              <a:buClrTx/>
              <a:buSzTx/>
              <a:buNone/>
              <a:defRPr sz="2000" b="1">
                <a:solidFill>
                  <a:schemeClr val="accent1"/>
                </a:solidFill>
              </a:defRPr>
            </a:lvl1pPr>
            <a:lvl2pPr marL="708252" indent="-328840">
              <a:spcBef>
                <a:spcPts val="0"/>
              </a:spcBef>
              <a:buClrTx/>
              <a:defRPr sz="2000" b="1">
                <a:solidFill>
                  <a:schemeClr val="accent1"/>
                </a:solidFill>
              </a:defRPr>
            </a:lvl2pPr>
            <a:lvl3pPr marL="1068614" indent="-281214">
              <a:spcBef>
                <a:spcPts val="0"/>
              </a:spcBef>
              <a:buClrTx/>
              <a:defRPr sz="2000" b="1">
                <a:solidFill>
                  <a:schemeClr val="accent1"/>
                </a:solidFill>
              </a:defRPr>
            </a:lvl3pPr>
            <a:lvl4pPr marL="1482725" indent="-317500">
              <a:spcBef>
                <a:spcPts val="0"/>
              </a:spcBef>
              <a:buClrTx/>
              <a:defRPr sz="2000" b="1">
                <a:solidFill>
                  <a:schemeClr val="accent1"/>
                </a:solidFill>
              </a:defRPr>
            </a:lvl4pPr>
            <a:lvl5pPr marL="1797579" indent="-306916">
              <a:spcBef>
                <a:spcPts val="0"/>
              </a:spcBef>
              <a:buClrTx/>
              <a:defRPr sz="2000" b="1">
                <a:solidFill>
                  <a:schemeClr val="accent1"/>
                </a:solidFill>
              </a:defRPr>
            </a:lvl5pPr>
          </a:lstStyle>
          <a:p>
            <a:r>
              <a:t>1行レイアウト タイトル/スライドタイトルを入力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562" name="章タイトル/スライドタイトルを入力"/>
          <p:cNvSpPr txBox="1">
            <a:spLocks noGrp="1"/>
          </p:cNvSpPr>
          <p:nvPr>
            <p:ph type="title" hasCustomPrompt="1"/>
          </p:nvPr>
        </p:nvSpPr>
        <p:spPr>
          <a:xfrm>
            <a:off x="201975" y="259238"/>
            <a:ext cx="9504000" cy="299053"/>
          </a:xfrm>
          <a:prstGeom prst="rect">
            <a:avLst/>
          </a:prstGeom>
          <a:noFill/>
        </p:spPr>
        <p:txBody>
          <a:bodyPr anchor="b">
            <a:normAutofit/>
          </a:bodyPr>
          <a:lstStyle>
            <a:lvl1pPr>
              <a:defRPr sz="1400"/>
            </a:lvl1pPr>
          </a:lstStyle>
          <a:p>
            <a:r>
              <a:t>章タイトル/スライドタイトルを入力</a:t>
            </a:r>
          </a:p>
        </p:txBody>
      </p:sp>
    </p:spTree>
  </p:cSld>
  <p:clrMapOvr>
    <a:masterClrMapping/>
  </p:clrMapOvr>
  <p:transition spd="med"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2_章＋1行タイトル+本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スライド番号"/>
          <p:cNvSpPr txBox="1">
            <a:spLocks noGrp="1"/>
          </p:cNvSpPr>
          <p:nvPr>
            <p:ph type="sldNum" sz="quarter" idx="2"/>
          </p:nvPr>
        </p:nvSpPr>
        <p:spPr>
          <a:xfrm>
            <a:off x="9723784" y="6620921"/>
            <a:ext cx="182217" cy="177801"/>
          </a:xfrm>
          <a:prstGeom prst="rect">
            <a:avLst/>
          </a:prstGeom>
        </p:spPr>
        <p:txBody>
          <a:bodyPr lIns="0" tIns="0" rIns="0" bIns="0"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570" name="テキスト ボックス 10"/>
          <p:cNvSpPr txBox="1"/>
          <p:nvPr/>
        </p:nvSpPr>
        <p:spPr>
          <a:xfrm>
            <a:off x="5940298" y="6620361"/>
            <a:ext cx="3113892" cy="218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/>
          <a:p>
            <a:pPr algn="r">
              <a:defRPr sz="800">
                <a:solidFill>
                  <a:schemeClr val="accent1"/>
                </a:solidFill>
              </a:defRPr>
            </a:pPr>
            <a:r>
              <a:t>Copyrigh</a:t>
            </a:r>
            <a:r>
              <a:rPr spc="-1000"/>
              <a:t>t</a:t>
            </a:r>
            <a:r>
              <a:rPr>
                <a:solidFill>
                  <a:srgbClr val="001279"/>
                </a:solidFill>
              </a:rPr>
              <a:t>（C）</a:t>
            </a:r>
            <a:r>
              <a:t> Nomura Research Institute, Ltd. All rights reserved.</a:t>
            </a:r>
          </a:p>
        </p:txBody>
      </p:sp>
      <p:grpSp>
        <p:nvGrpSpPr>
          <p:cNvPr id="573" name="グループ化 11"/>
          <p:cNvGrpSpPr/>
          <p:nvPr/>
        </p:nvGrpSpPr>
        <p:grpSpPr>
          <a:xfrm>
            <a:off x="9129156" y="6620361"/>
            <a:ext cx="288340" cy="145026"/>
            <a:chOff x="0" y="0"/>
            <a:chExt cx="288338" cy="145025"/>
          </a:xfrm>
        </p:grpSpPr>
        <p:sp>
          <p:nvSpPr>
            <p:cNvPr id="571" name="Freeform 290"/>
            <p:cNvSpPr/>
            <p:nvPr/>
          </p:nvSpPr>
          <p:spPr>
            <a:xfrm>
              <a:off x="249737" y="584"/>
              <a:ext cx="38602" cy="14385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lnTo>
                    <a:pt x="0" y="0"/>
                  </a:lnTo>
                  <a:lnTo>
                    <a:pt x="818" y="5312"/>
                  </a:lnTo>
                  <a:lnTo>
                    <a:pt x="1145" y="8034"/>
                  </a:lnTo>
                  <a:lnTo>
                    <a:pt x="1309" y="10800"/>
                  </a:lnTo>
                  <a:lnTo>
                    <a:pt x="1145" y="13610"/>
                  </a:lnTo>
                  <a:lnTo>
                    <a:pt x="818" y="16332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0782" y="16332"/>
                  </a:lnTo>
                  <a:lnTo>
                    <a:pt x="20291" y="13610"/>
                  </a:lnTo>
                  <a:lnTo>
                    <a:pt x="20291" y="8034"/>
                  </a:lnTo>
                  <a:lnTo>
                    <a:pt x="20782" y="5312"/>
                  </a:lnTo>
                  <a:lnTo>
                    <a:pt x="21600" y="0"/>
                  </a:lnTo>
                  <a:close/>
                </a:path>
              </a:pathLst>
            </a:custGeom>
            <a:solidFill>
              <a:srgbClr val="005BAC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572" name="Freeform 291"/>
            <p:cNvSpPr/>
            <p:nvPr/>
          </p:nvSpPr>
          <p:spPr>
            <a:xfrm>
              <a:off x="-1" y="0"/>
              <a:ext cx="246230" cy="14502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7167" y="11517"/>
                  </a:moveTo>
                  <a:lnTo>
                    <a:pt x="17859" y="11039"/>
                  </a:lnTo>
                  <a:lnTo>
                    <a:pt x="18423" y="10431"/>
                  </a:lnTo>
                  <a:lnTo>
                    <a:pt x="18961" y="9822"/>
                  </a:lnTo>
                  <a:lnTo>
                    <a:pt x="19396" y="9040"/>
                  </a:lnTo>
                  <a:lnTo>
                    <a:pt x="19730" y="8214"/>
                  </a:lnTo>
                  <a:lnTo>
                    <a:pt x="19986" y="7301"/>
                  </a:lnTo>
                  <a:lnTo>
                    <a:pt x="20088" y="6910"/>
                  </a:lnTo>
                  <a:lnTo>
                    <a:pt x="20140" y="6432"/>
                  </a:lnTo>
                  <a:lnTo>
                    <a:pt x="20191" y="5998"/>
                  </a:lnTo>
                  <a:lnTo>
                    <a:pt x="20191" y="4998"/>
                  </a:lnTo>
                  <a:lnTo>
                    <a:pt x="20140" y="4476"/>
                  </a:lnTo>
                  <a:lnTo>
                    <a:pt x="20088" y="3998"/>
                  </a:lnTo>
                  <a:lnTo>
                    <a:pt x="20011" y="3520"/>
                  </a:lnTo>
                  <a:lnTo>
                    <a:pt x="19883" y="3129"/>
                  </a:lnTo>
                  <a:lnTo>
                    <a:pt x="19730" y="2695"/>
                  </a:lnTo>
                  <a:lnTo>
                    <a:pt x="19601" y="2347"/>
                  </a:lnTo>
                  <a:lnTo>
                    <a:pt x="19396" y="1999"/>
                  </a:lnTo>
                  <a:lnTo>
                    <a:pt x="19012" y="1391"/>
                  </a:lnTo>
                  <a:lnTo>
                    <a:pt x="18551" y="956"/>
                  </a:lnTo>
                  <a:lnTo>
                    <a:pt x="18064" y="608"/>
                  </a:lnTo>
                  <a:lnTo>
                    <a:pt x="17500" y="348"/>
                  </a:lnTo>
                  <a:lnTo>
                    <a:pt x="16937" y="217"/>
                  </a:lnTo>
                  <a:lnTo>
                    <a:pt x="16322" y="87"/>
                  </a:lnTo>
                  <a:lnTo>
                    <a:pt x="15656" y="87"/>
                  </a:lnTo>
                  <a:lnTo>
                    <a:pt x="15015" y="0"/>
                  </a:lnTo>
                  <a:lnTo>
                    <a:pt x="13554" y="87"/>
                  </a:lnTo>
                  <a:lnTo>
                    <a:pt x="12043" y="130"/>
                  </a:lnTo>
                  <a:lnTo>
                    <a:pt x="10582" y="217"/>
                  </a:lnTo>
                  <a:lnTo>
                    <a:pt x="9327" y="217"/>
                  </a:lnTo>
                  <a:lnTo>
                    <a:pt x="9532" y="7258"/>
                  </a:lnTo>
                  <a:lnTo>
                    <a:pt x="9557" y="10561"/>
                  </a:lnTo>
                  <a:lnTo>
                    <a:pt x="9557" y="13603"/>
                  </a:lnTo>
                  <a:lnTo>
                    <a:pt x="7969" y="10518"/>
                  </a:lnTo>
                  <a:lnTo>
                    <a:pt x="6380" y="7171"/>
                  </a:lnTo>
                  <a:lnTo>
                    <a:pt x="4791" y="3738"/>
                  </a:lnTo>
                  <a:lnTo>
                    <a:pt x="3305" y="217"/>
                  </a:lnTo>
                  <a:lnTo>
                    <a:pt x="0" y="217"/>
                  </a:lnTo>
                  <a:lnTo>
                    <a:pt x="179" y="5476"/>
                  </a:lnTo>
                  <a:lnTo>
                    <a:pt x="205" y="8171"/>
                  </a:lnTo>
                  <a:lnTo>
                    <a:pt x="256" y="10909"/>
                  </a:lnTo>
                  <a:lnTo>
                    <a:pt x="205" y="13690"/>
                  </a:lnTo>
                  <a:lnTo>
                    <a:pt x="179" y="16385"/>
                  </a:lnTo>
                  <a:lnTo>
                    <a:pt x="0" y="21600"/>
                  </a:lnTo>
                  <a:lnTo>
                    <a:pt x="2742" y="21600"/>
                  </a:lnTo>
                  <a:lnTo>
                    <a:pt x="2562" y="17732"/>
                  </a:lnTo>
                  <a:lnTo>
                    <a:pt x="2485" y="13864"/>
                  </a:lnTo>
                  <a:lnTo>
                    <a:pt x="2434" y="10344"/>
                  </a:lnTo>
                  <a:lnTo>
                    <a:pt x="2434" y="7171"/>
                  </a:lnTo>
                  <a:lnTo>
                    <a:pt x="4151" y="10518"/>
                  </a:lnTo>
                  <a:lnTo>
                    <a:pt x="5893" y="14081"/>
                  </a:lnTo>
                  <a:lnTo>
                    <a:pt x="7661" y="17819"/>
                  </a:lnTo>
                  <a:lnTo>
                    <a:pt x="8456" y="19731"/>
                  </a:lnTo>
                  <a:lnTo>
                    <a:pt x="9275" y="21600"/>
                  </a:lnTo>
                  <a:lnTo>
                    <a:pt x="12120" y="21600"/>
                  </a:lnTo>
                  <a:lnTo>
                    <a:pt x="11991" y="16385"/>
                  </a:lnTo>
                  <a:lnTo>
                    <a:pt x="11966" y="13690"/>
                  </a:lnTo>
                  <a:lnTo>
                    <a:pt x="11915" y="10909"/>
                  </a:lnTo>
                  <a:lnTo>
                    <a:pt x="11915" y="6910"/>
                  </a:lnTo>
                  <a:lnTo>
                    <a:pt x="11991" y="2955"/>
                  </a:lnTo>
                  <a:lnTo>
                    <a:pt x="12863" y="2912"/>
                  </a:lnTo>
                  <a:lnTo>
                    <a:pt x="13913" y="2912"/>
                  </a:lnTo>
                  <a:lnTo>
                    <a:pt x="14554" y="2955"/>
                  </a:lnTo>
                  <a:lnTo>
                    <a:pt x="15143" y="3129"/>
                  </a:lnTo>
                  <a:lnTo>
                    <a:pt x="15630" y="3477"/>
                  </a:lnTo>
                  <a:lnTo>
                    <a:pt x="15835" y="3651"/>
                  </a:lnTo>
                  <a:lnTo>
                    <a:pt x="16142" y="4085"/>
                  </a:lnTo>
                  <a:lnTo>
                    <a:pt x="16270" y="4346"/>
                  </a:lnTo>
                  <a:lnTo>
                    <a:pt x="16475" y="4911"/>
                  </a:lnTo>
                  <a:lnTo>
                    <a:pt x="16604" y="5520"/>
                  </a:lnTo>
                  <a:lnTo>
                    <a:pt x="16629" y="6302"/>
                  </a:lnTo>
                  <a:lnTo>
                    <a:pt x="16604" y="6693"/>
                  </a:lnTo>
                  <a:lnTo>
                    <a:pt x="16552" y="7171"/>
                  </a:lnTo>
                  <a:lnTo>
                    <a:pt x="16475" y="7606"/>
                  </a:lnTo>
                  <a:lnTo>
                    <a:pt x="16347" y="7997"/>
                  </a:lnTo>
                  <a:lnTo>
                    <a:pt x="16245" y="8344"/>
                  </a:lnTo>
                  <a:lnTo>
                    <a:pt x="15835" y="9040"/>
                  </a:lnTo>
                  <a:lnTo>
                    <a:pt x="15630" y="9344"/>
                  </a:lnTo>
                  <a:lnTo>
                    <a:pt x="15092" y="9866"/>
                  </a:lnTo>
                  <a:lnTo>
                    <a:pt x="14528" y="10300"/>
                  </a:lnTo>
                  <a:lnTo>
                    <a:pt x="13888" y="10648"/>
                  </a:lnTo>
                  <a:lnTo>
                    <a:pt x="13196" y="10996"/>
                  </a:lnTo>
                  <a:lnTo>
                    <a:pt x="14272" y="13386"/>
                  </a:lnTo>
                  <a:lnTo>
                    <a:pt x="15451" y="16080"/>
                  </a:lnTo>
                  <a:lnTo>
                    <a:pt x="16604" y="18905"/>
                  </a:lnTo>
                  <a:lnTo>
                    <a:pt x="17654" y="21600"/>
                  </a:lnTo>
                  <a:lnTo>
                    <a:pt x="21600" y="21600"/>
                  </a:lnTo>
                  <a:lnTo>
                    <a:pt x="19166" y="16298"/>
                  </a:lnTo>
                  <a:lnTo>
                    <a:pt x="18115" y="13821"/>
                  </a:lnTo>
                  <a:lnTo>
                    <a:pt x="17167" y="11517"/>
                  </a:lnTo>
                  <a:close/>
                </a:path>
              </a:pathLst>
            </a:custGeom>
            <a:solidFill>
              <a:srgbClr val="005BAC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sp>
        <p:nvSpPr>
          <p:cNvPr id="574" name="本文レベル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201975" y="259238"/>
            <a:ext cx="9504000" cy="671294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txBody>
          <a:bodyPr lIns="0" tIns="0" rIns="0" bIns="0">
            <a:normAutofit/>
          </a:bodyPr>
          <a:lstStyle>
            <a:lvl1pPr marL="0" indent="0">
              <a:spcBef>
                <a:spcPts val="0"/>
              </a:spcBef>
              <a:buClrTx/>
              <a:buSzTx/>
              <a:buNone/>
              <a:defRPr sz="2000" b="1">
                <a:solidFill>
                  <a:schemeClr val="accent1"/>
                </a:solidFill>
              </a:defRPr>
            </a:lvl1pPr>
            <a:lvl2pPr marL="708252" indent="-328840">
              <a:spcBef>
                <a:spcPts val="0"/>
              </a:spcBef>
              <a:buClrTx/>
              <a:defRPr sz="2000" b="1">
                <a:solidFill>
                  <a:schemeClr val="accent1"/>
                </a:solidFill>
              </a:defRPr>
            </a:lvl2pPr>
            <a:lvl3pPr marL="1068614" indent="-281214">
              <a:spcBef>
                <a:spcPts val="0"/>
              </a:spcBef>
              <a:buClrTx/>
              <a:defRPr sz="2000" b="1">
                <a:solidFill>
                  <a:schemeClr val="accent1"/>
                </a:solidFill>
              </a:defRPr>
            </a:lvl3pPr>
            <a:lvl4pPr marL="1482725" indent="-317500">
              <a:spcBef>
                <a:spcPts val="0"/>
              </a:spcBef>
              <a:buClrTx/>
              <a:defRPr sz="2000" b="1">
                <a:solidFill>
                  <a:schemeClr val="accent1"/>
                </a:solidFill>
              </a:defRPr>
            </a:lvl4pPr>
            <a:lvl5pPr marL="1797579" indent="-306916">
              <a:spcBef>
                <a:spcPts val="0"/>
              </a:spcBef>
              <a:buClrTx/>
              <a:defRPr sz="2000" b="1">
                <a:solidFill>
                  <a:schemeClr val="accent1"/>
                </a:solidFill>
              </a:defRPr>
            </a:lvl5pPr>
          </a:lstStyle>
          <a:p>
            <a:r>
              <a:t>マスター タイトルの書式設定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575" name="章タイトル/スライドタイトルを入力"/>
          <p:cNvSpPr txBox="1">
            <a:spLocks noGrp="1"/>
          </p:cNvSpPr>
          <p:nvPr>
            <p:ph type="title" hasCustomPrompt="1"/>
          </p:nvPr>
        </p:nvSpPr>
        <p:spPr>
          <a:xfrm>
            <a:off x="201975" y="259238"/>
            <a:ext cx="9504000" cy="288374"/>
          </a:xfrm>
          <a:prstGeom prst="rect">
            <a:avLst/>
          </a:prstGeom>
          <a:noFill/>
        </p:spPr>
        <p:txBody>
          <a:bodyPr anchor="b">
            <a:normAutofit/>
          </a:bodyPr>
          <a:lstStyle>
            <a:lvl1pPr>
              <a:defRPr sz="1400"/>
            </a:lvl1pPr>
          </a:lstStyle>
          <a:p>
            <a:r>
              <a:t>章タイトル/スライドタイトルを入力</a:t>
            </a:r>
          </a:p>
        </p:txBody>
      </p:sp>
    </p:spTree>
  </p:cSld>
  <p:clrMapOvr>
    <a:masterClrMapping/>
  </p:clrMapOvr>
  <p:transition spd="med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章＋1行タイトル+本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スライド番号"/>
          <p:cNvSpPr txBox="1">
            <a:spLocks noGrp="1"/>
          </p:cNvSpPr>
          <p:nvPr>
            <p:ph type="sldNum" sz="quarter" idx="2"/>
          </p:nvPr>
        </p:nvSpPr>
        <p:spPr>
          <a:xfrm>
            <a:off x="9723784" y="6620921"/>
            <a:ext cx="182217" cy="177801"/>
          </a:xfrm>
          <a:prstGeom prst="rect">
            <a:avLst/>
          </a:prstGeom>
        </p:spPr>
        <p:txBody>
          <a:bodyPr lIns="0" tIns="0" rIns="0" bIns="0"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583" name="テキスト ボックス 10"/>
          <p:cNvSpPr txBox="1"/>
          <p:nvPr/>
        </p:nvSpPr>
        <p:spPr>
          <a:xfrm>
            <a:off x="5940298" y="6620361"/>
            <a:ext cx="3113892" cy="218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/>
          <a:p>
            <a:pPr algn="r">
              <a:defRPr sz="800">
                <a:solidFill>
                  <a:schemeClr val="accent1"/>
                </a:solidFill>
              </a:defRPr>
            </a:pPr>
            <a:r>
              <a:t>Copyrigh</a:t>
            </a:r>
            <a:r>
              <a:rPr spc="-1000"/>
              <a:t>t</a:t>
            </a:r>
            <a:r>
              <a:rPr>
                <a:solidFill>
                  <a:srgbClr val="001279"/>
                </a:solidFill>
              </a:rPr>
              <a:t>（C）</a:t>
            </a:r>
            <a:r>
              <a:t> Nomura Research Institute, Ltd. All rights reserved.</a:t>
            </a:r>
          </a:p>
        </p:txBody>
      </p:sp>
      <p:grpSp>
        <p:nvGrpSpPr>
          <p:cNvPr id="586" name="グループ化 11"/>
          <p:cNvGrpSpPr/>
          <p:nvPr/>
        </p:nvGrpSpPr>
        <p:grpSpPr>
          <a:xfrm>
            <a:off x="9129156" y="6620361"/>
            <a:ext cx="288340" cy="145026"/>
            <a:chOff x="0" y="0"/>
            <a:chExt cx="288338" cy="145025"/>
          </a:xfrm>
        </p:grpSpPr>
        <p:sp>
          <p:nvSpPr>
            <p:cNvPr id="584" name="Freeform 290"/>
            <p:cNvSpPr/>
            <p:nvPr/>
          </p:nvSpPr>
          <p:spPr>
            <a:xfrm>
              <a:off x="249737" y="584"/>
              <a:ext cx="38602" cy="14385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lnTo>
                    <a:pt x="0" y="0"/>
                  </a:lnTo>
                  <a:lnTo>
                    <a:pt x="818" y="5312"/>
                  </a:lnTo>
                  <a:lnTo>
                    <a:pt x="1145" y="8034"/>
                  </a:lnTo>
                  <a:lnTo>
                    <a:pt x="1309" y="10800"/>
                  </a:lnTo>
                  <a:lnTo>
                    <a:pt x="1145" y="13610"/>
                  </a:lnTo>
                  <a:lnTo>
                    <a:pt x="818" y="16332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0782" y="16332"/>
                  </a:lnTo>
                  <a:lnTo>
                    <a:pt x="20291" y="13610"/>
                  </a:lnTo>
                  <a:lnTo>
                    <a:pt x="20291" y="8034"/>
                  </a:lnTo>
                  <a:lnTo>
                    <a:pt x="20782" y="5312"/>
                  </a:lnTo>
                  <a:lnTo>
                    <a:pt x="21600" y="0"/>
                  </a:lnTo>
                  <a:close/>
                </a:path>
              </a:pathLst>
            </a:custGeom>
            <a:solidFill>
              <a:srgbClr val="005BAC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585" name="Freeform 291"/>
            <p:cNvSpPr/>
            <p:nvPr/>
          </p:nvSpPr>
          <p:spPr>
            <a:xfrm>
              <a:off x="-1" y="0"/>
              <a:ext cx="246230" cy="14502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7167" y="11517"/>
                  </a:moveTo>
                  <a:lnTo>
                    <a:pt x="17859" y="11039"/>
                  </a:lnTo>
                  <a:lnTo>
                    <a:pt x="18423" y="10431"/>
                  </a:lnTo>
                  <a:lnTo>
                    <a:pt x="18961" y="9822"/>
                  </a:lnTo>
                  <a:lnTo>
                    <a:pt x="19396" y="9040"/>
                  </a:lnTo>
                  <a:lnTo>
                    <a:pt x="19730" y="8214"/>
                  </a:lnTo>
                  <a:lnTo>
                    <a:pt x="19986" y="7301"/>
                  </a:lnTo>
                  <a:lnTo>
                    <a:pt x="20088" y="6910"/>
                  </a:lnTo>
                  <a:lnTo>
                    <a:pt x="20140" y="6432"/>
                  </a:lnTo>
                  <a:lnTo>
                    <a:pt x="20191" y="5998"/>
                  </a:lnTo>
                  <a:lnTo>
                    <a:pt x="20191" y="4998"/>
                  </a:lnTo>
                  <a:lnTo>
                    <a:pt x="20140" y="4476"/>
                  </a:lnTo>
                  <a:lnTo>
                    <a:pt x="20088" y="3998"/>
                  </a:lnTo>
                  <a:lnTo>
                    <a:pt x="20011" y="3520"/>
                  </a:lnTo>
                  <a:lnTo>
                    <a:pt x="19883" y="3129"/>
                  </a:lnTo>
                  <a:lnTo>
                    <a:pt x="19730" y="2695"/>
                  </a:lnTo>
                  <a:lnTo>
                    <a:pt x="19601" y="2347"/>
                  </a:lnTo>
                  <a:lnTo>
                    <a:pt x="19396" y="1999"/>
                  </a:lnTo>
                  <a:lnTo>
                    <a:pt x="19012" y="1391"/>
                  </a:lnTo>
                  <a:lnTo>
                    <a:pt x="18551" y="956"/>
                  </a:lnTo>
                  <a:lnTo>
                    <a:pt x="18064" y="608"/>
                  </a:lnTo>
                  <a:lnTo>
                    <a:pt x="17500" y="348"/>
                  </a:lnTo>
                  <a:lnTo>
                    <a:pt x="16937" y="217"/>
                  </a:lnTo>
                  <a:lnTo>
                    <a:pt x="16322" y="87"/>
                  </a:lnTo>
                  <a:lnTo>
                    <a:pt x="15656" y="87"/>
                  </a:lnTo>
                  <a:lnTo>
                    <a:pt x="15015" y="0"/>
                  </a:lnTo>
                  <a:lnTo>
                    <a:pt x="13554" y="87"/>
                  </a:lnTo>
                  <a:lnTo>
                    <a:pt x="12043" y="130"/>
                  </a:lnTo>
                  <a:lnTo>
                    <a:pt x="10582" y="217"/>
                  </a:lnTo>
                  <a:lnTo>
                    <a:pt x="9327" y="217"/>
                  </a:lnTo>
                  <a:lnTo>
                    <a:pt x="9532" y="7258"/>
                  </a:lnTo>
                  <a:lnTo>
                    <a:pt x="9557" y="10561"/>
                  </a:lnTo>
                  <a:lnTo>
                    <a:pt x="9557" y="13603"/>
                  </a:lnTo>
                  <a:lnTo>
                    <a:pt x="7969" y="10518"/>
                  </a:lnTo>
                  <a:lnTo>
                    <a:pt x="6380" y="7171"/>
                  </a:lnTo>
                  <a:lnTo>
                    <a:pt x="4791" y="3738"/>
                  </a:lnTo>
                  <a:lnTo>
                    <a:pt x="3305" y="217"/>
                  </a:lnTo>
                  <a:lnTo>
                    <a:pt x="0" y="217"/>
                  </a:lnTo>
                  <a:lnTo>
                    <a:pt x="179" y="5476"/>
                  </a:lnTo>
                  <a:lnTo>
                    <a:pt x="205" y="8171"/>
                  </a:lnTo>
                  <a:lnTo>
                    <a:pt x="256" y="10909"/>
                  </a:lnTo>
                  <a:lnTo>
                    <a:pt x="205" y="13690"/>
                  </a:lnTo>
                  <a:lnTo>
                    <a:pt x="179" y="16385"/>
                  </a:lnTo>
                  <a:lnTo>
                    <a:pt x="0" y="21600"/>
                  </a:lnTo>
                  <a:lnTo>
                    <a:pt x="2742" y="21600"/>
                  </a:lnTo>
                  <a:lnTo>
                    <a:pt x="2562" y="17732"/>
                  </a:lnTo>
                  <a:lnTo>
                    <a:pt x="2485" y="13864"/>
                  </a:lnTo>
                  <a:lnTo>
                    <a:pt x="2434" y="10344"/>
                  </a:lnTo>
                  <a:lnTo>
                    <a:pt x="2434" y="7171"/>
                  </a:lnTo>
                  <a:lnTo>
                    <a:pt x="4151" y="10518"/>
                  </a:lnTo>
                  <a:lnTo>
                    <a:pt x="5893" y="14081"/>
                  </a:lnTo>
                  <a:lnTo>
                    <a:pt x="7661" y="17819"/>
                  </a:lnTo>
                  <a:lnTo>
                    <a:pt x="8456" y="19731"/>
                  </a:lnTo>
                  <a:lnTo>
                    <a:pt x="9275" y="21600"/>
                  </a:lnTo>
                  <a:lnTo>
                    <a:pt x="12120" y="21600"/>
                  </a:lnTo>
                  <a:lnTo>
                    <a:pt x="11991" y="16385"/>
                  </a:lnTo>
                  <a:lnTo>
                    <a:pt x="11966" y="13690"/>
                  </a:lnTo>
                  <a:lnTo>
                    <a:pt x="11915" y="10909"/>
                  </a:lnTo>
                  <a:lnTo>
                    <a:pt x="11915" y="6910"/>
                  </a:lnTo>
                  <a:lnTo>
                    <a:pt x="11991" y="2955"/>
                  </a:lnTo>
                  <a:lnTo>
                    <a:pt x="12863" y="2912"/>
                  </a:lnTo>
                  <a:lnTo>
                    <a:pt x="13913" y="2912"/>
                  </a:lnTo>
                  <a:lnTo>
                    <a:pt x="14554" y="2955"/>
                  </a:lnTo>
                  <a:lnTo>
                    <a:pt x="15143" y="3129"/>
                  </a:lnTo>
                  <a:lnTo>
                    <a:pt x="15630" y="3477"/>
                  </a:lnTo>
                  <a:lnTo>
                    <a:pt x="15835" y="3651"/>
                  </a:lnTo>
                  <a:lnTo>
                    <a:pt x="16142" y="4085"/>
                  </a:lnTo>
                  <a:lnTo>
                    <a:pt x="16270" y="4346"/>
                  </a:lnTo>
                  <a:lnTo>
                    <a:pt x="16475" y="4911"/>
                  </a:lnTo>
                  <a:lnTo>
                    <a:pt x="16604" y="5520"/>
                  </a:lnTo>
                  <a:lnTo>
                    <a:pt x="16629" y="6302"/>
                  </a:lnTo>
                  <a:lnTo>
                    <a:pt x="16604" y="6693"/>
                  </a:lnTo>
                  <a:lnTo>
                    <a:pt x="16552" y="7171"/>
                  </a:lnTo>
                  <a:lnTo>
                    <a:pt x="16475" y="7606"/>
                  </a:lnTo>
                  <a:lnTo>
                    <a:pt x="16347" y="7997"/>
                  </a:lnTo>
                  <a:lnTo>
                    <a:pt x="16245" y="8344"/>
                  </a:lnTo>
                  <a:lnTo>
                    <a:pt x="15835" y="9040"/>
                  </a:lnTo>
                  <a:lnTo>
                    <a:pt x="15630" y="9344"/>
                  </a:lnTo>
                  <a:lnTo>
                    <a:pt x="15092" y="9866"/>
                  </a:lnTo>
                  <a:lnTo>
                    <a:pt x="14528" y="10300"/>
                  </a:lnTo>
                  <a:lnTo>
                    <a:pt x="13888" y="10648"/>
                  </a:lnTo>
                  <a:lnTo>
                    <a:pt x="13196" y="10996"/>
                  </a:lnTo>
                  <a:lnTo>
                    <a:pt x="14272" y="13386"/>
                  </a:lnTo>
                  <a:lnTo>
                    <a:pt x="15451" y="16080"/>
                  </a:lnTo>
                  <a:lnTo>
                    <a:pt x="16604" y="18905"/>
                  </a:lnTo>
                  <a:lnTo>
                    <a:pt x="17654" y="21600"/>
                  </a:lnTo>
                  <a:lnTo>
                    <a:pt x="21600" y="21600"/>
                  </a:lnTo>
                  <a:lnTo>
                    <a:pt x="19166" y="16298"/>
                  </a:lnTo>
                  <a:lnTo>
                    <a:pt x="18115" y="13821"/>
                  </a:lnTo>
                  <a:lnTo>
                    <a:pt x="17167" y="11517"/>
                  </a:lnTo>
                  <a:close/>
                </a:path>
              </a:pathLst>
            </a:custGeom>
            <a:solidFill>
              <a:srgbClr val="005BAC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sp>
        <p:nvSpPr>
          <p:cNvPr id="587" name="本文レベル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201975" y="259238"/>
            <a:ext cx="9504000" cy="671294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txBody>
          <a:bodyPr lIns="0" tIns="0" rIns="0" bIns="0">
            <a:normAutofit/>
          </a:bodyPr>
          <a:lstStyle>
            <a:lvl1pPr marL="0" indent="0">
              <a:spcBef>
                <a:spcPts val="0"/>
              </a:spcBef>
              <a:buClrTx/>
              <a:buSzTx/>
              <a:buNone/>
              <a:defRPr sz="2000" b="1">
                <a:solidFill>
                  <a:schemeClr val="accent1"/>
                </a:solidFill>
              </a:defRPr>
            </a:lvl1pPr>
            <a:lvl2pPr marL="708252" indent="-328840">
              <a:spcBef>
                <a:spcPts val="0"/>
              </a:spcBef>
              <a:buClrTx/>
              <a:defRPr sz="2000" b="1">
                <a:solidFill>
                  <a:schemeClr val="accent1"/>
                </a:solidFill>
              </a:defRPr>
            </a:lvl2pPr>
            <a:lvl3pPr marL="1068614" indent="-281214">
              <a:spcBef>
                <a:spcPts val="0"/>
              </a:spcBef>
              <a:buClrTx/>
              <a:defRPr sz="2000" b="1">
                <a:solidFill>
                  <a:schemeClr val="accent1"/>
                </a:solidFill>
              </a:defRPr>
            </a:lvl3pPr>
            <a:lvl4pPr marL="1482725" indent="-317500">
              <a:spcBef>
                <a:spcPts val="0"/>
              </a:spcBef>
              <a:buClrTx/>
              <a:defRPr sz="2000" b="1">
                <a:solidFill>
                  <a:schemeClr val="accent1"/>
                </a:solidFill>
              </a:defRPr>
            </a:lvl4pPr>
            <a:lvl5pPr marL="1797579" indent="-306916">
              <a:spcBef>
                <a:spcPts val="0"/>
              </a:spcBef>
              <a:buClrTx/>
              <a:defRPr sz="2000" b="1">
                <a:solidFill>
                  <a:schemeClr val="accent1"/>
                </a:solidFill>
              </a:defRPr>
            </a:lvl5pPr>
          </a:lstStyle>
          <a:p>
            <a:r>
              <a:t>マスター タイトルの書式設定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588" name="章タイトル/スライドタイトルを入力"/>
          <p:cNvSpPr txBox="1">
            <a:spLocks noGrp="1"/>
          </p:cNvSpPr>
          <p:nvPr>
            <p:ph type="title" hasCustomPrompt="1"/>
          </p:nvPr>
        </p:nvSpPr>
        <p:spPr>
          <a:xfrm>
            <a:off x="201975" y="259238"/>
            <a:ext cx="9504000" cy="288374"/>
          </a:xfrm>
          <a:prstGeom prst="rect">
            <a:avLst/>
          </a:prstGeom>
          <a:noFill/>
        </p:spPr>
        <p:txBody>
          <a:bodyPr anchor="b">
            <a:normAutofit/>
          </a:bodyPr>
          <a:lstStyle>
            <a:lvl1pPr>
              <a:defRPr sz="1400"/>
            </a:lvl1pPr>
          </a:lstStyle>
          <a:p>
            <a:r>
              <a:t>章タイトル/スライドタイトルを入力</a:t>
            </a:r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グループ化 2"/>
          <p:cNvGrpSpPr/>
          <p:nvPr/>
        </p:nvGrpSpPr>
        <p:grpSpPr>
          <a:xfrm>
            <a:off x="2164439" y="2676566"/>
            <a:ext cx="5576429" cy="1509129"/>
            <a:chOff x="0" y="0"/>
            <a:chExt cx="5576427" cy="1509128"/>
          </a:xfrm>
        </p:grpSpPr>
        <p:grpSp>
          <p:nvGrpSpPr>
            <p:cNvPr id="21" name="グループ化 3"/>
            <p:cNvGrpSpPr/>
            <p:nvPr/>
          </p:nvGrpSpPr>
          <p:grpSpPr>
            <a:xfrm>
              <a:off x="181576" y="627909"/>
              <a:ext cx="5217310" cy="405548"/>
              <a:chOff x="0" y="0"/>
              <a:chExt cx="5217309" cy="405547"/>
            </a:xfrm>
          </p:grpSpPr>
          <p:sp>
            <p:nvSpPr>
              <p:cNvPr id="2" name="フリーフォーム: 図形 7"/>
              <p:cNvSpPr/>
              <p:nvPr/>
            </p:nvSpPr>
            <p:spPr>
              <a:xfrm>
                <a:off x="0" y="21246"/>
                <a:ext cx="288890" cy="38410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0284" y="4370"/>
                    </a:moveTo>
                    <a:cubicBezTo>
                      <a:pt x="18651" y="3739"/>
                      <a:pt x="16547" y="3291"/>
                      <a:pt x="14518" y="3291"/>
                    </a:cubicBezTo>
                    <a:cubicBezTo>
                      <a:pt x="12532" y="3291"/>
                      <a:pt x="9862" y="3889"/>
                      <a:pt x="9862" y="5686"/>
                    </a:cubicBezTo>
                    <a:cubicBezTo>
                      <a:pt x="9862" y="9038"/>
                      <a:pt x="19327" y="8828"/>
                      <a:pt x="19327" y="14630"/>
                    </a:cubicBezTo>
                    <a:cubicBezTo>
                      <a:pt x="19327" y="19747"/>
                      <a:pt x="13996" y="21600"/>
                      <a:pt x="7913" y="21600"/>
                    </a:cubicBezTo>
                    <a:cubicBezTo>
                      <a:pt x="5251" y="21600"/>
                      <a:pt x="2501" y="21124"/>
                      <a:pt x="0" y="20433"/>
                    </a:cubicBezTo>
                    <a:lnTo>
                      <a:pt x="1434" y="16871"/>
                    </a:lnTo>
                    <a:cubicBezTo>
                      <a:pt x="3582" y="17617"/>
                      <a:pt x="5847" y="18309"/>
                      <a:pt x="8237" y="18309"/>
                    </a:cubicBezTo>
                    <a:cubicBezTo>
                      <a:pt x="10907" y="18309"/>
                      <a:pt x="13525" y="17291"/>
                      <a:pt x="13525" y="15045"/>
                    </a:cubicBezTo>
                    <a:cubicBezTo>
                      <a:pt x="13525" y="11273"/>
                      <a:pt x="4060" y="11876"/>
                      <a:pt x="4060" y="6311"/>
                    </a:cubicBezTo>
                    <a:cubicBezTo>
                      <a:pt x="4060" y="1914"/>
                      <a:pt x="9068" y="0"/>
                      <a:pt x="14400" y="0"/>
                    </a:cubicBezTo>
                    <a:cubicBezTo>
                      <a:pt x="16827" y="0"/>
                      <a:pt x="19335" y="238"/>
                      <a:pt x="21600" y="929"/>
                    </a:cubicBezTo>
                    <a:lnTo>
                      <a:pt x="20284" y="4370"/>
                    </a:lnTo>
                    <a:close/>
                  </a:path>
                </a:pathLst>
              </a:custGeom>
              <a:solidFill>
                <a:srgbClr val="005BAC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endParaRPr/>
              </a:p>
            </p:txBody>
          </p:sp>
          <p:sp>
            <p:nvSpPr>
              <p:cNvPr id="3" name="フリーフォーム: 図形 8"/>
              <p:cNvSpPr/>
              <p:nvPr/>
            </p:nvSpPr>
            <p:spPr>
              <a:xfrm>
                <a:off x="278561" y="0"/>
                <a:ext cx="290660" cy="399153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6330" y="0"/>
                    </a:moveTo>
                    <a:lnTo>
                      <a:pt x="11630" y="0"/>
                    </a:lnTo>
                    <a:lnTo>
                      <a:pt x="9100" y="8208"/>
                    </a:lnTo>
                    <a:lnTo>
                      <a:pt x="9181" y="8208"/>
                    </a:lnTo>
                    <a:cubicBezTo>
                      <a:pt x="10643" y="7228"/>
                      <a:pt x="12660" y="6425"/>
                      <a:pt x="14956" y="6425"/>
                    </a:cubicBezTo>
                    <a:cubicBezTo>
                      <a:pt x="18947" y="6425"/>
                      <a:pt x="21600" y="8240"/>
                      <a:pt x="21600" y="11173"/>
                    </a:cubicBezTo>
                    <a:cubicBezTo>
                      <a:pt x="21600" y="12296"/>
                      <a:pt x="21205" y="13477"/>
                      <a:pt x="20928" y="14398"/>
                    </a:cubicBezTo>
                    <a:lnTo>
                      <a:pt x="18793" y="21595"/>
                    </a:lnTo>
                    <a:lnTo>
                      <a:pt x="13494" y="21595"/>
                    </a:lnTo>
                    <a:lnTo>
                      <a:pt x="15467" y="14600"/>
                    </a:lnTo>
                    <a:cubicBezTo>
                      <a:pt x="15745" y="13594"/>
                      <a:pt x="16059" y="12583"/>
                      <a:pt x="16059" y="11492"/>
                    </a:cubicBezTo>
                    <a:cubicBezTo>
                      <a:pt x="16059" y="10252"/>
                      <a:pt x="14875" y="9421"/>
                      <a:pt x="13172" y="9421"/>
                    </a:cubicBezTo>
                    <a:cubicBezTo>
                      <a:pt x="9495" y="9421"/>
                      <a:pt x="8150" y="11928"/>
                      <a:pt x="7478" y="14143"/>
                    </a:cubicBezTo>
                    <a:lnTo>
                      <a:pt x="5299" y="21600"/>
                    </a:lnTo>
                    <a:lnTo>
                      <a:pt x="0" y="21600"/>
                    </a:lnTo>
                    <a:lnTo>
                      <a:pt x="6330" y="0"/>
                    </a:lnTo>
                    <a:close/>
                  </a:path>
                </a:pathLst>
              </a:custGeom>
              <a:solidFill>
                <a:srgbClr val="005BAC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endParaRPr/>
              </a:p>
            </p:txBody>
          </p:sp>
          <p:sp>
            <p:nvSpPr>
              <p:cNvPr id="4" name="フリーフォーム: 図形 9"/>
              <p:cNvSpPr/>
              <p:nvPr/>
            </p:nvSpPr>
            <p:spPr>
              <a:xfrm>
                <a:off x="580137" y="118624"/>
                <a:ext cx="260268" cy="28682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4441" y="17956"/>
                    </a:moveTo>
                    <a:lnTo>
                      <a:pt x="14351" y="17956"/>
                    </a:lnTo>
                    <a:cubicBezTo>
                      <a:pt x="12318" y="20282"/>
                      <a:pt x="10286" y="21600"/>
                      <a:pt x="7020" y="21600"/>
                    </a:cubicBezTo>
                    <a:cubicBezTo>
                      <a:pt x="2914" y="21600"/>
                      <a:pt x="0" y="19518"/>
                      <a:pt x="0" y="15711"/>
                    </a:cubicBezTo>
                    <a:cubicBezTo>
                      <a:pt x="0" y="8896"/>
                      <a:pt x="8392" y="8378"/>
                      <a:pt x="13951" y="8378"/>
                    </a:cubicBezTo>
                    <a:lnTo>
                      <a:pt x="16024" y="8378"/>
                    </a:lnTo>
                    <a:cubicBezTo>
                      <a:pt x="16204" y="7815"/>
                      <a:pt x="16204" y="7215"/>
                      <a:pt x="16204" y="6615"/>
                    </a:cubicBezTo>
                    <a:cubicBezTo>
                      <a:pt x="16204" y="4533"/>
                      <a:pt x="13731" y="3933"/>
                      <a:pt x="11657" y="3933"/>
                    </a:cubicBezTo>
                    <a:cubicBezTo>
                      <a:pt x="9053" y="3933"/>
                      <a:pt x="6539" y="4533"/>
                      <a:pt x="4196" y="5533"/>
                    </a:cubicBezTo>
                    <a:lnTo>
                      <a:pt x="5037" y="1244"/>
                    </a:lnTo>
                    <a:cubicBezTo>
                      <a:pt x="7551" y="444"/>
                      <a:pt x="10114" y="0"/>
                      <a:pt x="12767" y="0"/>
                    </a:cubicBezTo>
                    <a:cubicBezTo>
                      <a:pt x="17314" y="0"/>
                      <a:pt x="21600" y="1526"/>
                      <a:pt x="21600" y="6370"/>
                    </a:cubicBezTo>
                    <a:cubicBezTo>
                      <a:pt x="21600" y="9133"/>
                      <a:pt x="19347" y="17230"/>
                      <a:pt x="18816" y="21111"/>
                    </a:cubicBezTo>
                    <a:lnTo>
                      <a:pt x="13829" y="21111"/>
                    </a:lnTo>
                    <a:lnTo>
                      <a:pt x="14441" y="17956"/>
                    </a:lnTo>
                    <a:close/>
                    <a:moveTo>
                      <a:pt x="8653" y="17674"/>
                    </a:moveTo>
                    <a:cubicBezTo>
                      <a:pt x="13069" y="17674"/>
                      <a:pt x="14441" y="14911"/>
                      <a:pt x="15363" y="11585"/>
                    </a:cubicBezTo>
                    <a:lnTo>
                      <a:pt x="13290" y="11585"/>
                    </a:lnTo>
                    <a:cubicBezTo>
                      <a:pt x="10416" y="11585"/>
                      <a:pt x="5649" y="12022"/>
                      <a:pt x="5649" y="15511"/>
                    </a:cubicBezTo>
                    <a:cubicBezTo>
                      <a:pt x="5649" y="16948"/>
                      <a:pt x="7151" y="17674"/>
                      <a:pt x="8653" y="17674"/>
                    </a:cubicBezTo>
                    <a:close/>
                  </a:path>
                </a:pathLst>
              </a:custGeom>
              <a:solidFill>
                <a:srgbClr val="005BAC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endParaRPr/>
              </a:p>
            </p:txBody>
          </p:sp>
          <p:sp>
            <p:nvSpPr>
              <p:cNvPr id="5" name="フリーフォーム: 図形 10"/>
              <p:cNvSpPr/>
              <p:nvPr/>
            </p:nvSpPr>
            <p:spPr>
              <a:xfrm>
                <a:off x="854666" y="118723"/>
                <a:ext cx="222987" cy="28043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4745" y="3318"/>
                    </a:moveTo>
                    <a:cubicBezTo>
                      <a:pt x="4955" y="2417"/>
                      <a:pt x="5155" y="1477"/>
                      <a:pt x="5364" y="492"/>
                    </a:cubicBezTo>
                    <a:lnTo>
                      <a:pt x="11958" y="492"/>
                    </a:lnTo>
                    <a:lnTo>
                      <a:pt x="11033" y="4470"/>
                    </a:lnTo>
                    <a:lnTo>
                      <a:pt x="11138" y="4470"/>
                    </a:lnTo>
                    <a:cubicBezTo>
                      <a:pt x="12377" y="2174"/>
                      <a:pt x="15778" y="0"/>
                      <a:pt x="18970" y="0"/>
                    </a:cubicBezTo>
                    <a:cubicBezTo>
                      <a:pt x="19847" y="0"/>
                      <a:pt x="20771" y="38"/>
                      <a:pt x="21600" y="205"/>
                    </a:cubicBezTo>
                    <a:lnTo>
                      <a:pt x="20161" y="5576"/>
                    </a:lnTo>
                    <a:cubicBezTo>
                      <a:pt x="19389" y="5372"/>
                      <a:pt x="18408" y="5250"/>
                      <a:pt x="17532" y="5250"/>
                    </a:cubicBezTo>
                    <a:cubicBezTo>
                      <a:pt x="12634" y="5250"/>
                      <a:pt x="10262" y="8735"/>
                      <a:pt x="9385" y="12137"/>
                    </a:cubicBezTo>
                    <a:lnTo>
                      <a:pt x="6908" y="21600"/>
                    </a:lnTo>
                    <a:lnTo>
                      <a:pt x="0" y="21600"/>
                    </a:lnTo>
                    <a:lnTo>
                      <a:pt x="4745" y="3318"/>
                    </a:lnTo>
                    <a:close/>
                  </a:path>
                </a:pathLst>
              </a:custGeom>
              <a:solidFill>
                <a:srgbClr val="005BAC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endParaRPr/>
              </a:p>
            </p:txBody>
          </p:sp>
          <p:sp>
            <p:nvSpPr>
              <p:cNvPr id="6" name="フリーフォーム: 図形 11"/>
              <p:cNvSpPr/>
              <p:nvPr/>
            </p:nvSpPr>
            <p:spPr>
              <a:xfrm>
                <a:off x="1063193" y="118722"/>
                <a:ext cx="268136" cy="286727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5483" y="12464"/>
                    </a:moveTo>
                    <a:cubicBezTo>
                      <a:pt x="5483" y="16272"/>
                      <a:pt x="7670" y="17673"/>
                      <a:pt x="11608" y="17673"/>
                    </a:cubicBezTo>
                    <a:cubicBezTo>
                      <a:pt x="13962" y="17673"/>
                      <a:pt x="16236" y="17110"/>
                      <a:pt x="18383" y="16191"/>
                    </a:cubicBezTo>
                    <a:lnTo>
                      <a:pt x="17654" y="20437"/>
                    </a:lnTo>
                    <a:cubicBezTo>
                      <a:pt x="15428" y="21081"/>
                      <a:pt x="12979" y="21600"/>
                      <a:pt x="10626" y="21600"/>
                    </a:cubicBezTo>
                    <a:cubicBezTo>
                      <a:pt x="4279" y="21600"/>
                      <a:pt x="0" y="18718"/>
                      <a:pt x="0" y="12582"/>
                    </a:cubicBezTo>
                    <a:cubicBezTo>
                      <a:pt x="0" y="6172"/>
                      <a:pt x="5317" y="0"/>
                      <a:pt x="12559" y="0"/>
                    </a:cubicBezTo>
                    <a:cubicBezTo>
                      <a:pt x="18003" y="0"/>
                      <a:pt x="21600" y="2601"/>
                      <a:pt x="21600" y="7855"/>
                    </a:cubicBezTo>
                    <a:cubicBezTo>
                      <a:pt x="21600" y="9418"/>
                      <a:pt x="21386" y="10937"/>
                      <a:pt x="21045" y="12464"/>
                    </a:cubicBezTo>
                    <a:lnTo>
                      <a:pt x="5483" y="12464"/>
                    </a:lnTo>
                    <a:close/>
                    <a:moveTo>
                      <a:pt x="15990" y="8773"/>
                    </a:moveTo>
                    <a:cubicBezTo>
                      <a:pt x="16077" y="8292"/>
                      <a:pt x="16117" y="7855"/>
                      <a:pt x="16117" y="7373"/>
                    </a:cubicBezTo>
                    <a:cubicBezTo>
                      <a:pt x="16117" y="5172"/>
                      <a:pt x="14873" y="3927"/>
                      <a:pt x="12472" y="3927"/>
                    </a:cubicBezTo>
                    <a:cubicBezTo>
                      <a:pt x="8914" y="3927"/>
                      <a:pt x="7369" y="5928"/>
                      <a:pt x="6260" y="8773"/>
                    </a:cubicBezTo>
                    <a:lnTo>
                      <a:pt x="15990" y="8773"/>
                    </a:lnTo>
                    <a:close/>
                  </a:path>
                </a:pathLst>
              </a:custGeom>
              <a:solidFill>
                <a:srgbClr val="005BAC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endParaRPr/>
              </a:p>
            </p:txBody>
          </p:sp>
          <p:sp>
            <p:nvSpPr>
              <p:cNvPr id="7" name="フリーフォーム: 図形 12"/>
              <p:cNvSpPr/>
              <p:nvPr/>
            </p:nvSpPr>
            <p:spPr>
              <a:xfrm>
                <a:off x="1457231" y="43673"/>
                <a:ext cx="197808" cy="36187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203" y="4855"/>
                    </a:moveTo>
                    <a:lnTo>
                      <a:pt x="6842" y="4855"/>
                    </a:lnTo>
                    <a:lnTo>
                      <a:pt x="8174" y="1491"/>
                    </a:lnTo>
                    <a:lnTo>
                      <a:pt x="16541" y="0"/>
                    </a:lnTo>
                    <a:lnTo>
                      <a:pt x="14629" y="4861"/>
                    </a:lnTo>
                    <a:lnTo>
                      <a:pt x="21600" y="4861"/>
                    </a:lnTo>
                    <a:lnTo>
                      <a:pt x="20375" y="7973"/>
                    </a:lnTo>
                    <a:lnTo>
                      <a:pt x="13405" y="7973"/>
                    </a:lnTo>
                    <a:lnTo>
                      <a:pt x="10558" y="15118"/>
                    </a:lnTo>
                    <a:cubicBezTo>
                      <a:pt x="10386" y="15500"/>
                      <a:pt x="10215" y="16069"/>
                      <a:pt x="10215" y="16703"/>
                    </a:cubicBezTo>
                    <a:cubicBezTo>
                      <a:pt x="10215" y="17690"/>
                      <a:pt x="11439" y="18295"/>
                      <a:pt x="13179" y="18295"/>
                    </a:cubicBezTo>
                    <a:cubicBezTo>
                      <a:pt x="14575" y="18295"/>
                      <a:pt x="15972" y="18136"/>
                      <a:pt x="16949" y="17913"/>
                    </a:cubicBezTo>
                    <a:lnTo>
                      <a:pt x="15617" y="21218"/>
                    </a:lnTo>
                    <a:cubicBezTo>
                      <a:pt x="14285" y="21377"/>
                      <a:pt x="12771" y="21600"/>
                      <a:pt x="11439" y="21600"/>
                    </a:cubicBezTo>
                    <a:cubicBezTo>
                      <a:pt x="6155" y="21600"/>
                      <a:pt x="2438" y="20455"/>
                      <a:pt x="2438" y="17314"/>
                    </a:cubicBezTo>
                    <a:cubicBezTo>
                      <a:pt x="2438" y="16046"/>
                      <a:pt x="2900" y="14807"/>
                      <a:pt x="3426" y="13504"/>
                    </a:cubicBezTo>
                    <a:lnTo>
                      <a:pt x="5639" y="7979"/>
                    </a:lnTo>
                    <a:lnTo>
                      <a:pt x="0" y="7979"/>
                    </a:lnTo>
                    <a:lnTo>
                      <a:pt x="1203" y="4855"/>
                    </a:lnTo>
                    <a:close/>
                  </a:path>
                </a:pathLst>
              </a:custGeom>
              <a:solidFill>
                <a:srgbClr val="005BAC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endParaRPr/>
              </a:p>
            </p:txBody>
          </p:sp>
          <p:sp>
            <p:nvSpPr>
              <p:cNvPr id="8" name="フリーフォーム: 図形 13"/>
              <p:cNvSpPr/>
              <p:nvPr/>
            </p:nvSpPr>
            <p:spPr>
              <a:xfrm>
                <a:off x="1634774" y="0"/>
                <a:ext cx="290464" cy="399153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6320" y="0"/>
                    </a:moveTo>
                    <a:lnTo>
                      <a:pt x="11623" y="0"/>
                    </a:lnTo>
                    <a:lnTo>
                      <a:pt x="9092" y="8208"/>
                    </a:lnTo>
                    <a:lnTo>
                      <a:pt x="9173" y="8208"/>
                    </a:lnTo>
                    <a:cubicBezTo>
                      <a:pt x="10635" y="7228"/>
                      <a:pt x="12654" y="6425"/>
                      <a:pt x="14951" y="6425"/>
                    </a:cubicBezTo>
                    <a:cubicBezTo>
                      <a:pt x="18945" y="6425"/>
                      <a:pt x="21600" y="8240"/>
                      <a:pt x="21600" y="11173"/>
                    </a:cubicBezTo>
                    <a:cubicBezTo>
                      <a:pt x="21600" y="12296"/>
                      <a:pt x="21205" y="13477"/>
                      <a:pt x="20927" y="14398"/>
                    </a:cubicBezTo>
                    <a:lnTo>
                      <a:pt x="18791" y="21595"/>
                    </a:lnTo>
                    <a:lnTo>
                      <a:pt x="13488" y="21595"/>
                    </a:lnTo>
                    <a:lnTo>
                      <a:pt x="15470" y="14600"/>
                    </a:lnTo>
                    <a:cubicBezTo>
                      <a:pt x="15748" y="13594"/>
                      <a:pt x="16063" y="12583"/>
                      <a:pt x="16063" y="11492"/>
                    </a:cubicBezTo>
                    <a:cubicBezTo>
                      <a:pt x="16063" y="10252"/>
                      <a:pt x="14878" y="9421"/>
                      <a:pt x="13174" y="9421"/>
                    </a:cubicBezTo>
                    <a:cubicBezTo>
                      <a:pt x="9494" y="9421"/>
                      <a:pt x="8148" y="11928"/>
                      <a:pt x="7476" y="14143"/>
                    </a:cubicBezTo>
                    <a:lnTo>
                      <a:pt x="5303" y="21600"/>
                    </a:lnTo>
                    <a:lnTo>
                      <a:pt x="0" y="21600"/>
                    </a:lnTo>
                    <a:lnTo>
                      <a:pt x="6320" y="0"/>
                    </a:lnTo>
                    <a:close/>
                  </a:path>
                </a:pathLst>
              </a:custGeom>
              <a:solidFill>
                <a:srgbClr val="005BAC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endParaRPr/>
              </a:p>
            </p:txBody>
          </p:sp>
          <p:sp>
            <p:nvSpPr>
              <p:cNvPr id="9" name="フリーフォーム: 図形 14"/>
              <p:cNvSpPr/>
              <p:nvPr/>
            </p:nvSpPr>
            <p:spPr>
              <a:xfrm>
                <a:off x="1945007" y="118722"/>
                <a:ext cx="268136" cy="286727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5483" y="12464"/>
                    </a:moveTo>
                    <a:cubicBezTo>
                      <a:pt x="5483" y="16272"/>
                      <a:pt x="7670" y="17673"/>
                      <a:pt x="11608" y="17673"/>
                    </a:cubicBezTo>
                    <a:cubicBezTo>
                      <a:pt x="13962" y="17673"/>
                      <a:pt x="16236" y="17110"/>
                      <a:pt x="18383" y="16191"/>
                    </a:cubicBezTo>
                    <a:lnTo>
                      <a:pt x="17654" y="20437"/>
                    </a:lnTo>
                    <a:cubicBezTo>
                      <a:pt x="15428" y="21081"/>
                      <a:pt x="12979" y="21600"/>
                      <a:pt x="10626" y="21600"/>
                    </a:cubicBezTo>
                    <a:cubicBezTo>
                      <a:pt x="4279" y="21600"/>
                      <a:pt x="0" y="18718"/>
                      <a:pt x="0" y="12582"/>
                    </a:cubicBezTo>
                    <a:cubicBezTo>
                      <a:pt x="0" y="6172"/>
                      <a:pt x="5317" y="0"/>
                      <a:pt x="12559" y="0"/>
                    </a:cubicBezTo>
                    <a:cubicBezTo>
                      <a:pt x="18003" y="0"/>
                      <a:pt x="21600" y="2601"/>
                      <a:pt x="21600" y="7855"/>
                    </a:cubicBezTo>
                    <a:cubicBezTo>
                      <a:pt x="21600" y="9418"/>
                      <a:pt x="21386" y="10937"/>
                      <a:pt x="21045" y="12464"/>
                    </a:cubicBezTo>
                    <a:lnTo>
                      <a:pt x="5483" y="12464"/>
                    </a:lnTo>
                    <a:close/>
                    <a:moveTo>
                      <a:pt x="15982" y="8773"/>
                    </a:moveTo>
                    <a:cubicBezTo>
                      <a:pt x="16069" y="8292"/>
                      <a:pt x="16109" y="7855"/>
                      <a:pt x="16109" y="7373"/>
                    </a:cubicBezTo>
                    <a:cubicBezTo>
                      <a:pt x="16109" y="5172"/>
                      <a:pt x="14865" y="3927"/>
                      <a:pt x="12464" y="3927"/>
                    </a:cubicBezTo>
                    <a:cubicBezTo>
                      <a:pt x="8906" y="3927"/>
                      <a:pt x="7361" y="5928"/>
                      <a:pt x="6252" y="8773"/>
                    </a:cubicBezTo>
                    <a:lnTo>
                      <a:pt x="15982" y="8773"/>
                    </a:lnTo>
                    <a:close/>
                  </a:path>
                </a:pathLst>
              </a:custGeom>
              <a:solidFill>
                <a:srgbClr val="005BAC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endParaRPr/>
              </a:p>
            </p:txBody>
          </p:sp>
          <p:sp>
            <p:nvSpPr>
              <p:cNvPr id="10" name="フリーフォーム: 図形 15"/>
              <p:cNvSpPr/>
              <p:nvPr/>
            </p:nvSpPr>
            <p:spPr>
              <a:xfrm>
                <a:off x="2322815" y="27738"/>
                <a:ext cx="385284" cy="37131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4478" y="0"/>
                    </a:moveTo>
                    <a:lnTo>
                      <a:pt x="9755" y="0"/>
                    </a:lnTo>
                    <a:lnTo>
                      <a:pt x="14200" y="16405"/>
                    </a:lnTo>
                    <a:lnTo>
                      <a:pt x="14260" y="16405"/>
                    </a:lnTo>
                    <a:lnTo>
                      <a:pt x="17663" y="0"/>
                    </a:lnTo>
                    <a:lnTo>
                      <a:pt x="21600" y="0"/>
                    </a:lnTo>
                    <a:lnTo>
                      <a:pt x="17095" y="21600"/>
                    </a:lnTo>
                    <a:lnTo>
                      <a:pt x="11724" y="21600"/>
                    </a:lnTo>
                    <a:lnTo>
                      <a:pt x="7367" y="5041"/>
                    </a:lnTo>
                    <a:lnTo>
                      <a:pt x="7307" y="5041"/>
                    </a:lnTo>
                    <a:lnTo>
                      <a:pt x="3998" y="21600"/>
                    </a:lnTo>
                    <a:lnTo>
                      <a:pt x="0" y="21600"/>
                    </a:lnTo>
                    <a:lnTo>
                      <a:pt x="4478" y="0"/>
                    </a:lnTo>
                    <a:close/>
                  </a:path>
                </a:pathLst>
              </a:custGeom>
              <a:solidFill>
                <a:srgbClr val="005BAC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endParaRPr/>
              </a:p>
            </p:txBody>
          </p:sp>
          <p:sp>
            <p:nvSpPr>
              <p:cNvPr id="11" name="フリーフォーム: 図形 16"/>
              <p:cNvSpPr/>
              <p:nvPr/>
            </p:nvSpPr>
            <p:spPr>
              <a:xfrm>
                <a:off x="2691573" y="118722"/>
                <a:ext cx="268136" cy="286727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5483" y="12464"/>
                    </a:moveTo>
                    <a:cubicBezTo>
                      <a:pt x="5483" y="16272"/>
                      <a:pt x="7670" y="17673"/>
                      <a:pt x="11608" y="17673"/>
                    </a:cubicBezTo>
                    <a:cubicBezTo>
                      <a:pt x="13962" y="17673"/>
                      <a:pt x="16236" y="17110"/>
                      <a:pt x="18383" y="16191"/>
                    </a:cubicBezTo>
                    <a:lnTo>
                      <a:pt x="17654" y="20437"/>
                    </a:lnTo>
                    <a:cubicBezTo>
                      <a:pt x="15428" y="21081"/>
                      <a:pt x="12979" y="21600"/>
                      <a:pt x="10626" y="21600"/>
                    </a:cubicBezTo>
                    <a:cubicBezTo>
                      <a:pt x="4279" y="21600"/>
                      <a:pt x="0" y="18718"/>
                      <a:pt x="0" y="12582"/>
                    </a:cubicBezTo>
                    <a:cubicBezTo>
                      <a:pt x="0" y="6172"/>
                      <a:pt x="5317" y="0"/>
                      <a:pt x="12559" y="0"/>
                    </a:cubicBezTo>
                    <a:cubicBezTo>
                      <a:pt x="18003" y="0"/>
                      <a:pt x="21600" y="2601"/>
                      <a:pt x="21600" y="7855"/>
                    </a:cubicBezTo>
                    <a:cubicBezTo>
                      <a:pt x="21600" y="9418"/>
                      <a:pt x="21386" y="10937"/>
                      <a:pt x="21045" y="12464"/>
                    </a:cubicBezTo>
                    <a:lnTo>
                      <a:pt x="5483" y="12464"/>
                    </a:lnTo>
                    <a:close/>
                    <a:moveTo>
                      <a:pt x="15982" y="8773"/>
                    </a:moveTo>
                    <a:cubicBezTo>
                      <a:pt x="16069" y="8292"/>
                      <a:pt x="16109" y="7855"/>
                      <a:pt x="16109" y="7373"/>
                    </a:cubicBezTo>
                    <a:cubicBezTo>
                      <a:pt x="16109" y="5172"/>
                      <a:pt x="14865" y="3927"/>
                      <a:pt x="12464" y="3927"/>
                    </a:cubicBezTo>
                    <a:cubicBezTo>
                      <a:pt x="8906" y="3927"/>
                      <a:pt x="7361" y="5928"/>
                      <a:pt x="6252" y="8773"/>
                    </a:cubicBezTo>
                    <a:lnTo>
                      <a:pt x="15982" y="8773"/>
                    </a:lnTo>
                    <a:close/>
                  </a:path>
                </a:pathLst>
              </a:custGeom>
              <a:solidFill>
                <a:srgbClr val="005BAC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endParaRPr/>
              </a:p>
            </p:txBody>
          </p:sp>
          <p:sp>
            <p:nvSpPr>
              <p:cNvPr id="12" name="フリーフォーム: 図形 17"/>
              <p:cNvSpPr/>
              <p:nvPr/>
            </p:nvSpPr>
            <p:spPr>
              <a:xfrm>
                <a:off x="2929215" y="125116"/>
                <a:ext cx="337874" cy="27403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1231" y="7420"/>
                    </a:moveTo>
                    <a:lnTo>
                      <a:pt x="16161" y="0"/>
                    </a:lnTo>
                    <a:lnTo>
                      <a:pt x="21600" y="0"/>
                    </a:lnTo>
                    <a:lnTo>
                      <a:pt x="14148" y="10319"/>
                    </a:lnTo>
                    <a:lnTo>
                      <a:pt x="18330" y="21600"/>
                    </a:lnTo>
                    <a:lnTo>
                      <a:pt x="13362" y="21600"/>
                    </a:lnTo>
                    <a:lnTo>
                      <a:pt x="10677" y="13335"/>
                    </a:lnTo>
                    <a:lnTo>
                      <a:pt x="5439" y="21600"/>
                    </a:lnTo>
                    <a:lnTo>
                      <a:pt x="0" y="21600"/>
                    </a:lnTo>
                    <a:lnTo>
                      <a:pt x="7923" y="10319"/>
                    </a:lnTo>
                    <a:lnTo>
                      <a:pt x="4213" y="0"/>
                    </a:lnTo>
                    <a:lnTo>
                      <a:pt x="8942" y="0"/>
                    </a:lnTo>
                    <a:lnTo>
                      <a:pt x="11231" y="7420"/>
                    </a:lnTo>
                    <a:close/>
                  </a:path>
                </a:pathLst>
              </a:custGeom>
              <a:solidFill>
                <a:srgbClr val="005BAC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endParaRPr/>
              </a:p>
            </p:txBody>
          </p:sp>
          <p:sp>
            <p:nvSpPr>
              <p:cNvPr id="13" name="フリーフォーム: 図形 18"/>
              <p:cNvSpPr/>
              <p:nvPr/>
            </p:nvSpPr>
            <p:spPr>
              <a:xfrm>
                <a:off x="3274957" y="43673"/>
                <a:ext cx="197808" cy="36187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214" y="4855"/>
                    </a:moveTo>
                    <a:lnTo>
                      <a:pt x="6853" y="4855"/>
                    </a:lnTo>
                    <a:lnTo>
                      <a:pt x="8185" y="1491"/>
                    </a:lnTo>
                    <a:lnTo>
                      <a:pt x="16552" y="0"/>
                    </a:lnTo>
                    <a:lnTo>
                      <a:pt x="14629" y="4861"/>
                    </a:lnTo>
                    <a:lnTo>
                      <a:pt x="21600" y="4861"/>
                    </a:lnTo>
                    <a:lnTo>
                      <a:pt x="20375" y="7973"/>
                    </a:lnTo>
                    <a:lnTo>
                      <a:pt x="13405" y="7973"/>
                    </a:lnTo>
                    <a:lnTo>
                      <a:pt x="10558" y="15118"/>
                    </a:lnTo>
                    <a:cubicBezTo>
                      <a:pt x="10386" y="15500"/>
                      <a:pt x="10204" y="16069"/>
                      <a:pt x="10204" y="16703"/>
                    </a:cubicBezTo>
                    <a:cubicBezTo>
                      <a:pt x="10204" y="17690"/>
                      <a:pt x="11428" y="18295"/>
                      <a:pt x="13168" y="18295"/>
                    </a:cubicBezTo>
                    <a:cubicBezTo>
                      <a:pt x="14565" y="18295"/>
                      <a:pt x="15961" y="18136"/>
                      <a:pt x="16949" y="17913"/>
                    </a:cubicBezTo>
                    <a:lnTo>
                      <a:pt x="15617" y="21218"/>
                    </a:lnTo>
                    <a:cubicBezTo>
                      <a:pt x="14285" y="21377"/>
                      <a:pt x="12771" y="21600"/>
                      <a:pt x="11439" y="21600"/>
                    </a:cubicBezTo>
                    <a:cubicBezTo>
                      <a:pt x="6155" y="21600"/>
                      <a:pt x="2438" y="20455"/>
                      <a:pt x="2438" y="17314"/>
                    </a:cubicBezTo>
                    <a:cubicBezTo>
                      <a:pt x="2438" y="16046"/>
                      <a:pt x="2900" y="14807"/>
                      <a:pt x="3426" y="13504"/>
                    </a:cubicBezTo>
                    <a:lnTo>
                      <a:pt x="5639" y="7979"/>
                    </a:lnTo>
                    <a:lnTo>
                      <a:pt x="0" y="7979"/>
                    </a:lnTo>
                    <a:lnTo>
                      <a:pt x="1214" y="4855"/>
                    </a:lnTo>
                    <a:close/>
                  </a:path>
                </a:pathLst>
              </a:custGeom>
              <a:solidFill>
                <a:srgbClr val="005BAC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endParaRPr/>
              </a:p>
            </p:txBody>
          </p:sp>
          <p:sp>
            <p:nvSpPr>
              <p:cNvPr id="14" name="フリーフォーム: 図形 19"/>
              <p:cNvSpPr/>
              <p:nvPr/>
            </p:nvSpPr>
            <p:spPr>
              <a:xfrm>
                <a:off x="3595420" y="27738"/>
                <a:ext cx="345350" cy="37131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0" y="0"/>
                    </a:moveTo>
                    <a:lnTo>
                      <a:pt x="4657" y="0"/>
                    </a:lnTo>
                    <a:lnTo>
                      <a:pt x="6823" y="16805"/>
                    </a:lnTo>
                    <a:lnTo>
                      <a:pt x="6890" y="16805"/>
                    </a:lnTo>
                    <a:lnTo>
                      <a:pt x="16543" y="0"/>
                    </a:lnTo>
                    <a:lnTo>
                      <a:pt x="21600" y="0"/>
                    </a:lnTo>
                    <a:lnTo>
                      <a:pt x="8619" y="21600"/>
                    </a:lnTo>
                    <a:lnTo>
                      <a:pt x="3064" y="2160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5BAC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endParaRPr/>
              </a:p>
            </p:txBody>
          </p:sp>
          <p:sp>
            <p:nvSpPr>
              <p:cNvPr id="15" name="フリーフォーム: 図形 20"/>
              <p:cNvSpPr/>
              <p:nvPr/>
            </p:nvSpPr>
            <p:spPr>
              <a:xfrm>
                <a:off x="3858243" y="118624"/>
                <a:ext cx="260268" cy="28682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4441" y="17956"/>
                    </a:moveTo>
                    <a:lnTo>
                      <a:pt x="14351" y="17956"/>
                    </a:lnTo>
                    <a:cubicBezTo>
                      <a:pt x="12318" y="20282"/>
                      <a:pt x="10286" y="21600"/>
                      <a:pt x="7020" y="21600"/>
                    </a:cubicBezTo>
                    <a:cubicBezTo>
                      <a:pt x="2914" y="21600"/>
                      <a:pt x="0" y="19518"/>
                      <a:pt x="0" y="15711"/>
                    </a:cubicBezTo>
                    <a:cubicBezTo>
                      <a:pt x="0" y="8896"/>
                      <a:pt x="8392" y="8378"/>
                      <a:pt x="13951" y="8378"/>
                    </a:cubicBezTo>
                    <a:lnTo>
                      <a:pt x="16024" y="8378"/>
                    </a:lnTo>
                    <a:cubicBezTo>
                      <a:pt x="16204" y="7815"/>
                      <a:pt x="16204" y="7215"/>
                      <a:pt x="16204" y="6615"/>
                    </a:cubicBezTo>
                    <a:cubicBezTo>
                      <a:pt x="16204" y="4533"/>
                      <a:pt x="13731" y="3933"/>
                      <a:pt x="11657" y="3933"/>
                    </a:cubicBezTo>
                    <a:cubicBezTo>
                      <a:pt x="9053" y="3933"/>
                      <a:pt x="6539" y="4533"/>
                      <a:pt x="4196" y="5533"/>
                    </a:cubicBezTo>
                    <a:lnTo>
                      <a:pt x="5037" y="1244"/>
                    </a:lnTo>
                    <a:cubicBezTo>
                      <a:pt x="7551" y="444"/>
                      <a:pt x="10114" y="0"/>
                      <a:pt x="12767" y="0"/>
                    </a:cubicBezTo>
                    <a:cubicBezTo>
                      <a:pt x="17314" y="0"/>
                      <a:pt x="21600" y="1526"/>
                      <a:pt x="21600" y="6370"/>
                    </a:cubicBezTo>
                    <a:cubicBezTo>
                      <a:pt x="21600" y="9133"/>
                      <a:pt x="19347" y="17230"/>
                      <a:pt x="18816" y="21111"/>
                    </a:cubicBezTo>
                    <a:lnTo>
                      <a:pt x="13829" y="21111"/>
                    </a:lnTo>
                    <a:lnTo>
                      <a:pt x="14441" y="17956"/>
                    </a:lnTo>
                    <a:close/>
                    <a:moveTo>
                      <a:pt x="8653" y="17674"/>
                    </a:moveTo>
                    <a:cubicBezTo>
                      <a:pt x="13069" y="17674"/>
                      <a:pt x="14441" y="14911"/>
                      <a:pt x="15363" y="11585"/>
                    </a:cubicBezTo>
                    <a:lnTo>
                      <a:pt x="13290" y="11585"/>
                    </a:lnTo>
                    <a:cubicBezTo>
                      <a:pt x="10416" y="11585"/>
                      <a:pt x="5649" y="12022"/>
                      <a:pt x="5649" y="15511"/>
                    </a:cubicBezTo>
                    <a:cubicBezTo>
                      <a:pt x="5649" y="16948"/>
                      <a:pt x="7151" y="17674"/>
                      <a:pt x="8653" y="17674"/>
                    </a:cubicBezTo>
                    <a:close/>
                  </a:path>
                </a:pathLst>
              </a:custGeom>
              <a:solidFill>
                <a:srgbClr val="005BAC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endParaRPr/>
              </a:p>
            </p:txBody>
          </p:sp>
          <p:sp>
            <p:nvSpPr>
              <p:cNvPr id="16" name="フリーフォーム: 図形 21"/>
              <p:cNvSpPr/>
              <p:nvPr/>
            </p:nvSpPr>
            <p:spPr>
              <a:xfrm>
                <a:off x="4129230" y="0"/>
                <a:ext cx="155905" cy="39905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1720" y="0"/>
                    </a:moveTo>
                    <a:lnTo>
                      <a:pt x="21600" y="0"/>
                    </a:lnTo>
                    <a:lnTo>
                      <a:pt x="9880" y="21600"/>
                    </a:lnTo>
                    <a:lnTo>
                      <a:pt x="0" y="21600"/>
                    </a:lnTo>
                    <a:lnTo>
                      <a:pt x="11720" y="0"/>
                    </a:lnTo>
                    <a:close/>
                  </a:path>
                </a:pathLst>
              </a:custGeom>
              <a:solidFill>
                <a:srgbClr val="005BAC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endParaRPr/>
              </a:p>
            </p:txBody>
          </p:sp>
          <p:sp>
            <p:nvSpPr>
              <p:cNvPr id="17" name="フリーフォーム: 図形 22"/>
              <p:cNvSpPr/>
              <p:nvPr/>
            </p:nvSpPr>
            <p:spPr>
              <a:xfrm>
                <a:off x="4270969" y="125116"/>
                <a:ext cx="290464" cy="28033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7848" y="18076"/>
                    </a:moveTo>
                    <a:cubicBezTo>
                      <a:pt x="17606" y="19349"/>
                      <a:pt x="17409" y="20456"/>
                      <a:pt x="17336" y="21107"/>
                    </a:cubicBezTo>
                    <a:lnTo>
                      <a:pt x="12150" y="21107"/>
                    </a:lnTo>
                    <a:lnTo>
                      <a:pt x="12508" y="19061"/>
                    </a:lnTo>
                    <a:lnTo>
                      <a:pt x="12427" y="19061"/>
                    </a:lnTo>
                    <a:cubicBezTo>
                      <a:pt x="10965" y="20456"/>
                      <a:pt x="8946" y="21600"/>
                      <a:pt x="6649" y="21600"/>
                    </a:cubicBezTo>
                    <a:cubicBezTo>
                      <a:pt x="2655" y="21600"/>
                      <a:pt x="0" y="19016"/>
                      <a:pt x="0" y="14840"/>
                    </a:cubicBezTo>
                    <a:cubicBezTo>
                      <a:pt x="0" y="13240"/>
                      <a:pt x="395" y="11558"/>
                      <a:pt x="673" y="10247"/>
                    </a:cubicBezTo>
                    <a:lnTo>
                      <a:pt x="2809" y="0"/>
                    </a:lnTo>
                    <a:lnTo>
                      <a:pt x="8112" y="0"/>
                    </a:lnTo>
                    <a:lnTo>
                      <a:pt x="6130" y="9959"/>
                    </a:lnTo>
                    <a:cubicBezTo>
                      <a:pt x="5852" y="11391"/>
                      <a:pt x="5537" y="12831"/>
                      <a:pt x="5537" y="14385"/>
                    </a:cubicBezTo>
                    <a:cubicBezTo>
                      <a:pt x="5537" y="16151"/>
                      <a:pt x="6722" y="17341"/>
                      <a:pt x="8426" y="17341"/>
                    </a:cubicBezTo>
                    <a:cubicBezTo>
                      <a:pt x="12106" y="17341"/>
                      <a:pt x="13451" y="13771"/>
                      <a:pt x="14124" y="10618"/>
                    </a:cubicBezTo>
                    <a:lnTo>
                      <a:pt x="16297" y="0"/>
                    </a:lnTo>
                    <a:lnTo>
                      <a:pt x="21600" y="0"/>
                    </a:lnTo>
                    <a:lnTo>
                      <a:pt x="17848" y="18076"/>
                    </a:lnTo>
                    <a:close/>
                  </a:path>
                </a:pathLst>
              </a:custGeom>
              <a:solidFill>
                <a:srgbClr val="005BAC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endParaRPr/>
              </a:p>
            </p:txBody>
          </p:sp>
          <p:sp>
            <p:nvSpPr>
              <p:cNvPr id="18" name="フリーフォーム: 図形 23"/>
              <p:cNvSpPr/>
              <p:nvPr/>
            </p:nvSpPr>
            <p:spPr>
              <a:xfrm>
                <a:off x="4563300" y="118722"/>
                <a:ext cx="268136" cy="286727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5483" y="12464"/>
                    </a:moveTo>
                    <a:cubicBezTo>
                      <a:pt x="5483" y="16272"/>
                      <a:pt x="7670" y="17673"/>
                      <a:pt x="11608" y="17673"/>
                    </a:cubicBezTo>
                    <a:cubicBezTo>
                      <a:pt x="13962" y="17673"/>
                      <a:pt x="16236" y="17110"/>
                      <a:pt x="18383" y="16191"/>
                    </a:cubicBezTo>
                    <a:lnTo>
                      <a:pt x="17654" y="20437"/>
                    </a:lnTo>
                    <a:cubicBezTo>
                      <a:pt x="15427" y="21081"/>
                      <a:pt x="12979" y="21600"/>
                      <a:pt x="10626" y="21600"/>
                    </a:cubicBezTo>
                    <a:cubicBezTo>
                      <a:pt x="4279" y="21600"/>
                      <a:pt x="0" y="18718"/>
                      <a:pt x="0" y="12582"/>
                    </a:cubicBezTo>
                    <a:cubicBezTo>
                      <a:pt x="0" y="6172"/>
                      <a:pt x="5317" y="0"/>
                      <a:pt x="12559" y="0"/>
                    </a:cubicBezTo>
                    <a:cubicBezTo>
                      <a:pt x="18003" y="0"/>
                      <a:pt x="21600" y="2601"/>
                      <a:pt x="21600" y="7855"/>
                    </a:cubicBezTo>
                    <a:cubicBezTo>
                      <a:pt x="21600" y="9418"/>
                      <a:pt x="21386" y="10937"/>
                      <a:pt x="21045" y="12464"/>
                    </a:cubicBezTo>
                    <a:lnTo>
                      <a:pt x="5483" y="12464"/>
                    </a:lnTo>
                    <a:close/>
                    <a:moveTo>
                      <a:pt x="15982" y="8773"/>
                    </a:moveTo>
                    <a:cubicBezTo>
                      <a:pt x="16069" y="8292"/>
                      <a:pt x="16109" y="7855"/>
                      <a:pt x="16109" y="7373"/>
                    </a:cubicBezTo>
                    <a:cubicBezTo>
                      <a:pt x="16109" y="5172"/>
                      <a:pt x="14865" y="3927"/>
                      <a:pt x="12464" y="3927"/>
                    </a:cubicBezTo>
                    <a:cubicBezTo>
                      <a:pt x="8906" y="3927"/>
                      <a:pt x="7361" y="5928"/>
                      <a:pt x="6252" y="8773"/>
                    </a:cubicBezTo>
                    <a:lnTo>
                      <a:pt x="15982" y="8773"/>
                    </a:lnTo>
                    <a:close/>
                  </a:path>
                </a:pathLst>
              </a:custGeom>
              <a:solidFill>
                <a:srgbClr val="005BAC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endParaRPr/>
              </a:p>
            </p:txBody>
          </p:sp>
          <p:sp>
            <p:nvSpPr>
              <p:cNvPr id="19" name="フリーフォーム: 図形 24"/>
              <p:cNvSpPr/>
              <p:nvPr/>
            </p:nvSpPr>
            <p:spPr>
              <a:xfrm>
                <a:off x="4825632" y="118526"/>
                <a:ext cx="236266" cy="28682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0188" y="4896"/>
                    </a:moveTo>
                    <a:cubicBezTo>
                      <a:pt x="18489" y="4378"/>
                      <a:pt x="16690" y="3933"/>
                      <a:pt x="14838" y="3933"/>
                    </a:cubicBezTo>
                    <a:cubicBezTo>
                      <a:pt x="12895" y="3933"/>
                      <a:pt x="10458" y="4370"/>
                      <a:pt x="10458" y="6015"/>
                    </a:cubicBezTo>
                    <a:cubicBezTo>
                      <a:pt x="10458" y="8622"/>
                      <a:pt x="18920" y="9585"/>
                      <a:pt x="18920" y="14630"/>
                    </a:cubicBezTo>
                    <a:cubicBezTo>
                      <a:pt x="18920" y="20000"/>
                      <a:pt x="13228" y="21600"/>
                      <a:pt x="7635" y="21600"/>
                    </a:cubicBezTo>
                    <a:cubicBezTo>
                      <a:pt x="5009" y="21600"/>
                      <a:pt x="2383" y="21282"/>
                      <a:pt x="0" y="20356"/>
                    </a:cubicBezTo>
                    <a:lnTo>
                      <a:pt x="1412" y="16067"/>
                    </a:lnTo>
                    <a:cubicBezTo>
                      <a:pt x="3264" y="16911"/>
                      <a:pt x="5108" y="17667"/>
                      <a:pt x="7635" y="17667"/>
                    </a:cubicBezTo>
                    <a:cubicBezTo>
                      <a:pt x="9820" y="17667"/>
                      <a:pt x="12113" y="17067"/>
                      <a:pt x="12113" y="15385"/>
                    </a:cubicBezTo>
                    <a:cubicBezTo>
                      <a:pt x="12113" y="12059"/>
                      <a:pt x="3651" y="11741"/>
                      <a:pt x="3651" y="6570"/>
                    </a:cubicBezTo>
                    <a:cubicBezTo>
                      <a:pt x="3651" y="1719"/>
                      <a:pt x="9343" y="0"/>
                      <a:pt x="14496" y="0"/>
                    </a:cubicBezTo>
                    <a:cubicBezTo>
                      <a:pt x="16879" y="0"/>
                      <a:pt x="19316" y="363"/>
                      <a:pt x="21600" y="844"/>
                    </a:cubicBezTo>
                    <a:lnTo>
                      <a:pt x="20188" y="4896"/>
                    </a:lnTo>
                    <a:close/>
                  </a:path>
                </a:pathLst>
              </a:custGeom>
              <a:solidFill>
                <a:srgbClr val="005BAC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endParaRPr/>
              </a:p>
            </p:txBody>
          </p:sp>
          <p:sp>
            <p:nvSpPr>
              <p:cNvPr id="20" name="フリーフォーム: 図形 25"/>
              <p:cNvSpPr/>
              <p:nvPr/>
            </p:nvSpPr>
            <p:spPr>
              <a:xfrm>
                <a:off x="5061503" y="27738"/>
                <a:ext cx="155807" cy="37131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2464" y="17269"/>
                    </a:moveTo>
                    <a:lnTo>
                      <a:pt x="10323" y="21600"/>
                    </a:lnTo>
                    <a:lnTo>
                      <a:pt x="0" y="21600"/>
                    </a:lnTo>
                    <a:lnTo>
                      <a:pt x="2141" y="17269"/>
                    </a:lnTo>
                    <a:lnTo>
                      <a:pt x="12464" y="17269"/>
                    </a:lnTo>
                    <a:close/>
                    <a:moveTo>
                      <a:pt x="10023" y="0"/>
                    </a:moveTo>
                    <a:lnTo>
                      <a:pt x="21600" y="0"/>
                    </a:lnTo>
                    <a:lnTo>
                      <a:pt x="12314" y="15260"/>
                    </a:lnTo>
                    <a:lnTo>
                      <a:pt x="4132" y="15260"/>
                    </a:lnTo>
                    <a:lnTo>
                      <a:pt x="10023" y="0"/>
                    </a:lnTo>
                    <a:close/>
                  </a:path>
                </a:pathLst>
              </a:custGeom>
              <a:solidFill>
                <a:srgbClr val="005BAC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endParaRPr/>
              </a:p>
            </p:txBody>
          </p:sp>
        </p:grpSp>
        <p:sp>
          <p:nvSpPr>
            <p:cNvPr id="22" name="フリーフォーム: 図形 4"/>
            <p:cNvSpPr/>
            <p:nvPr/>
          </p:nvSpPr>
          <p:spPr>
            <a:xfrm>
              <a:off x="2956362" y="0"/>
              <a:ext cx="2620066" cy="5962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9493" extrusionOk="0">
                  <a:moveTo>
                    <a:pt x="0" y="19493"/>
                  </a:moveTo>
                  <a:cubicBezTo>
                    <a:pt x="6426" y="-988"/>
                    <a:pt x="14983" y="-2107"/>
                    <a:pt x="21600" y="1762"/>
                  </a:cubicBezTo>
                  <a:lnTo>
                    <a:pt x="20669" y="13409"/>
                  </a:lnTo>
                  <a:cubicBezTo>
                    <a:pt x="16097" y="7029"/>
                    <a:pt x="7279" y="3135"/>
                    <a:pt x="0" y="19493"/>
                  </a:cubicBezTo>
                  <a:close/>
                </a:path>
              </a:pathLst>
            </a:custGeom>
            <a:gradFill flip="none" rotWithShape="1">
              <a:gsLst>
                <a:gs pos="25000">
                  <a:srgbClr val="005BAC"/>
                </a:gs>
                <a:gs pos="52000">
                  <a:srgbClr val="E50059"/>
                </a:gs>
                <a:gs pos="100000">
                  <a:srgbClr val="EA5B02"/>
                </a:gs>
              </a:gsLst>
              <a:lin ang="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endParaRPr/>
            </a:p>
          </p:txBody>
        </p:sp>
        <p:sp>
          <p:nvSpPr>
            <p:cNvPr id="23" name="フリーフォーム: 図形 6"/>
            <p:cNvSpPr/>
            <p:nvPr/>
          </p:nvSpPr>
          <p:spPr>
            <a:xfrm>
              <a:off x="0" y="1094537"/>
              <a:ext cx="2429047" cy="4145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963" extrusionOk="0">
                  <a:moveTo>
                    <a:pt x="21600" y="0"/>
                  </a:moveTo>
                  <a:cubicBezTo>
                    <a:pt x="17530" y="12847"/>
                    <a:pt x="8807" y="21600"/>
                    <a:pt x="0" y="14328"/>
                  </a:cubicBezTo>
                  <a:lnTo>
                    <a:pt x="1058" y="2777"/>
                  </a:lnTo>
                  <a:cubicBezTo>
                    <a:pt x="9674" y="11969"/>
                    <a:pt x="17750" y="7156"/>
                    <a:pt x="21600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009EE7"/>
                </a:gs>
                <a:gs pos="47000">
                  <a:srgbClr val="005BAC"/>
                </a:gs>
              </a:gsLst>
              <a:lin ang="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endParaRPr/>
            </a:p>
          </p:txBody>
        </p:sp>
      </p:grpSp>
      <p:sp>
        <p:nvSpPr>
          <p:cNvPr id="25" name="タイトルテキスト"/>
          <p:cNvSpPr txBox="1">
            <a:spLocks noGrp="1"/>
          </p:cNvSpPr>
          <p:nvPr>
            <p:ph type="title"/>
          </p:nvPr>
        </p:nvSpPr>
        <p:spPr>
          <a:xfrm>
            <a:off x="495300" y="274637"/>
            <a:ext cx="8915400" cy="1143001"/>
          </a:xfrm>
          <a:prstGeom prst="rect">
            <a:avLst/>
          </a:prstGeom>
          <a:blipFill>
            <a:blip r:embed="rId38"/>
            <a:stretch>
              <a:fillRect/>
            </a:stretch>
          </a:blip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/>
          <a:p>
            <a:r>
              <a:t>タイトルテキスト</a:t>
            </a:r>
          </a:p>
        </p:txBody>
      </p:sp>
      <p:sp>
        <p:nvSpPr>
          <p:cNvPr id="26" name="本文レベル1…"/>
          <p:cNvSpPr txBox="1">
            <a:spLocks noGrp="1"/>
          </p:cNvSpPr>
          <p:nvPr>
            <p:ph type="body" idx="1"/>
          </p:nvPr>
        </p:nvSpPr>
        <p:spPr>
          <a:xfrm>
            <a:off x="495300" y="1600200"/>
            <a:ext cx="891540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6799" tIns="46799" rIns="46799" bIns="46799"/>
          <a:lstStyle/>
          <a:p>
            <a:r>
              <a:t>本文レベル1</a:t>
            </a:r>
          </a:p>
          <a:p>
            <a:pPr lvl="1"/>
            <a:r>
              <a:t>本文レベル2</a:t>
            </a:r>
          </a:p>
          <a:p>
            <a:pPr lvl="2"/>
            <a:r>
              <a:t>本文レベル3</a:t>
            </a:r>
          </a:p>
          <a:p>
            <a:pPr lvl="3"/>
            <a:r>
              <a:t>本文レベル4</a:t>
            </a:r>
          </a:p>
          <a:p>
            <a:pPr lvl="4"/>
            <a:r>
              <a:t>本文レベル5</a:t>
            </a:r>
          </a:p>
        </p:txBody>
      </p:sp>
      <p:sp>
        <p:nvSpPr>
          <p:cNvPr id="27" name="スライド番号"/>
          <p:cNvSpPr txBox="1">
            <a:spLocks noGrp="1"/>
          </p:cNvSpPr>
          <p:nvPr>
            <p:ph type="sldNum" sz="quarter" idx="2"/>
          </p:nvPr>
        </p:nvSpPr>
        <p:spPr>
          <a:xfrm>
            <a:off x="4787900" y="6172200"/>
            <a:ext cx="2311400" cy="36830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  <p:sldLayoutId id="2147483661" r:id="rId12"/>
    <p:sldLayoutId id="2147483662" r:id="rId13"/>
    <p:sldLayoutId id="2147483663" r:id="rId14"/>
    <p:sldLayoutId id="2147483664" r:id="rId15"/>
    <p:sldLayoutId id="2147483665" r:id="rId16"/>
    <p:sldLayoutId id="2147483666" r:id="rId17"/>
    <p:sldLayoutId id="2147483667" r:id="rId18"/>
    <p:sldLayoutId id="2147483668" r:id="rId19"/>
    <p:sldLayoutId id="2147483669" r:id="rId20"/>
    <p:sldLayoutId id="2147483670" r:id="rId21"/>
    <p:sldLayoutId id="2147483671" r:id="rId22"/>
    <p:sldLayoutId id="2147483672" r:id="rId23"/>
    <p:sldLayoutId id="2147483673" r:id="rId24"/>
    <p:sldLayoutId id="2147483674" r:id="rId25"/>
    <p:sldLayoutId id="2147483675" r:id="rId26"/>
    <p:sldLayoutId id="2147483676" r:id="rId27"/>
    <p:sldLayoutId id="2147483677" r:id="rId28"/>
    <p:sldLayoutId id="2147483678" r:id="rId29"/>
    <p:sldLayoutId id="2147483679" r:id="rId30"/>
    <p:sldLayoutId id="2147483680" r:id="rId31"/>
    <p:sldLayoutId id="2147483681" r:id="rId32"/>
    <p:sldLayoutId id="2147483682" r:id="rId33"/>
    <p:sldLayoutId id="2147483683" r:id="rId34"/>
    <p:sldLayoutId id="2147483684" r:id="rId35"/>
    <p:sldLayoutId id="2147483685" r:id="rId36"/>
  </p:sldLayoutIdLst>
  <p:transition spd="med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1" i="0" u="none" strike="noStrike" cap="none" spc="0" baseline="0">
          <a:solidFill>
            <a:schemeClr val="accent1"/>
          </a:solidFill>
          <a:uFillTx/>
          <a:latin typeface="Yu Gothic UI"/>
          <a:ea typeface="Yu Gothic UI"/>
          <a:cs typeface="Yu Gothic UI"/>
          <a:sym typeface="Yu Gothic UI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1" i="0" u="none" strike="noStrike" cap="none" spc="0" baseline="0">
          <a:solidFill>
            <a:schemeClr val="accent1"/>
          </a:solidFill>
          <a:uFillTx/>
          <a:latin typeface="Yu Gothic UI"/>
          <a:ea typeface="Yu Gothic UI"/>
          <a:cs typeface="Yu Gothic UI"/>
          <a:sym typeface="Yu Gothic UI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1" i="0" u="none" strike="noStrike" cap="none" spc="0" baseline="0">
          <a:solidFill>
            <a:schemeClr val="accent1"/>
          </a:solidFill>
          <a:uFillTx/>
          <a:latin typeface="Yu Gothic UI"/>
          <a:ea typeface="Yu Gothic UI"/>
          <a:cs typeface="Yu Gothic UI"/>
          <a:sym typeface="Yu Gothic UI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1" i="0" u="none" strike="noStrike" cap="none" spc="0" baseline="0">
          <a:solidFill>
            <a:schemeClr val="accent1"/>
          </a:solidFill>
          <a:uFillTx/>
          <a:latin typeface="Yu Gothic UI"/>
          <a:ea typeface="Yu Gothic UI"/>
          <a:cs typeface="Yu Gothic UI"/>
          <a:sym typeface="Yu Gothic UI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1" i="0" u="none" strike="noStrike" cap="none" spc="0" baseline="0">
          <a:solidFill>
            <a:schemeClr val="accent1"/>
          </a:solidFill>
          <a:uFillTx/>
          <a:latin typeface="Yu Gothic UI"/>
          <a:ea typeface="Yu Gothic UI"/>
          <a:cs typeface="Yu Gothic UI"/>
          <a:sym typeface="Yu Gothic UI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1" i="0" u="none" strike="noStrike" cap="none" spc="0" baseline="0">
          <a:solidFill>
            <a:schemeClr val="accent1"/>
          </a:solidFill>
          <a:uFillTx/>
          <a:latin typeface="Yu Gothic UI"/>
          <a:ea typeface="Yu Gothic UI"/>
          <a:cs typeface="Yu Gothic UI"/>
          <a:sym typeface="Yu Gothic UI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1" i="0" u="none" strike="noStrike" cap="none" spc="0" baseline="0">
          <a:solidFill>
            <a:schemeClr val="accent1"/>
          </a:solidFill>
          <a:uFillTx/>
          <a:latin typeface="Yu Gothic UI"/>
          <a:ea typeface="Yu Gothic UI"/>
          <a:cs typeface="Yu Gothic UI"/>
          <a:sym typeface="Yu Gothic UI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1" i="0" u="none" strike="noStrike" cap="none" spc="0" baseline="0">
          <a:solidFill>
            <a:schemeClr val="accent1"/>
          </a:solidFill>
          <a:uFillTx/>
          <a:latin typeface="Yu Gothic UI"/>
          <a:ea typeface="Yu Gothic UI"/>
          <a:cs typeface="Yu Gothic UI"/>
          <a:sym typeface="Yu Gothic UI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1" i="0" u="none" strike="noStrike" cap="none" spc="0" baseline="0">
          <a:solidFill>
            <a:schemeClr val="accent1"/>
          </a:solidFill>
          <a:uFillTx/>
          <a:latin typeface="Yu Gothic UI"/>
          <a:ea typeface="Yu Gothic UI"/>
          <a:cs typeface="Yu Gothic UI"/>
          <a:sym typeface="Yu Gothic UI"/>
        </a:defRPr>
      </a:lvl9pPr>
    </p:titleStyle>
    <p:bodyStyle>
      <a:lvl1pPr marL="187199" marR="0" indent="-187199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>
          <a:schemeClr val="accent1"/>
        </a:buClr>
        <a:buSzPct val="100000"/>
        <a:buFontTx/>
        <a:buChar char="■"/>
        <a:tabLst/>
        <a:defRPr sz="1600" b="0" i="0" u="none" strike="noStrike" cap="none" spc="0" baseline="0">
          <a:solidFill>
            <a:srgbClr val="000000"/>
          </a:solidFill>
          <a:uFillTx/>
          <a:latin typeface="Yu Gothic UI"/>
          <a:ea typeface="Yu Gothic UI"/>
          <a:cs typeface="Yu Gothic UI"/>
          <a:sym typeface="Yu Gothic UI"/>
        </a:defRPr>
      </a:lvl1pPr>
      <a:lvl2pPr marL="642483" marR="0" indent="-263071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>
          <a:schemeClr val="accent1"/>
        </a:buClr>
        <a:buSzPct val="100000"/>
        <a:buFontTx/>
        <a:buChar char="●"/>
        <a:tabLst/>
        <a:defRPr sz="1600" b="0" i="0" u="none" strike="noStrike" cap="none" spc="0" baseline="0">
          <a:solidFill>
            <a:srgbClr val="000000"/>
          </a:solidFill>
          <a:uFillTx/>
          <a:latin typeface="Yu Gothic UI"/>
          <a:ea typeface="Yu Gothic UI"/>
          <a:cs typeface="Yu Gothic UI"/>
          <a:sym typeface="Yu Gothic UI"/>
        </a:defRPr>
      </a:lvl2pPr>
      <a:lvl3pPr marL="1012371" marR="0" indent="-224971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>
          <a:schemeClr val="accent1"/>
        </a:buClr>
        <a:buSzPct val="100000"/>
        <a:buFontTx/>
        <a:buChar char="•"/>
        <a:tabLst/>
        <a:defRPr sz="1600" b="0" i="0" u="none" strike="noStrike" cap="none" spc="0" baseline="0">
          <a:solidFill>
            <a:srgbClr val="000000"/>
          </a:solidFill>
          <a:uFillTx/>
          <a:latin typeface="Yu Gothic UI"/>
          <a:ea typeface="Yu Gothic UI"/>
          <a:cs typeface="Yu Gothic UI"/>
          <a:sym typeface="Yu Gothic UI"/>
        </a:defRPr>
      </a:lvl3pPr>
      <a:lvl4pPr marL="1419225" marR="0" indent="-254000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>
          <a:schemeClr val="accent1"/>
        </a:buClr>
        <a:buSzPct val="100000"/>
        <a:buFontTx/>
        <a:buChar char="•"/>
        <a:tabLst/>
        <a:defRPr sz="1600" b="0" i="0" u="none" strike="noStrike" cap="none" spc="0" baseline="0">
          <a:solidFill>
            <a:srgbClr val="000000"/>
          </a:solidFill>
          <a:uFillTx/>
          <a:latin typeface="Yu Gothic UI"/>
          <a:ea typeface="Yu Gothic UI"/>
          <a:cs typeface="Yu Gothic UI"/>
          <a:sym typeface="Yu Gothic UI"/>
        </a:defRPr>
      </a:lvl4pPr>
      <a:lvl5pPr marL="1736196" marR="0" indent="-245533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>
          <a:schemeClr val="accent1"/>
        </a:buClr>
        <a:buSzPct val="100000"/>
        <a:buFontTx/>
        <a:buChar char="•"/>
        <a:tabLst/>
        <a:defRPr sz="1600" b="0" i="0" u="none" strike="noStrike" cap="none" spc="0" baseline="0">
          <a:solidFill>
            <a:srgbClr val="000000"/>
          </a:solidFill>
          <a:uFillTx/>
          <a:latin typeface="Yu Gothic UI"/>
          <a:ea typeface="Yu Gothic UI"/>
          <a:cs typeface="Yu Gothic UI"/>
          <a:sym typeface="Yu Gothic UI"/>
        </a:defRPr>
      </a:lvl5pPr>
      <a:lvl6pPr marL="2054225" marR="0" indent="-254000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>
          <a:schemeClr val="accent1"/>
        </a:buClr>
        <a:buSzPct val="100000"/>
        <a:buFontTx/>
        <a:buChar char="•"/>
        <a:tabLst/>
        <a:defRPr sz="1600" b="0" i="0" u="none" strike="noStrike" cap="none" spc="0" baseline="0">
          <a:solidFill>
            <a:srgbClr val="000000"/>
          </a:solidFill>
          <a:uFillTx/>
          <a:latin typeface="Yu Gothic UI"/>
          <a:ea typeface="Yu Gothic UI"/>
          <a:cs typeface="Yu Gothic UI"/>
          <a:sym typeface="Yu Gothic UI"/>
        </a:defRPr>
      </a:lvl6pPr>
      <a:lvl7pPr marL="2946400" marR="0" indent="-203200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>
          <a:schemeClr val="accent1"/>
        </a:buClr>
        <a:buSzPct val="100000"/>
        <a:buFontTx/>
        <a:buChar char="•"/>
        <a:tabLst/>
        <a:defRPr sz="1600" b="0" i="0" u="none" strike="noStrike" cap="none" spc="0" baseline="0">
          <a:solidFill>
            <a:srgbClr val="000000"/>
          </a:solidFill>
          <a:uFillTx/>
          <a:latin typeface="Yu Gothic UI"/>
          <a:ea typeface="Yu Gothic UI"/>
          <a:cs typeface="Yu Gothic UI"/>
          <a:sym typeface="Yu Gothic UI"/>
        </a:defRPr>
      </a:lvl7pPr>
      <a:lvl8pPr marL="3403600" marR="0" indent="-203200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>
          <a:schemeClr val="accent1"/>
        </a:buClr>
        <a:buSzPct val="100000"/>
        <a:buFontTx/>
        <a:buChar char="•"/>
        <a:tabLst/>
        <a:defRPr sz="1600" b="0" i="0" u="none" strike="noStrike" cap="none" spc="0" baseline="0">
          <a:solidFill>
            <a:srgbClr val="000000"/>
          </a:solidFill>
          <a:uFillTx/>
          <a:latin typeface="Yu Gothic UI"/>
          <a:ea typeface="Yu Gothic UI"/>
          <a:cs typeface="Yu Gothic UI"/>
          <a:sym typeface="Yu Gothic UI"/>
        </a:defRPr>
      </a:lvl8pPr>
      <a:lvl9pPr marL="3860800" marR="0" indent="-203200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>
          <a:schemeClr val="accent1"/>
        </a:buClr>
        <a:buSzPct val="100000"/>
        <a:buFontTx/>
        <a:buChar char="•"/>
        <a:tabLst/>
        <a:defRPr sz="1600" b="0" i="0" u="none" strike="noStrike" cap="none" spc="0" baseline="0">
          <a:solidFill>
            <a:srgbClr val="000000"/>
          </a:solidFill>
          <a:uFillTx/>
          <a:latin typeface="Yu Gothic UI"/>
          <a:ea typeface="Yu Gothic UI"/>
          <a:cs typeface="Yu Gothic UI"/>
          <a:sym typeface="Yu Gothic U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Yu Gothic UI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Yu Gothic UI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Yu Gothic UI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Yu Gothic UI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Yu Gothic UI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Yu Gothic UI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Yu Gothic UI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Yu Gothic UI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Yu Gothic UI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正方形/長方形 9"/>
          <p:cNvSpPr txBox="1">
            <a:spLocks noGrp="1"/>
          </p:cNvSpPr>
          <p:nvPr>
            <p:ph type="sldNum" sz="quarter" idx="2"/>
          </p:nvPr>
        </p:nvSpPr>
        <p:spPr>
          <a:xfrm>
            <a:off x="9779000" y="6620921"/>
            <a:ext cx="127001" cy="17780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1</a:t>
            </a:fld>
            <a:endParaRPr/>
          </a:p>
        </p:txBody>
      </p:sp>
      <p:sp>
        <p:nvSpPr>
          <p:cNvPr id="598" name="タイトル 4"/>
          <p:cNvSpPr txBox="1">
            <a:spLocks noGrp="1"/>
          </p:cNvSpPr>
          <p:nvPr>
            <p:ph type="title"/>
          </p:nvPr>
        </p:nvSpPr>
        <p:spPr>
          <a:xfrm>
            <a:off x="200025" y="3060000"/>
            <a:ext cx="8641407" cy="504001"/>
          </a:xfrm>
          <a:prstGeom prst="rect">
            <a:avLst/>
          </a:prstGeom>
        </p:spPr>
        <p:txBody>
          <a:bodyPr/>
          <a:lstStyle/>
          <a:p>
            <a:r>
              <a:rPr>
                <a:latin typeface="Yu Gothic UI"/>
              </a:rPr>
              <a:t>2025年度 Snowflake事業 事業報告</a:t>
            </a:r>
          </a:p>
        </p:txBody>
      </p:sp>
      <p:sp>
        <p:nvSpPr>
          <p:cNvPr id="599" name="TextBox 598"/>
          <p:cNvSpPr txBox="1"/>
          <p:nvPr/>
        </p:nvSpPr>
        <p:spPr>
          <a:xfrm>
            <a:off x="200025" y="3620000"/>
            <a:ext cx="8641407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FFFFFF"/>
                </a:solidFill>
                <a:latin typeface="Yu Gothic UI"/>
              </a:rPr>
              <a:t>野村総合研究所　2026年3月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96053" y="202420"/>
            <a:ext cx="9504002" cy="400000"/>
          </a:xfrm>
          <a:prstGeom prst="rect">
            <a:avLst/>
          </a:prstGeom>
          <a:solidFill>
            <a:srgbClr val="000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50000" y="220000"/>
            <a:ext cx="940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Yu Gothic UI"/>
              </a:rPr>
              <a:t>目次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000" y="750000"/>
            <a:ext cx="400000" cy="700000"/>
          </a:xfrm>
          <a:prstGeom prst="rect">
            <a:avLst/>
          </a:prstGeom>
          <a:solidFill>
            <a:srgbClr val="3C6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50000" y="900000"/>
            <a:ext cx="4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Yu Gothic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0000" y="900000"/>
            <a:ext cx="85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latin typeface="Yu Gothic UI"/>
              </a:rPr>
              <a:t>事業概要・全体P&amp;Lサマリー</a:t>
            </a:r>
          </a:p>
        </p:txBody>
      </p:sp>
      <p:sp>
        <p:nvSpPr>
          <p:cNvPr id="7" name="Rectangle 6"/>
          <p:cNvSpPr/>
          <p:nvPr/>
        </p:nvSpPr>
        <p:spPr>
          <a:xfrm>
            <a:off x="250000" y="1450000"/>
            <a:ext cx="9400000" cy="30000"/>
          </a:xfrm>
          <a:prstGeom prst="rect">
            <a:avLst/>
          </a:prstGeom>
          <a:solidFill>
            <a:srgbClr val="A7A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50000" y="1620000"/>
            <a:ext cx="400000" cy="700000"/>
          </a:xfrm>
          <a:prstGeom prst="rect">
            <a:avLst/>
          </a:prstGeom>
          <a:solidFill>
            <a:srgbClr val="3C6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50000" y="1770000"/>
            <a:ext cx="4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Yu Gothic U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1770000"/>
            <a:ext cx="85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latin typeface="Yu Gothic UI"/>
              </a:rPr>
              <a:t>領域1：社内向けSnowflake環境提供　実績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0000" y="2320000"/>
            <a:ext cx="9400000" cy="30000"/>
          </a:xfrm>
          <a:prstGeom prst="rect">
            <a:avLst/>
          </a:prstGeom>
          <a:solidFill>
            <a:srgbClr val="A7A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50000" y="2490000"/>
            <a:ext cx="400000" cy="700000"/>
          </a:xfrm>
          <a:prstGeom prst="rect">
            <a:avLst/>
          </a:prstGeom>
          <a:solidFill>
            <a:srgbClr val="3C6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50000" y="2640000"/>
            <a:ext cx="4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Yu Gothic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000" y="2640000"/>
            <a:ext cx="85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latin typeface="Yu Gothic UI"/>
              </a:rPr>
              <a:t>領域2：社内プロジェクト参画　実績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0000" y="3190000"/>
            <a:ext cx="9400000" cy="30000"/>
          </a:xfrm>
          <a:prstGeom prst="rect">
            <a:avLst/>
          </a:prstGeom>
          <a:solidFill>
            <a:srgbClr val="A7A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50000" y="3360000"/>
            <a:ext cx="400000" cy="700000"/>
          </a:xfrm>
          <a:prstGeom prst="rect">
            <a:avLst/>
          </a:prstGeom>
          <a:solidFill>
            <a:srgbClr val="3C6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50000" y="3510000"/>
            <a:ext cx="4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Yu Gothic U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0000" y="3510000"/>
            <a:ext cx="85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latin typeface="Yu Gothic UI"/>
              </a:rPr>
              <a:t>領域3：ベンダーインセンティブ　実績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0000" y="4060000"/>
            <a:ext cx="9400000" cy="30000"/>
          </a:xfrm>
          <a:prstGeom prst="rect">
            <a:avLst/>
          </a:prstGeom>
          <a:solidFill>
            <a:srgbClr val="A7A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250000" y="4230000"/>
            <a:ext cx="400000" cy="700000"/>
          </a:xfrm>
          <a:prstGeom prst="rect">
            <a:avLst/>
          </a:prstGeom>
          <a:solidFill>
            <a:srgbClr val="3C6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50000" y="4380000"/>
            <a:ext cx="4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Yu Gothic U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0000" y="4380000"/>
            <a:ext cx="85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latin typeface="Yu Gothic UI"/>
              </a:rPr>
              <a:t>総括・2026年度に向けて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50000" y="4930000"/>
            <a:ext cx="9400000" cy="30000"/>
          </a:xfrm>
          <a:prstGeom prst="rect">
            <a:avLst/>
          </a:prstGeom>
          <a:solidFill>
            <a:srgbClr val="A7A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96053" y="202420"/>
            <a:ext cx="9504002" cy="400000"/>
          </a:xfrm>
          <a:prstGeom prst="rect">
            <a:avLst/>
          </a:prstGeom>
          <a:solidFill>
            <a:srgbClr val="000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50000" y="220000"/>
            <a:ext cx="940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Yu Gothic UI"/>
              </a:rPr>
              <a:t>事業概要・全体P&amp;Lサマリー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6053" y="680000"/>
            <a:ext cx="9504002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0F78"/>
                </a:solidFill>
                <a:latin typeface="Yu Gothic UI"/>
              </a:rPr>
              <a:t>■ 事業構造（3領域）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350000" y="1000000"/>
            <a:ext cx="2900000" cy="1350000"/>
          </a:xfrm>
          <a:prstGeom prst="rect">
            <a:avLst/>
          </a:prstGeom>
          <a:solidFill>
            <a:srgbClr val="3C64AA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00000" y="1080000"/>
            <a:ext cx="2800000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Yu Gothic UI"/>
              </a:rPr>
              <a:t>領域1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0000" y="1330000"/>
            <a:ext cx="28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 UI"/>
              </a:rPr>
              <a:t>社内向けSnowflake
環境提供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0000" y="1820000"/>
            <a:ext cx="274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FFFFFF"/>
                </a:solidFill>
                <a:latin typeface="Yu Gothic UI"/>
              </a:rPr>
              <a:t>仕入れ→在庫→社内卸
技術サポート提供</a:t>
            </a:r>
          </a:p>
        </p:txBody>
      </p:sp>
      <p:sp>
        <p:nvSpPr>
          <p:cNvPr id="9" name="Rectangle 8"/>
          <p:cNvSpPr/>
          <p:nvPr/>
        </p:nvSpPr>
        <p:spPr>
          <a:xfrm>
            <a:off x="3550000" y="1000000"/>
            <a:ext cx="2900000" cy="1350000"/>
          </a:xfrm>
          <a:prstGeom prst="rect">
            <a:avLst/>
          </a:prstGeom>
          <a:solidFill>
            <a:srgbClr val="64AADC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00000" y="1080000"/>
            <a:ext cx="2800000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Yu Gothic UI"/>
              </a:rPr>
              <a:t>領域2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0000" y="1330000"/>
            <a:ext cx="28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 UI"/>
              </a:rPr>
              <a:t>社内プロジェクト
参画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0000" y="1820000"/>
            <a:ext cx="274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FFFFFF"/>
                </a:solidFill>
                <a:latin typeface="Yu Gothic UI"/>
              </a:rPr>
              <a:t>WP支援・R&amp;D・外部顧客支援
6プロジェクト参画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50000" y="1000000"/>
            <a:ext cx="2900000" cy="1350000"/>
          </a:xfrm>
          <a:prstGeom prst="rect">
            <a:avLst/>
          </a:prstGeom>
          <a:solidFill>
            <a:srgbClr val="000F78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00000" y="1080000"/>
            <a:ext cx="2800000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Yu Gothic UI"/>
              </a:rPr>
              <a:t>領域3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00000" y="1330000"/>
            <a:ext cx="28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 UI"/>
              </a:rPr>
              <a:t>ベンダー
インセンティブ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30000" y="1820000"/>
            <a:ext cx="274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FFFFFF"/>
                </a:solidFill>
                <a:latin typeface="Yu Gothic UI"/>
              </a:rPr>
              <a:t>NRI商流顧客支援
JFE・JAL対応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053" y="2450000"/>
            <a:ext cx="9504002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0F78"/>
                </a:solidFill>
                <a:latin typeface="Yu Gothic UI"/>
              </a:rPr>
              <a:t>■ 2025年度 全体P&amp;Lサマリー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50000" y="2780000"/>
          <a:ext cx="9300000" cy="23916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0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00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Yu Gothic UI"/>
                        </a:rPr>
                        <a:t>項目</a:t>
                      </a:r>
                    </a:p>
                  </a:txBody>
                  <a:tcPr>
                    <a:solidFill>
                      <a:srgbClr val="000F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Yu Gothic UI"/>
                        </a:rPr>
                        <a:t>領域1</a:t>
                      </a:r>
                    </a:p>
                    <a:p>
                      <a:pPr algn="ctr"/>
                      <a:r>
                        <a:rPr sz="700">
                          <a:solidFill>
                            <a:srgbClr val="FFFFFF"/>
                          </a:solidFill>
                          <a:latin typeface="Yu Gothic UI"/>
                        </a:rPr>
                        <a:t>環境提供</a:t>
                      </a:r>
                    </a:p>
                  </a:txBody>
                  <a:tcPr>
                    <a:solidFill>
                      <a:srgbClr val="000F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Yu Gothic UI"/>
                        </a:rPr>
                        <a:t>領域2</a:t>
                      </a:r>
                    </a:p>
                    <a:p>
                      <a:pPr algn="ctr"/>
                      <a:r>
                        <a:rPr sz="700">
                          <a:solidFill>
                            <a:srgbClr val="FFFFFF"/>
                          </a:solidFill>
                          <a:latin typeface="Yu Gothic UI"/>
                        </a:rPr>
                        <a:t>PJ参画</a:t>
                      </a:r>
                    </a:p>
                  </a:txBody>
                  <a:tcPr>
                    <a:solidFill>
                      <a:srgbClr val="000F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Yu Gothic UI"/>
                        </a:rPr>
                        <a:t>領域3</a:t>
                      </a:r>
                    </a:p>
                    <a:p>
                      <a:pPr algn="ctr"/>
                      <a:r>
                        <a:rPr sz="700">
                          <a:solidFill>
                            <a:srgbClr val="FFFFFF"/>
                          </a:solidFill>
                          <a:latin typeface="Yu Gothic UI"/>
                        </a:rPr>
                        <a:t>インセンティブ</a:t>
                      </a:r>
                    </a:p>
                  </a:txBody>
                  <a:tcPr>
                    <a:solidFill>
                      <a:srgbClr val="000F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Yu Gothic UI"/>
                        </a:rPr>
                        <a:t>合計</a:t>
                      </a:r>
                    </a:p>
                  </a:txBody>
                  <a:tcPr>
                    <a:solidFill>
                      <a:srgbClr val="000F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000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00F78"/>
                          </a:solidFill>
                          <a:latin typeface="Yu Gothic UI"/>
                        </a:rPr>
                        <a:t>売上計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latin typeface="Yu Gothic UI"/>
                        </a:rPr>
                        <a:t>3,902,224円</a:t>
                      </a:r>
                    </a:p>
                    <a:p>
                      <a:pPr algn="ctr"/>
                      <a:r>
                        <a:rPr sz="650">
                          <a:latin typeface="Yu Gothic UI"/>
                        </a:rPr>
                        <a:t>(社内課金)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latin typeface="Yu Gothic UI"/>
                        </a:rPr>
                        <a:t>30,323,952円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latin typeface="Yu Gothic UI"/>
                        </a:rPr>
                        <a:t>9,232,751円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latin typeface="Yu Gothic UI"/>
                        </a:rPr>
                        <a:t>27,266,162円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000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00F78"/>
                          </a:solidFill>
                          <a:latin typeface="Yu Gothic UI"/>
                        </a:rPr>
                        <a:t>原価計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latin typeface="Yu Gothic UI"/>
                        </a:rPr>
                        <a:t>9,245,300円</a:t>
                      </a:r>
                    </a:p>
                    <a:p>
                      <a:pPr algn="ctr"/>
                      <a:r>
                        <a:rPr sz="650">
                          <a:latin typeface="Yu Gothic UI"/>
                        </a:rPr>
                        <a:t>(仕入れ)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latin typeface="Yu Gothic UI"/>
                        </a:rPr>
                        <a:t>24,809,100円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latin typeface="Yu Gothic UI"/>
                        </a:rPr>
                        <a:t>6,947,472円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latin typeface="Yu Gothic UI"/>
                        </a:rPr>
                        <a:t>16,192,784円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00F78"/>
                          </a:solidFill>
                          <a:latin typeface="Yu Gothic UI"/>
                        </a:rPr>
                        <a:t>粗利益</a:t>
                      </a:r>
                    </a:p>
                  </a:txBody>
                  <a:tcPr>
                    <a:solidFill>
                      <a:srgbClr val="FFF0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latin typeface="Yu Gothic UI"/>
                        </a:rPr>
                        <a:t>△5,343,076円</a:t>
                      </a:r>
                    </a:p>
                    <a:p>
                      <a:pPr algn="ctr"/>
                      <a:r>
                        <a:rPr sz="650">
                          <a:latin typeface="Yu Gothic UI"/>
                        </a:rPr>
                        <a:t>(仕入れ先行)</a:t>
                      </a:r>
                    </a:p>
                  </a:txBody>
                  <a:tcPr>
                    <a:solidFill>
                      <a:srgbClr val="FFF0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latin typeface="Yu Gothic UI"/>
                        </a:rPr>
                        <a:t>5,514,852円</a:t>
                      </a:r>
                    </a:p>
                    <a:p>
                      <a:pPr algn="ctr"/>
                      <a:r>
                        <a:rPr sz="650">
                          <a:latin typeface="Yu Gothic UI"/>
                        </a:rPr>
                        <a:t>(粗利率18.2%)</a:t>
                      </a:r>
                    </a:p>
                  </a:txBody>
                  <a:tcPr>
                    <a:solidFill>
                      <a:srgbClr val="FFF0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latin typeface="Yu Gothic UI"/>
                        </a:rPr>
                        <a:t>2,285,279円</a:t>
                      </a:r>
                    </a:p>
                  </a:txBody>
                  <a:tcPr>
                    <a:solidFill>
                      <a:srgbClr val="FFF0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latin typeface="Yu Gothic UI"/>
                        </a:rPr>
                        <a:t>11,073,378円</a:t>
                      </a:r>
                    </a:p>
                    <a:p>
                      <a:pPr algn="ctr"/>
                      <a:r>
                        <a:rPr sz="650" b="1">
                          <a:latin typeface="Yu Gothic UI"/>
                        </a:rPr>
                        <a:t>(粗利率40.6%)</a:t>
                      </a:r>
                    </a:p>
                  </a:txBody>
                  <a:tcPr>
                    <a:solidFill>
                      <a:srgbClr val="FFF0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00F78"/>
                          </a:solidFill>
                          <a:latin typeface="Yu Gothic UI"/>
                        </a:rPr>
                        <a:t>販管費</a:t>
                      </a:r>
                    </a:p>
                    <a:p>
                      <a:pPr algn="l"/>
                      <a:r>
                        <a:rPr sz="650">
                          <a:solidFill>
                            <a:srgbClr val="000F78"/>
                          </a:solidFill>
                          <a:latin typeface="Yu Gothic UI"/>
                        </a:rPr>
                        <a:t>(人件費)</a:t>
                      </a:r>
                    </a:p>
                  </a:txBody>
                  <a:tcPr>
                    <a:solidFill>
                      <a:srgbClr val="FFE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latin typeface="Yu Gothic UI"/>
                        </a:rPr>
                        <a:t>—</a:t>
                      </a:r>
                    </a:p>
                  </a:txBody>
                  <a:tcPr>
                    <a:solidFill>
                      <a:srgbClr val="FFE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latin typeface="Yu Gothic UI"/>
                        </a:rPr>
                        <a:t>—</a:t>
                      </a:r>
                    </a:p>
                  </a:txBody>
                  <a:tcPr>
                    <a:solidFill>
                      <a:srgbClr val="FFE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latin typeface="Yu Gothic UI"/>
                        </a:rPr>
                        <a:t>—</a:t>
                      </a:r>
                    </a:p>
                  </a:txBody>
                  <a:tcPr>
                    <a:solidFill>
                      <a:srgbClr val="FFE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CC0000"/>
                          </a:solidFill>
                          <a:latin typeface="Yu Gothic UI"/>
                        </a:rPr>
                        <a:t>30,673,830円</a:t>
                      </a:r>
                    </a:p>
                  </a:txBody>
                  <a:tcPr>
                    <a:solidFill>
                      <a:srgbClr val="FF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Yu Gothic UI"/>
                        </a:rPr>
                        <a:t>営業利益</a:t>
                      </a:r>
                    </a:p>
                  </a:txBody>
                  <a:tcPr>
                    <a:solidFill>
                      <a:srgbClr val="000F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FFFFFF"/>
                          </a:solidFill>
                          <a:latin typeface="Yu Gothic UI"/>
                        </a:rPr>
                        <a:t>—</a:t>
                      </a:r>
                    </a:p>
                  </a:txBody>
                  <a:tcPr>
                    <a:solidFill>
                      <a:srgbClr val="000F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FFFFFF"/>
                          </a:solidFill>
                          <a:latin typeface="Yu Gothic UI"/>
                        </a:rPr>
                        <a:t>—</a:t>
                      </a:r>
                    </a:p>
                  </a:txBody>
                  <a:tcPr>
                    <a:solidFill>
                      <a:srgbClr val="000F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FFFFFF"/>
                          </a:solidFill>
                          <a:latin typeface="Yu Gothic UI"/>
                        </a:rPr>
                        <a:t>—</a:t>
                      </a:r>
                    </a:p>
                  </a:txBody>
                  <a:tcPr>
                    <a:solidFill>
                      <a:srgbClr val="000F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00"/>
                          </a:solidFill>
                          <a:latin typeface="Yu Gothic UI"/>
                        </a:rPr>
                        <a:t>△19,600,452円</a:t>
                      </a:r>
                    </a:p>
                    <a:p>
                      <a:pPr algn="ctr"/>
                      <a:r>
                        <a:rPr sz="650" b="1">
                          <a:solidFill>
                            <a:srgbClr val="FFFF00"/>
                          </a:solidFill>
                          <a:latin typeface="Yu Gothic UI"/>
                        </a:rPr>
                        <a:t>(△71.9%)</a:t>
                      </a:r>
                    </a:p>
                  </a:txBody>
                  <a:tcPr>
                    <a:solidFill>
                      <a:srgbClr val="000F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000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00F78"/>
                          </a:solidFill>
                          <a:latin typeface="Yu Gothic UI"/>
                        </a:rPr>
                        <a:t>主要KPI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latin typeface="Yu Gothic UI"/>
                        </a:rPr>
                        <a:t>仕入れ先行型</a:t>
                      </a:r>
                    </a:p>
                    <a:p>
                      <a:pPr algn="ctr"/>
                      <a:r>
                        <a:rPr sz="650">
                          <a:latin typeface="Yu Gothic UI"/>
                        </a:rPr>
                        <a:t>年度内はマイナス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latin typeface="Yu Gothic UI"/>
                        </a:rPr>
                        <a:t>PJ数: 6件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latin typeface="Yu Gothic UI"/>
                        </a:rPr>
                        <a:t>顧客数: 2社</a:t>
                      </a:r>
                    </a:p>
                    <a:p>
                      <a:pPr algn="ctr"/>
                      <a:r>
                        <a:rPr sz="650">
                          <a:latin typeface="Yu Gothic UI"/>
                        </a:rPr>
                        <a:t>(JFE, JAL)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latin typeface="Yu Gothic UI"/>
                        </a:rPr>
                        <a:t>粗利率40.6%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00"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000F78"/>
                          </a:solidFill>
                          <a:latin typeface="Yu Gothic UI"/>
                        </a:rPr>
                        <a:t>備考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latin typeface="Yu Gothic UI"/>
                        </a:rPr>
                        <a:t>技術サポート提供中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latin typeface="Yu Gothic UI"/>
                        </a:rPr>
                        <a:t>WP×3,R&amp;D,SMTB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latin typeface="Yu Gothic UI"/>
                        </a:rPr>
                        <a:t>NRI商流経由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latin typeface="Yu Gothic UI"/>
                        </a:rPr>
                        <a:t>事業立ち上げ期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0" name="TextBox Note"/>
          <p:cNvSpPr txBox="1"/>
          <p:nvPr/>
        </p:nvSpPr>
        <p:spPr>
          <a:xfrm>
            <a:off x="350000" y="6050000"/>
            <a:ext cx="93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>
                <a:solidFill>
                  <a:srgbClr val="666666"/>
                </a:solidFill>
                <a:latin typeface="Yu Gothic UI"/>
              </a:rPr>
              <a:t>※管理費・間接費配賦は未確定（0円として計上）　※販管費は事業推進・管理人件費（松浦・江口・若宮）の合計</a:t>
            </a:r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96053" y="202420"/>
            <a:ext cx="9504002" cy="400000"/>
          </a:xfrm>
          <a:prstGeom prst="rect">
            <a:avLst/>
          </a:prstGeom>
          <a:solidFill>
            <a:srgbClr val="3C6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50000" y="220000"/>
            <a:ext cx="940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Yu Gothic UI"/>
              </a:rPr>
              <a:t>領域1：社内向けSnowflake環境提供　実績</a:t>
            </a:r>
          </a:p>
        </p:txBody>
      </p:sp>
      <p:sp>
        <p:nvSpPr>
          <p:cNvPr id="4" name="Rectangle 3"/>
          <p:cNvSpPr/>
          <p:nvPr/>
        </p:nvSpPr>
        <p:spPr>
          <a:xfrm>
            <a:off x="350000" y="750000"/>
            <a:ext cx="2900000" cy="900000"/>
          </a:xfrm>
          <a:prstGeom prst="rect">
            <a:avLst/>
          </a:prstGeom>
          <a:solidFill>
            <a:srgbClr val="000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0000" y="850000"/>
            <a:ext cx="2700000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FFFFFF"/>
                </a:solidFill>
                <a:latin typeface="Yu Gothic UI"/>
              </a:rPr>
              <a:t>仕入れ合計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0000" y="1130000"/>
            <a:ext cx="28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Yu Gothic UI"/>
              </a:rPr>
              <a:t>9,245,300円</a:t>
            </a:r>
          </a:p>
        </p:txBody>
      </p:sp>
      <p:sp>
        <p:nvSpPr>
          <p:cNvPr id="7" name="Rectangle 6"/>
          <p:cNvSpPr/>
          <p:nvPr/>
        </p:nvSpPr>
        <p:spPr>
          <a:xfrm>
            <a:off x="3550000" y="750000"/>
            <a:ext cx="2900000" cy="900000"/>
          </a:xfrm>
          <a:prstGeom prst="rect">
            <a:avLst/>
          </a:prstGeom>
          <a:solidFill>
            <a:srgbClr val="3C6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0000" y="850000"/>
            <a:ext cx="2700000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FFFFFF"/>
                </a:solidFill>
                <a:latin typeface="Yu Gothic UI"/>
              </a:rPr>
              <a:t>社内課金合計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0000" y="1130000"/>
            <a:ext cx="28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Yu Gothic UI"/>
              </a:rPr>
              <a:t>3,902,224円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50000" y="750000"/>
            <a:ext cx="2900000" cy="900000"/>
          </a:xfrm>
          <a:prstGeom prst="rect">
            <a:avLst/>
          </a:prstGeom>
          <a:solidFill>
            <a:srgbClr val="D73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0000" y="850000"/>
            <a:ext cx="2700000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FFFFFF"/>
                </a:solidFill>
                <a:latin typeface="Yu Gothic UI"/>
              </a:rPr>
              <a:t>スプレッド収益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00000" y="1130000"/>
            <a:ext cx="28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Yu Gothic UI"/>
              </a:rPr>
              <a:t>△5,343,076円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0000" y="1750000"/>
            <a:ext cx="93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0F78"/>
                </a:solidFill>
                <a:latin typeface="Yu Gothic UI"/>
              </a:rPr>
              <a:t>■ 仕入れ・社内課金 月次状況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50000" y="2080000"/>
          <a:ext cx="9300000" cy="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6666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Yu Gothic UI"/>
                        </a:rPr>
                        <a:t>項目</a:t>
                      </a:r>
                    </a:p>
                  </a:txBody>
                  <a:tcPr>
                    <a:solidFill>
                      <a:srgbClr val="000F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Yu Gothic UI"/>
                        </a:rPr>
                        <a:t>10月実績</a:t>
                      </a:r>
                    </a:p>
                  </a:txBody>
                  <a:tcPr>
                    <a:solidFill>
                      <a:srgbClr val="000F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Yu Gothic UI"/>
                        </a:rPr>
                        <a:t>2月実績</a:t>
                      </a:r>
                    </a:p>
                  </a:txBody>
                  <a:tcPr>
                    <a:solidFill>
                      <a:srgbClr val="000F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Yu Gothic UI"/>
                        </a:rPr>
                        <a:t>合計</a:t>
                      </a:r>
                    </a:p>
                  </a:txBody>
                  <a:tcPr>
                    <a:solidFill>
                      <a:srgbClr val="000F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666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Yu Gothic UI"/>
                        </a:rPr>
                        <a:t>Snowflake仕入れ（原価）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latin typeface="Yu Gothic UI"/>
                        </a:rPr>
                        <a:t>1,566,300円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latin typeface="Yu Gothic UI"/>
                        </a:rPr>
                        <a:t>7,679,000円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latin typeface="Yu Gothic UI"/>
                        </a:rPr>
                        <a:t>9,245,300円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66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Yu Gothic UI"/>
                        </a:rPr>
                        <a:t>社内課金（売上相当）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latin typeface="Yu Gothic UI"/>
                        </a:rPr>
                        <a:t>積み上がり中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latin typeface="Yu Gothic UI"/>
                        </a:rPr>
                        <a:t>積み上がり中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latin typeface="Yu Gothic UI"/>
                        </a:rPr>
                        <a:t>3,902,224円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50000" y="3050000"/>
            <a:ext cx="93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0F78"/>
                </a:solidFill>
                <a:latin typeface="Yu Gothic UI"/>
              </a:rPr>
              <a:t>■ 所見・コメント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0000" y="3380000"/>
            <a:ext cx="93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latin typeface="Yu Gothic UI"/>
              </a:rPr>
              <a:t>・ 2025年度前半にローンチ。一括仕入れで在庫を持ちながら社内向けに卸す形式での展開。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000" y="3690000"/>
            <a:ext cx="93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latin typeface="Yu Gothic UI"/>
              </a:rPr>
              <a:t>・ 仕入れ（9,245,300円）が社内課金（3,902,224円）を上回り、年度内スプレッドは△5,343,076円。仕入れ先行のため短期マイナスだが、課金は継続積み上がり中。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000" y="4000000"/>
            <a:ext cx="93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latin typeface="Yu Gothic UI"/>
              </a:rPr>
              <a:t>・ 技術サポートも提供中（売上金額は確認中）。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000" y="4310000"/>
            <a:ext cx="93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latin typeface="Yu Gothic UI"/>
              </a:rPr>
              <a:t>・ 翌年度以降、課金が仕入れを上回り黒字化する見込み。継続的な利用拡大が鍵。</a:t>
            </a:r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96053" y="202420"/>
            <a:ext cx="9504002" cy="400000"/>
          </a:xfrm>
          <a:prstGeom prst="rect">
            <a:avLst/>
          </a:prstGeom>
          <a:solidFill>
            <a:srgbClr val="000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50000" y="220000"/>
            <a:ext cx="940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Yu Gothic UI"/>
              </a:rPr>
              <a:t>販管費明細：人員配置・人件費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6053" y="680000"/>
            <a:ext cx="9504002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0F78"/>
                </a:solidFill>
                <a:latin typeface="Yu Gothic UI"/>
              </a:rPr>
              <a:t>■ 事業推進・管理人件費（3名）月次内訳　年間合計: 30,673,830円</a:t>
            </a:r>
          </a:p>
        </p:txBody>
      </p:sp>
      <p:graphicFrame>
        <p:nvGraphicFramePr>
          <p:cNvPr id="10" name="Table Monthly"/>
          <p:cNvGraphicFramePr>
            <a:graphicFrameLocks noGrp="1"/>
          </p:cNvGraphicFramePr>
          <p:nvPr/>
        </p:nvGraphicFramePr>
        <p:xfrm>
          <a:off x="196053" y="1000000"/>
          <a:ext cx="10400000" cy="20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0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0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00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00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00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00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00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700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7000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</a:tblGrid>
              <a:tr h="3500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Yu Gothic UI"/>
                        </a:rPr>
                        <a:t>氏名</a:t>
                      </a:r>
                    </a:p>
                  </a:txBody>
                  <a:tcPr>
                    <a:solidFill>
                      <a:srgbClr val="000F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Yu Gothic UI"/>
                        </a:rPr>
                        <a:t>4月</a:t>
                      </a:r>
                    </a:p>
                  </a:txBody>
                  <a:tcPr>
                    <a:solidFill>
                      <a:srgbClr val="000F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Yu Gothic UI"/>
                        </a:rPr>
                        <a:t>5月</a:t>
                      </a:r>
                    </a:p>
                  </a:txBody>
                  <a:tcPr>
                    <a:solidFill>
                      <a:srgbClr val="000F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Yu Gothic UI"/>
                        </a:rPr>
                        <a:t>6月</a:t>
                      </a:r>
                    </a:p>
                  </a:txBody>
                  <a:tcPr>
                    <a:solidFill>
                      <a:srgbClr val="000F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Yu Gothic UI"/>
                        </a:rPr>
                        <a:t>7月</a:t>
                      </a:r>
                    </a:p>
                  </a:txBody>
                  <a:tcPr>
                    <a:solidFill>
                      <a:srgbClr val="000F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Yu Gothic UI"/>
                        </a:rPr>
                        <a:t>8月</a:t>
                      </a:r>
                    </a:p>
                  </a:txBody>
                  <a:tcPr>
                    <a:solidFill>
                      <a:srgbClr val="000F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Yu Gothic UI"/>
                        </a:rPr>
                        <a:t>9月</a:t>
                      </a:r>
                    </a:p>
                  </a:txBody>
                  <a:tcPr>
                    <a:solidFill>
                      <a:srgbClr val="000F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Yu Gothic UI"/>
                        </a:rPr>
                        <a:t>10月</a:t>
                      </a:r>
                    </a:p>
                  </a:txBody>
                  <a:tcPr>
                    <a:solidFill>
                      <a:srgbClr val="000F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Yu Gothic UI"/>
                        </a:rPr>
                        <a:t>11月</a:t>
                      </a:r>
                    </a:p>
                  </a:txBody>
                  <a:tcPr>
                    <a:solidFill>
                      <a:srgbClr val="000F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Yu Gothic UI"/>
                        </a:rPr>
                        <a:t>12月</a:t>
                      </a:r>
                    </a:p>
                  </a:txBody>
                  <a:tcPr>
                    <a:solidFill>
                      <a:srgbClr val="000F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Yu Gothic UI"/>
                        </a:rPr>
                        <a:t>1月</a:t>
                      </a:r>
                    </a:p>
                  </a:txBody>
                  <a:tcPr>
                    <a:solidFill>
                      <a:srgbClr val="000F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Yu Gothic UI"/>
                        </a:rPr>
                        <a:t>2月</a:t>
                      </a:r>
                    </a:p>
                  </a:txBody>
                  <a:tcPr>
                    <a:solidFill>
                      <a:srgbClr val="000F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Yu Gothic UI"/>
                        </a:rPr>
                        <a:t>3月</a:t>
                      </a:r>
                    </a:p>
                  </a:txBody>
                  <a:tcPr>
                    <a:solidFill>
                      <a:srgbClr val="000F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Yu Gothic UI"/>
                        </a:rPr>
                        <a:t>年間合計</a:t>
                      </a:r>
                    </a:p>
                  </a:txBody>
                  <a:tcPr>
                    <a:solidFill>
                      <a:srgbClr val="000F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00"/>
                  </a:ext>
                </a:extLst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000F78"/>
                          </a:solidFill>
                          <a:latin typeface="Yu Gothic UI"/>
                        </a:rPr>
                        <a:t>松浦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latin typeface="Yu Gothic UI"/>
                        </a:rPr>
                        <a:t>1,096,400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latin typeface="Yu Gothic UI"/>
                        </a:rPr>
                        <a:t>804,360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latin typeface="Yu Gothic UI"/>
                        </a:rPr>
                        <a:t>804,360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latin typeface="Yu Gothic UI"/>
                        </a:rPr>
                        <a:t>1,096,400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latin typeface="Yu Gothic UI"/>
                        </a:rPr>
                        <a:t>1,096,400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latin typeface="Yu Gothic UI"/>
                        </a:rPr>
                        <a:t>1,096,400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latin typeface="Yu Gothic UI"/>
                        </a:rPr>
                        <a:t>1,096,400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latin typeface="Yu Gothic UI"/>
                        </a:rPr>
                        <a:t>1,096,400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latin typeface="Yu Gothic UI"/>
                        </a:rPr>
                        <a:t>1,096,400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latin typeface="Yu Gothic UI"/>
                        </a:rPr>
                        <a:t>1,096,400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latin typeface="Yu Gothic UI"/>
                        </a:rPr>
                        <a:t>1,096,400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latin typeface="Yu Gothic UI"/>
                        </a:rPr>
                        <a:t>1,096,400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latin typeface="Yu Gothic UI"/>
                        </a:rPr>
                        <a:t>13,176,004</a:t>
                      </a:r>
                    </a:p>
                  </a:txBody>
                  <a:tcPr>
                    <a:solidFill>
                      <a:srgbClr val="E8F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01"/>
                  </a:ext>
                </a:extLst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000F78"/>
                          </a:solidFill>
                          <a:latin typeface="Yu Gothic UI"/>
                        </a:rPr>
                        <a:t>江口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latin typeface="Yu Gothic UI"/>
                        </a:rPr>
                        <a:t>2,245,800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latin typeface="Yu Gothic UI"/>
                        </a:rPr>
                        <a:t>1,757,300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latin typeface="Yu Gothic UI"/>
                        </a:rPr>
                        <a:t>1,188,710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latin typeface="Yu Gothic UI"/>
                        </a:rPr>
                        <a:t>3,325,600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latin typeface="Yu Gothic UI"/>
                        </a:rPr>
                        <a:t>1,412,800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latin typeface="Yu Gothic UI"/>
                        </a:rPr>
                        <a:t>1,412,800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latin typeface="Yu Gothic UI"/>
                        </a:rPr>
                        <a:t>970,600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latin typeface="Yu Gothic UI"/>
                        </a:rPr>
                        <a:t>1,235,400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latin typeface="Yu Gothic UI"/>
                        </a:rPr>
                        <a:t>1,040,650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latin typeface="Yu Gothic UI"/>
                        </a:rPr>
                        <a:t>1,040,650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latin typeface="Yu Gothic UI"/>
                        </a:rPr>
                        <a:t>1,235,400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latin typeface="Yu Gothic UI"/>
                        </a:rPr>
                        <a:t>1,235,400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latin typeface="Yu Gothic UI"/>
                        </a:rPr>
                        <a:t>13,992,326</a:t>
                      </a:r>
                    </a:p>
                  </a:txBody>
                  <a:tcPr>
                    <a:solidFill>
                      <a:srgbClr val="E8F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02"/>
                  </a:ext>
                </a:extLst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000F78"/>
                          </a:solidFill>
                          <a:latin typeface="Yu Gothic UI"/>
                        </a:rPr>
                        <a:t>若宮</a:t>
                      </a:r>
                    </a:p>
                    <a:p>
                      <a:pPr algn="l"/>
                      <a:r>
                        <a:rPr sz="550">
                          <a:solidFill>
                            <a:srgbClr val="666666"/>
                          </a:solidFill>
                          <a:latin typeface="Yu Gothic UI"/>
                        </a:rPr>
                        <a:t>※11月参画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rgbClr val="AAAAAA"/>
                          </a:solidFill>
                          <a:latin typeface="Yu Gothic UI"/>
                        </a:rPr>
                        <a:t>—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rgbClr val="AAAAAA"/>
                          </a:solidFill>
                          <a:latin typeface="Yu Gothic UI"/>
                        </a:rPr>
                        <a:t>—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rgbClr val="AAAAAA"/>
                          </a:solidFill>
                          <a:latin typeface="Yu Gothic UI"/>
                        </a:rPr>
                        <a:t>—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rgbClr val="AAAAAA"/>
                          </a:solidFill>
                          <a:latin typeface="Yu Gothic UI"/>
                        </a:rPr>
                        <a:t>—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rgbClr val="AAAAAA"/>
                          </a:solidFill>
                          <a:latin typeface="Yu Gothic UI"/>
                        </a:rPr>
                        <a:t>—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rgbClr val="AAAAAA"/>
                          </a:solidFill>
                          <a:latin typeface="Yu Gothic UI"/>
                        </a:rPr>
                        <a:t>—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rgbClr val="AAAAAA"/>
                          </a:solidFill>
                          <a:latin typeface="Yu Gothic UI"/>
                        </a:rPr>
                        <a:t>—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latin typeface="Yu Gothic UI"/>
                        </a:rPr>
                        <a:t>876,300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latin typeface="Yu Gothic UI"/>
                        </a:rPr>
                        <a:t>876,300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latin typeface="Yu Gothic UI"/>
                        </a:rPr>
                        <a:t>876,300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latin typeface="Yu Gothic UI"/>
                        </a:rPr>
                        <a:t>876,300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latin typeface="Yu Gothic UI"/>
                        </a:rPr>
                        <a:t>876,300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latin typeface="Yu Gothic UI"/>
                        </a:rPr>
                        <a:t>3,505,500</a:t>
                      </a:r>
                    </a:p>
                  </a:txBody>
                  <a:tcPr>
                    <a:solidFill>
                      <a:srgbClr val="E8F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03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Yu Gothic UI"/>
                        </a:rPr>
                        <a:t>月次合計</a:t>
                      </a:r>
                    </a:p>
                  </a:txBody>
                  <a:tcPr>
                    <a:solidFill>
                      <a:srgbClr val="000F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Yu Gothic UI"/>
                        </a:rPr>
                        <a:t>3,342,200</a:t>
                      </a:r>
                    </a:p>
                  </a:txBody>
                  <a:tcPr>
                    <a:solidFill>
                      <a:srgbClr val="000F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Yu Gothic UI"/>
                        </a:rPr>
                        <a:t>2,561,660</a:t>
                      </a:r>
                    </a:p>
                  </a:txBody>
                  <a:tcPr>
                    <a:solidFill>
                      <a:srgbClr val="000F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Yu Gothic UI"/>
                        </a:rPr>
                        <a:t>1,993,070</a:t>
                      </a:r>
                    </a:p>
                  </a:txBody>
                  <a:tcPr>
                    <a:solidFill>
                      <a:srgbClr val="000F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Yu Gothic UI"/>
                        </a:rPr>
                        <a:t>4,422,000</a:t>
                      </a:r>
                    </a:p>
                  </a:txBody>
                  <a:tcPr>
                    <a:solidFill>
                      <a:srgbClr val="000F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Yu Gothic UI"/>
                        </a:rPr>
                        <a:t>2,509,200</a:t>
                      </a:r>
                    </a:p>
                  </a:txBody>
                  <a:tcPr>
                    <a:solidFill>
                      <a:srgbClr val="000F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Yu Gothic UI"/>
                        </a:rPr>
                        <a:t>2,509,200</a:t>
                      </a:r>
                    </a:p>
                  </a:txBody>
                  <a:tcPr>
                    <a:solidFill>
                      <a:srgbClr val="000F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Yu Gothic UI"/>
                        </a:rPr>
                        <a:t>2,067,000</a:t>
                      </a:r>
                    </a:p>
                  </a:txBody>
                  <a:tcPr>
                    <a:solidFill>
                      <a:srgbClr val="000F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Yu Gothic UI"/>
                        </a:rPr>
                        <a:t>2,331,800</a:t>
                      </a:r>
                    </a:p>
                  </a:txBody>
                  <a:tcPr>
                    <a:solidFill>
                      <a:srgbClr val="000F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Yu Gothic UI"/>
                        </a:rPr>
                        <a:t>2,137,050</a:t>
                      </a:r>
                    </a:p>
                  </a:txBody>
                  <a:tcPr>
                    <a:solidFill>
                      <a:srgbClr val="000F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Yu Gothic UI"/>
                        </a:rPr>
                        <a:t>2,137,050</a:t>
                      </a:r>
                    </a:p>
                  </a:txBody>
                  <a:tcPr>
                    <a:solidFill>
                      <a:srgbClr val="000F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Yu Gothic UI"/>
                        </a:rPr>
                        <a:t>2,331,800</a:t>
                      </a:r>
                    </a:p>
                  </a:txBody>
                  <a:tcPr>
                    <a:solidFill>
                      <a:srgbClr val="000F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Yu Gothic UI"/>
                        </a:rPr>
                        <a:t>2,331,800</a:t>
                      </a:r>
                    </a:p>
                  </a:txBody>
                  <a:tcPr>
                    <a:solidFill>
                      <a:srgbClr val="000F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00"/>
                          </a:solidFill>
                          <a:latin typeface="Yu Gothic UI"/>
                        </a:rPr>
                        <a:t>30,673,830</a:t>
                      </a:r>
                    </a:p>
                  </a:txBody>
                  <a:tcPr>
                    <a:solidFill>
                      <a:srgbClr val="000F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04"/>
                  </a:ext>
                </a:extLst>
              </a:tr>
            </a:tbl>
          </a:graphicData>
        </a:graphic>
      </p:graphicFrame>
      <p:sp>
        <p:nvSpPr>
          <p:cNvPr id="50" name="TextBox Note1"/>
          <p:cNvSpPr txBox="1"/>
          <p:nvPr/>
        </p:nvSpPr>
        <p:spPr>
          <a:xfrm>
            <a:off x="196053" y="3700000"/>
            <a:ext cx="9504002" cy="2500000"/>
          </a:xfrm>
          <a:prstGeom prst="rect">
            <a:avLst/>
          </a:prstGeom>
          <a:solidFill>
            <a:srgbClr val="F0F4FF"/>
          </a:solidFill>
          <a:ln w="9525">
            <a:solidFill>
              <a:srgbClr val="000F78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0F78"/>
                </a:solidFill>
                <a:latin typeface="Yu Gothic UI"/>
              </a:rPr>
              <a:t>■ 内訳・補足説明</a:t>
            </a:r>
          </a:p>
          <a:p>
            <a:pPr algn="l"/>
            <a:r>
              <a:rPr sz="850">
                <a:solidFill>
                  <a:srgbClr val="333333"/>
                </a:solidFill>
                <a:latin typeface="Yu Gothic UI"/>
              </a:rPr>
              <a:t>▶ 松浦（年間 13,176,004円）：上期・下期通じて事業推進担当</a:t>
            </a:r>
          </a:p>
          <a:p>
            <a:pPr algn="l"/>
            <a:r>
              <a:rPr sz="850">
                <a:solidFill>
                  <a:srgbClr val="333333"/>
                </a:solidFill>
                <a:latin typeface="Yu Gothic UI"/>
              </a:rPr>
              <a:t>▶ 江口（年間 13,992,326円）：上期・下期通じて事業管理担当（7月は特別支出含む）</a:t>
            </a:r>
          </a:p>
          <a:p>
            <a:pPr algn="l"/>
            <a:r>
              <a:rPr sz="850">
                <a:solidFill>
                  <a:srgbClr val="333333"/>
                </a:solidFill>
                <a:latin typeface="Yu Gothic UI"/>
              </a:rPr>
              <a:t>▶ 若宮（年間 3,505,500円）：11月参画（下期より）。11月〜3月の5ヶ月間</a:t>
            </a:r>
          </a:p>
          <a:p>
            <a:pPr algn="l"/>
            <a:r>
              <a:rPr sz="850">
                <a:solidFill>
                  <a:srgbClr val="CC0000"/>
                </a:solidFill>
                <a:latin typeface="Yu Gothic UI"/>
              </a:rPr>
              <a:t>▶ 管理費・間接費配賦：確認中（現在は 0円として計上）</a:t>
            </a:r>
          </a:p>
          <a:p>
            <a:pPr algn="l"/>
            <a:r>
              <a:rPr sz="850">
                <a:solidFill>
                  <a:srgbClr val="000F78"/>
                </a:solidFill>
                <a:latin typeface="Yu Gothic UI"/>
              </a:rPr>
              <a:t>▶ 2026年度に向けての課題：売上拡大による人件費回収・損益改善が最重要テーマ</a:t>
            </a:r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96053" y="202420"/>
            <a:ext cx="9504002" cy="400000"/>
          </a:xfrm>
          <a:prstGeom prst="rect">
            <a:avLst/>
          </a:prstGeom>
          <a:solidFill>
            <a:srgbClr val="64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50000" y="220000"/>
            <a:ext cx="940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Yu Gothic UI"/>
              </a:rPr>
              <a:t>領域2：社内プロジェクト参画　実績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000" y="750000"/>
            <a:ext cx="2100000" cy="800000"/>
          </a:xfrm>
          <a:prstGeom prst="rect">
            <a:avLst/>
          </a:prstGeom>
          <a:solidFill>
            <a:srgbClr val="000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30000" y="830000"/>
            <a:ext cx="1940000" cy="2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FFFFFF"/>
                </a:solidFill>
                <a:latin typeface="Yu Gothic UI"/>
              </a:rPr>
              <a:t>参画PJ数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0000" y="1060000"/>
            <a:ext cx="2000000" cy="3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Yu Gothic UI"/>
              </a:rPr>
              <a:t>6件</a:t>
            </a:r>
          </a:p>
        </p:txBody>
      </p:sp>
      <p:sp>
        <p:nvSpPr>
          <p:cNvPr id="7" name="Rectangle 6"/>
          <p:cNvSpPr/>
          <p:nvPr/>
        </p:nvSpPr>
        <p:spPr>
          <a:xfrm>
            <a:off x="2550000" y="750000"/>
            <a:ext cx="2100000" cy="800000"/>
          </a:xfrm>
          <a:prstGeom prst="rect">
            <a:avLst/>
          </a:prstGeom>
          <a:solidFill>
            <a:srgbClr val="3C6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630000" y="830000"/>
            <a:ext cx="1940000" cy="2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FFFFFF"/>
                </a:solidFill>
                <a:latin typeface="Yu Gothic UI"/>
              </a:rPr>
              <a:t>売上合計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0000" y="1060000"/>
            <a:ext cx="2000000" cy="3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Yu Gothic UI"/>
              </a:rPr>
              <a:t>30,323,952円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50000" y="750000"/>
            <a:ext cx="2100000" cy="800000"/>
          </a:xfrm>
          <a:prstGeom prst="rect">
            <a:avLst/>
          </a:prstGeom>
          <a:solidFill>
            <a:srgbClr val="64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930000" y="830000"/>
            <a:ext cx="1940000" cy="2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FFFFFF"/>
                </a:solidFill>
                <a:latin typeface="Yu Gothic UI"/>
              </a:rPr>
              <a:t>粗利合計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00000" y="1060000"/>
            <a:ext cx="2000000" cy="3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Yu Gothic UI"/>
              </a:rPr>
              <a:t>5,514,852円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50000" y="750000"/>
            <a:ext cx="2100000" cy="800000"/>
          </a:xfrm>
          <a:prstGeom prst="rect">
            <a:avLst/>
          </a:prstGeom>
          <a:solidFill>
            <a:srgbClr val="005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230000" y="830000"/>
            <a:ext cx="1940000" cy="2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FFFFFF"/>
                </a:solidFill>
                <a:latin typeface="Yu Gothic UI"/>
              </a:rPr>
              <a:t>粗利率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00000" y="1060000"/>
            <a:ext cx="2000000" cy="3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Yu Gothic UI"/>
              </a:rPr>
              <a:t>約18.2%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0000" y="1680000"/>
            <a:ext cx="93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0F78"/>
                </a:solidFill>
                <a:latin typeface="Yu Gothic UI"/>
              </a:rPr>
              <a:t>■ 参画プロジェクト一覧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350000" y="2000000"/>
          <a:ext cx="9300000" cy="27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00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Yu Gothic UI"/>
                        </a:rPr>
                        <a:t>No.</a:t>
                      </a:r>
                    </a:p>
                  </a:txBody>
                  <a:tcPr>
                    <a:solidFill>
                      <a:srgbClr val="000F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Yu Gothic UI"/>
                        </a:rPr>
                        <a:t>プロジェクト名</a:t>
                      </a:r>
                    </a:p>
                  </a:txBody>
                  <a:tcPr>
                    <a:solidFill>
                      <a:srgbClr val="000F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Yu Gothic UI"/>
                        </a:rPr>
                        <a:t>期間</a:t>
                      </a:r>
                    </a:p>
                  </a:txBody>
                  <a:tcPr>
                    <a:solidFill>
                      <a:srgbClr val="000F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Yu Gothic UI"/>
                        </a:rPr>
                        <a:t>売上</a:t>
                      </a:r>
                    </a:p>
                  </a:txBody>
                  <a:tcPr>
                    <a:solidFill>
                      <a:srgbClr val="000F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Yu Gothic UI"/>
                        </a:rPr>
                        <a:t>粗利</a:t>
                      </a:r>
                    </a:p>
                  </a:txBody>
                  <a:tcPr>
                    <a:solidFill>
                      <a:srgbClr val="000F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Yu Gothic UI"/>
                        </a:rPr>
                        <a:t>粗利率</a:t>
                      </a:r>
                    </a:p>
                  </a:txBody>
                  <a:tcPr>
                    <a:solidFill>
                      <a:srgbClr val="000F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00F78"/>
                          </a:solidFill>
                          <a:latin typeface="Yu Gothic UI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Yu Gothic UI"/>
                        </a:rPr>
                        <a:t>WP支援①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Yu Gothic UI"/>
                        </a:rPr>
                        <a:t>4月〜6月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800">
                          <a:latin typeface="Yu Gothic UI"/>
                        </a:rPr>
                        <a:t>3,902,814円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800">
                          <a:latin typeface="Yu Gothic UI"/>
                        </a:rPr>
                        <a:t>663,414円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Yu Gothic UI"/>
                        </a:rPr>
                        <a:t>17.0%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00F78"/>
                          </a:solidFill>
                          <a:latin typeface="Yu Gothic UI"/>
                        </a:rPr>
                        <a:t>2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Yu Gothic UI"/>
                        </a:rPr>
                        <a:t>WP支援②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Yu Gothic UI"/>
                        </a:rPr>
                        <a:t>10月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>
                          <a:latin typeface="Yu Gothic UI"/>
                        </a:rPr>
                        <a:t>1,300,938円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>
                          <a:latin typeface="Yu Gothic UI"/>
                        </a:rPr>
                        <a:t>221,138円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Yu Gothic UI"/>
                        </a:rPr>
                        <a:t>17.0%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00F78"/>
                          </a:solidFill>
                          <a:latin typeface="Yu Gothic UI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Yu Gothic UI"/>
                        </a:rPr>
                        <a:t>セマンティックレイヤR&amp;D支援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Yu Gothic UI"/>
                        </a:rPr>
                        <a:t>12月〜1月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800">
                          <a:latin typeface="Yu Gothic UI"/>
                        </a:rPr>
                        <a:t>1,848,000円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800">
                          <a:latin typeface="Yu Gothic UI"/>
                        </a:rPr>
                        <a:t>1,442,500円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Yu Gothic UI"/>
                        </a:rPr>
                        <a:t>78.1%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00F78"/>
                          </a:solidFill>
                          <a:latin typeface="Yu Gothic UI"/>
                        </a:rPr>
                        <a:t>4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Yu Gothic UI"/>
                        </a:rPr>
                        <a:t>SMTB支援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Yu Gothic UI"/>
                        </a:rPr>
                        <a:t>8月〜3月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>
                          <a:latin typeface="Yu Gothic UI"/>
                        </a:rPr>
                        <a:t>11,820,800円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>
                          <a:latin typeface="Yu Gothic UI"/>
                        </a:rPr>
                        <a:t>1,619,200円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Yu Gothic UI"/>
                        </a:rPr>
                        <a:t>13.7%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00F78"/>
                          </a:solidFill>
                          <a:latin typeface="Yu Gothic UI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Yu Gothic UI"/>
                        </a:rPr>
                        <a:t>ScalarDB支援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Yu Gothic UI"/>
                        </a:rPr>
                        <a:t>8月〜10月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800">
                          <a:latin typeface="Yu Gothic UI"/>
                        </a:rPr>
                        <a:t>2,216,400円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800">
                          <a:latin typeface="Yu Gothic UI"/>
                        </a:rPr>
                        <a:t>303,600円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Yu Gothic UI"/>
                        </a:rPr>
                        <a:t>13.7%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00F78"/>
                          </a:solidFill>
                          <a:latin typeface="Yu Gothic UI"/>
                        </a:rPr>
                        <a:t>6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Yu Gothic UI"/>
                        </a:rPr>
                        <a:t>WP支援③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Yu Gothic UI"/>
                        </a:rPr>
                        <a:t>11月〜3月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>
                          <a:latin typeface="Yu Gothic UI"/>
                        </a:rPr>
                        <a:t>9,235,000円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>
                          <a:latin typeface="Yu Gothic UI"/>
                        </a:rPr>
                        <a:t>1,265,000円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Yu Gothic UI"/>
                        </a:rPr>
                        <a:t>13.7%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50000" y="4550000"/>
            <a:ext cx="93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0F78"/>
                </a:solidFill>
                <a:latin typeface="Yu Gothic UI"/>
              </a:rPr>
              <a:t>■ 領域2 P&amp;L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0000" y="4880000"/>
            <a:ext cx="2800000" cy="700000"/>
          </a:xfrm>
          <a:prstGeom prst="rect">
            <a:avLst/>
          </a:prstGeom>
          <a:solidFill>
            <a:srgbClr val="3C6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0000" y="4920000"/>
            <a:ext cx="264000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FFFFFF"/>
                </a:solidFill>
                <a:latin typeface="Yu Gothic UI"/>
              </a:rPr>
              <a:t>売上合計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0000" y="5140000"/>
            <a:ext cx="2700000" cy="33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Yu Gothic UI"/>
              </a:rPr>
              <a:t>30,323,952円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0000" y="4880000"/>
            <a:ext cx="2800000" cy="700000"/>
          </a:xfrm>
          <a:prstGeom prst="rect">
            <a:avLst/>
          </a:prstGeom>
          <a:solidFill>
            <a:srgbClr val="A7A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730000" y="4920000"/>
            <a:ext cx="264000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FFFFFF"/>
                </a:solidFill>
                <a:latin typeface="Yu Gothic UI"/>
              </a:rPr>
              <a:t>人件費（原価）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00000" y="5140000"/>
            <a:ext cx="2700000" cy="33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Yu Gothic UI"/>
              </a:rPr>
              <a:t>24,809,100円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50000" y="4880000"/>
            <a:ext cx="2800000" cy="700000"/>
          </a:xfrm>
          <a:prstGeom prst="rect">
            <a:avLst/>
          </a:prstGeom>
          <a:solidFill>
            <a:srgbClr val="005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030000" y="4920000"/>
            <a:ext cx="264000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FFFFFF"/>
                </a:solidFill>
                <a:latin typeface="Yu Gothic UI"/>
              </a:rPr>
              <a:t>粗利合計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00000" y="5140000"/>
            <a:ext cx="2700000" cy="33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Yu Gothic UI"/>
              </a:rPr>
              <a:t>5,514,852円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0000" y="5700000"/>
            <a:ext cx="93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000F78"/>
                </a:solidFill>
                <a:latin typeface="Yu Gothic UI"/>
              </a:rPr>
              <a:t>【備考】上期は案件少なく、下期に売上・稼働が集中した。翌年度に向けて通年での均等化が課題。</a:t>
            </a:r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96053" y="202420"/>
            <a:ext cx="9504002" cy="400000"/>
          </a:xfrm>
          <a:prstGeom prst="rect">
            <a:avLst/>
          </a:prstGeom>
          <a:solidFill>
            <a:srgbClr val="000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50000" y="220000"/>
            <a:ext cx="940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Yu Gothic UI"/>
              </a:rPr>
              <a:t>領域3：ベンダーインセンティブ　実績</a:t>
            </a:r>
          </a:p>
        </p:txBody>
      </p:sp>
      <p:sp>
        <p:nvSpPr>
          <p:cNvPr id="4" name="Rectangle 3"/>
          <p:cNvSpPr/>
          <p:nvPr/>
        </p:nvSpPr>
        <p:spPr>
          <a:xfrm>
            <a:off x="350000" y="750000"/>
            <a:ext cx="2900000" cy="800000"/>
          </a:xfrm>
          <a:prstGeom prst="rect">
            <a:avLst/>
          </a:prstGeom>
          <a:solidFill>
            <a:srgbClr val="000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30000" y="830000"/>
            <a:ext cx="2740000" cy="2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FFFFFF"/>
                </a:solidFill>
                <a:latin typeface="Yu Gothic UI"/>
              </a:rPr>
              <a:t>NRI商流顧客数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0000" y="1070000"/>
            <a:ext cx="2800000" cy="3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Yu Gothic UI"/>
              </a:rPr>
              <a:t>2社</a:t>
            </a:r>
          </a:p>
        </p:txBody>
      </p:sp>
      <p:sp>
        <p:nvSpPr>
          <p:cNvPr id="7" name="Rectangle 6"/>
          <p:cNvSpPr/>
          <p:nvPr/>
        </p:nvSpPr>
        <p:spPr>
          <a:xfrm>
            <a:off x="3550000" y="750000"/>
            <a:ext cx="2900000" cy="800000"/>
          </a:xfrm>
          <a:prstGeom prst="rect">
            <a:avLst/>
          </a:prstGeom>
          <a:solidFill>
            <a:srgbClr val="3C6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30000" y="830000"/>
            <a:ext cx="2740000" cy="2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FFFFFF"/>
                </a:solidFill>
                <a:latin typeface="Yu Gothic UI"/>
              </a:rPr>
              <a:t>売上合計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0000" y="1070000"/>
            <a:ext cx="2800000" cy="3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Yu Gothic UI"/>
              </a:rPr>
              <a:t>9,232,751円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50000" y="750000"/>
            <a:ext cx="2900000" cy="800000"/>
          </a:xfrm>
          <a:prstGeom prst="rect">
            <a:avLst/>
          </a:prstGeom>
          <a:solidFill>
            <a:srgbClr val="005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30000" y="830000"/>
            <a:ext cx="2740000" cy="2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FFFFFF"/>
                </a:solidFill>
                <a:latin typeface="Yu Gothic UI"/>
              </a:rPr>
              <a:t>利益合計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00000" y="1070000"/>
            <a:ext cx="2800000" cy="3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Yu Gothic UI"/>
              </a:rPr>
              <a:t>2,285,279円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0000" y="1680000"/>
            <a:ext cx="93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0F78"/>
                </a:solidFill>
                <a:latin typeface="Yu Gothic UI"/>
              </a:rPr>
              <a:t>■ 顧客別インセンティブ実績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50000" y="2000000"/>
          <a:ext cx="9300000" cy="15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0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50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Yu Gothic UI"/>
                        </a:rPr>
                        <a:t>顧客</a:t>
                      </a:r>
                    </a:p>
                  </a:txBody>
                  <a:tcPr>
                    <a:solidFill>
                      <a:srgbClr val="000F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Yu Gothic UI"/>
                        </a:rPr>
                        <a:t>仕入れ</a:t>
                      </a:r>
                    </a:p>
                  </a:txBody>
                  <a:tcPr>
                    <a:solidFill>
                      <a:srgbClr val="000F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Yu Gothic UI"/>
                        </a:rPr>
                        <a:t>売上</a:t>
                      </a:r>
                    </a:p>
                  </a:txBody>
                  <a:tcPr>
                    <a:solidFill>
                      <a:srgbClr val="000F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Yu Gothic UI"/>
                        </a:rPr>
                        <a:t>利益</a:t>
                      </a:r>
                    </a:p>
                  </a:txBody>
                  <a:tcPr>
                    <a:solidFill>
                      <a:srgbClr val="000F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Yu Gothic UI"/>
                        </a:rPr>
                        <a:t>利益率</a:t>
                      </a:r>
                    </a:p>
                  </a:txBody>
                  <a:tcPr>
                    <a:solidFill>
                      <a:srgbClr val="000F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50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latin typeface="Yu Gothic UI"/>
                        </a:rPr>
                        <a:t>JFE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latin typeface="Yu Gothic UI"/>
                        </a:rPr>
                        <a:t>27,198円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latin typeface="Yu Gothic UI"/>
                        </a:rPr>
                        <a:t>1,359,890円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latin typeface="Yu Gothic UI"/>
                        </a:rPr>
                        <a:t>1,332,692円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latin typeface="Yu Gothic UI"/>
                        </a:rPr>
                        <a:t>約98%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50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latin typeface="Yu Gothic UI"/>
                        </a:rPr>
                        <a:t>JAL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latin typeface="Yu Gothic UI"/>
                        </a:rPr>
                        <a:t>3,386,037円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latin typeface="Yu Gothic UI"/>
                        </a:rPr>
                        <a:t>3,945,931円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latin typeface="Yu Gothic UI"/>
                        </a:rPr>
                        <a:t>559,894円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latin typeface="Yu Gothic UI"/>
                        </a:rPr>
                        <a:t>約14%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50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latin typeface="Yu Gothic UI"/>
                        </a:rPr>
                        <a:t>JAL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latin typeface="Yu Gothic UI"/>
                        </a:rPr>
                        <a:t>3,534,237円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latin typeface="Yu Gothic UI"/>
                        </a:rPr>
                        <a:t>3,926,930円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latin typeface="Yu Gothic UI"/>
                        </a:rPr>
                        <a:t>392,693円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latin typeface="Yu Gothic UI"/>
                        </a:rPr>
                        <a:t>約10%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350000" y="3650000"/>
            <a:ext cx="9300000" cy="6000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00000" y="3690000"/>
            <a:ext cx="92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0F78"/>
                </a:solidFill>
                <a:latin typeface="Yu Gothic UI"/>
              </a:rPr>
              <a:t>合計：売上 9,232,751円　/　利益 2,285,279円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000" y="4380000"/>
            <a:ext cx="93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0F78"/>
                </a:solidFill>
                <a:latin typeface="Yu Gothic UI"/>
              </a:rPr>
              <a:t>■ 所見・コメント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000" y="4710000"/>
            <a:ext cx="93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latin typeface="Yu Gothic UI"/>
              </a:rPr>
              <a:t>・ NRI商流顧客2社（JFE・JAL）に対してSnowflakeインセンティブを獲得。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000" y="5020000"/>
            <a:ext cx="93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dirty="0">
                <a:latin typeface="Yu Gothic UI"/>
              </a:rPr>
              <a:t>・ JFEはインセンティブ率約98%と高水準。JALは上期14%→下期10%と推移。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000" y="5330000"/>
            <a:ext cx="93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latin typeface="Yu Gothic UI"/>
              </a:rPr>
              <a:t>・ インセンティブ収益はNRI商流での顧客拡大により成長余地あり。新規顧客開拓が翌年度の課題。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96053" y="202420"/>
            <a:ext cx="9504002" cy="400000"/>
          </a:xfrm>
          <a:prstGeom prst="rect">
            <a:avLst/>
          </a:prstGeom>
          <a:solidFill>
            <a:srgbClr val="000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50000" y="220000"/>
            <a:ext cx="940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Yu Gothic UI"/>
              </a:rPr>
              <a:t>総括・2026年度に向けて</a:t>
            </a:r>
          </a:p>
        </p:txBody>
      </p:sp>
      <p:sp>
        <p:nvSpPr>
          <p:cNvPr id="4" name="Rectangle 3"/>
          <p:cNvSpPr/>
          <p:nvPr/>
        </p:nvSpPr>
        <p:spPr>
          <a:xfrm>
            <a:off x="350000" y="750000"/>
            <a:ext cx="2900000" cy="400000"/>
          </a:xfrm>
          <a:prstGeom prst="rect">
            <a:avLst/>
          </a:prstGeom>
          <a:solidFill>
            <a:srgbClr val="3C6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00000" y="830000"/>
            <a:ext cx="2800000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Yu Gothic UI"/>
              </a:rPr>
              <a:t>2025年度の成果</a:t>
            </a:r>
          </a:p>
        </p:txBody>
      </p:sp>
      <p:sp>
        <p:nvSpPr>
          <p:cNvPr id="6" name="Rectangle 5"/>
          <p:cNvSpPr/>
          <p:nvPr/>
        </p:nvSpPr>
        <p:spPr>
          <a:xfrm>
            <a:off x="350000" y="1200000"/>
            <a:ext cx="2900000" cy="4800000"/>
          </a:xfrm>
          <a:prstGeom prst="rect">
            <a:avLst/>
          </a:prstGeom>
          <a:solidFill>
            <a:srgbClr val="F0F0F0"/>
          </a:solidFill>
          <a:ln w="6350">
            <a:solidFill>
              <a:srgbClr val="3C6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0000" y="1350000"/>
            <a:ext cx="2750000" cy="5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latin typeface="Yu Gothic UI"/>
              </a:rPr>
              <a:t>▶ 3領域での事業展開を実現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0000" y="2000000"/>
            <a:ext cx="2750000" cy="5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latin typeface="Yu Gothic UI"/>
              </a:rPr>
              <a:t>▶ 粗利率40.6%・粗利益11,073,378円を達成（事業立ち上げ期）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0000" y="2650000"/>
            <a:ext cx="2750000" cy="5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latin typeface="Yu Gothic UI"/>
              </a:rPr>
              <a:t>▶ 社内向け環境提供：年度前半ローンチ成功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0000" y="3300000"/>
            <a:ext cx="2750000" cy="5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latin typeface="Yu Gothic UI"/>
              </a:rPr>
              <a:t>▶ 社内PJ参画：6件、売上3,032万円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0000" y="3950000"/>
            <a:ext cx="2750000" cy="5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latin typeface="Yu Gothic UI"/>
              </a:rPr>
              <a:t>▶ ベンダーインセンティブ：2社対応、923万円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000" y="4600000"/>
            <a:ext cx="2750000" cy="5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latin typeface="Yu Gothic UI"/>
              </a:rPr>
              <a:t>▶ 技術力蓄積：セマンティックレイヤ等のR&amp;D推進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50000" y="750000"/>
            <a:ext cx="2900000" cy="400000"/>
          </a:xfrm>
          <a:prstGeom prst="rect">
            <a:avLst/>
          </a:prstGeom>
          <a:solidFill>
            <a:srgbClr val="F596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00000" y="830000"/>
            <a:ext cx="2800000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Yu Gothic UI"/>
              </a:rPr>
              <a:t>課題・リスク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50000" y="1200000"/>
            <a:ext cx="2900000" cy="4800000"/>
          </a:xfrm>
          <a:prstGeom prst="rect">
            <a:avLst/>
          </a:prstGeom>
          <a:solidFill>
            <a:srgbClr val="F0F0F0"/>
          </a:solidFill>
          <a:ln w="6350">
            <a:solidFill>
              <a:srgbClr val="F596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50000" y="1350000"/>
            <a:ext cx="2750000" cy="5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latin typeface="Yu Gothic UI"/>
              </a:rPr>
              <a:t>▶ 営業利益：△19,600,452円（△71.9%）。販管費（人件費）30,673,830円が主因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0000" y="2000000"/>
            <a:ext cx="2750000" cy="5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latin typeface="Yu Gothic UI"/>
              </a:rPr>
              <a:t>▶ 2026年度に向けて人件費回収が最重要課題（売上拡大が急務）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0000" y="2650000"/>
            <a:ext cx="2750000" cy="5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latin typeface="Yu Gothic UI"/>
              </a:rPr>
              <a:t>▶ 領域2：案件が下期に集中（上期低稼働）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0000" y="3300000"/>
            <a:ext cx="2750000" cy="5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latin typeface="Yu Gothic UI"/>
              </a:rPr>
              <a:t>▶ 粗利率18.2%はまだ改善余地あり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0000" y="3950000"/>
            <a:ext cx="2750000" cy="5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latin typeface="Yu Gothic UI"/>
              </a:rPr>
              <a:t>▶ 領域3：顧客数が2社のみ。拡大が急務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0000" y="4600000"/>
            <a:ext cx="2750000" cy="5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latin typeface="Yu Gothic UI"/>
              </a:rPr>
              <a:t>▶ 技術サポート売上の正確な把握・計上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50000" y="750000"/>
            <a:ext cx="2900000" cy="400000"/>
          </a:xfrm>
          <a:prstGeom prst="rect">
            <a:avLst/>
          </a:prstGeom>
          <a:solidFill>
            <a:srgbClr val="000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800000" y="830000"/>
            <a:ext cx="2800000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Yu Gothic UI"/>
              </a:rPr>
              <a:t>2026年度に向けた方向性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50000" y="1200000"/>
            <a:ext cx="2900000" cy="4800000"/>
          </a:xfrm>
          <a:prstGeom prst="rect">
            <a:avLst/>
          </a:prstGeom>
          <a:solidFill>
            <a:srgbClr val="F0F0F0"/>
          </a:solidFill>
          <a:ln w="6350">
            <a:solidFill>
              <a:srgbClr val="000F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850000" y="1350000"/>
            <a:ext cx="2750000" cy="5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latin typeface="Yu Gothic UI"/>
              </a:rPr>
              <a:t>▶ 領域1：課金拡大でスプレッド黒字化を目指す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0000" y="2000000"/>
            <a:ext cx="2750000" cy="5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latin typeface="Yu Gothic UI"/>
              </a:rPr>
              <a:t>▶ 新規社内利用部門の開拓と技術サポート強化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0000" y="2650000"/>
            <a:ext cx="2750000" cy="5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latin typeface="Yu Gothic UI"/>
              </a:rPr>
              <a:t>▶ 領域2：上期からの案件獲得・稼働平準化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0000" y="3300000"/>
            <a:ext cx="2750000" cy="5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latin typeface="Yu Gothic UI"/>
              </a:rPr>
              <a:t>▶ 粗利率改善に向けた工数効率化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0000" y="3950000"/>
            <a:ext cx="2750000" cy="5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latin typeface="Yu Gothic UI"/>
              </a:rPr>
              <a:t>▶ 領域3：NRI商流顧客を5社以上に拡大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0000" y="4600000"/>
            <a:ext cx="2750000" cy="5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latin typeface="Yu Gothic UI"/>
              </a:rPr>
              <a:t>▶ 3領域のシナジー最大化（技術知見活用）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50000" y="5780000"/>
            <a:ext cx="9300000" cy="700000"/>
          </a:xfrm>
          <a:prstGeom prst="rect">
            <a:avLst/>
          </a:prstGeom>
          <a:solidFill>
            <a:srgbClr val="000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00000" y="5880000"/>
            <a:ext cx="92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FFFFFF"/>
                </a:solidFill>
                <a:latin typeface="Yu Gothic UI"/>
              </a:rPr>
              <a:t>【総括】2025年度は事業立ち上げ期として3領域の事業基盤を構築し、粗利率40.6%という強固な収益構造を実現。一方、人件費（販管費30,673,830円）により営業利益は△19,600,452円。2026年度は売上拡大による人件費回収と損益改善を最優先課題とする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RI Template 2019 Standard">
  <a:themeElements>
    <a:clrScheme name="NRI Template 2019 Standard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00F78"/>
      </a:accent1>
      <a:accent2>
        <a:srgbClr val="3C64AA"/>
      </a:accent2>
      <a:accent3>
        <a:srgbClr val="64AADC"/>
      </a:accent3>
      <a:accent4>
        <a:srgbClr val="F59637"/>
      </a:accent4>
      <a:accent5>
        <a:srgbClr val="D73232"/>
      </a:accent5>
      <a:accent6>
        <a:srgbClr val="0F55C3"/>
      </a:accent6>
      <a:hlink>
        <a:srgbClr val="0000FF"/>
      </a:hlink>
      <a:folHlink>
        <a:srgbClr val="FF00FF"/>
      </a:folHlink>
    </a:clrScheme>
    <a:fontScheme name="NRI Template 2019 Standard">
      <a:majorFont>
        <a:latin typeface="Helvetica"/>
        <a:ea typeface="Helvetica"/>
        <a:cs typeface="Helvetica"/>
      </a:majorFont>
      <a:minorFont>
        <a:latin typeface="游ゴシック"/>
        <a:ea typeface="游ゴシック"/>
        <a:cs typeface="游ゴシック"/>
      </a:minorFont>
    </a:fontScheme>
    <a:fmtScheme name="NRI Template 2019 Standar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Yu Gothic UI"/>
            <a:ea typeface="Yu Gothic UI"/>
            <a:cs typeface="Yu Gothic UI"/>
            <a:sym typeface="Yu Gothic U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Yu Gothic UI"/>
            <a:ea typeface="Yu Gothic UI"/>
            <a:cs typeface="Yu Gothic UI"/>
            <a:sym typeface="Yu Gothic U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NRI Template 2019 Standard">
  <a:themeElements>
    <a:clrScheme name="NRI Template 2019 Standard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00F78"/>
      </a:accent1>
      <a:accent2>
        <a:srgbClr val="3C64AA"/>
      </a:accent2>
      <a:accent3>
        <a:srgbClr val="64AADC"/>
      </a:accent3>
      <a:accent4>
        <a:srgbClr val="F59637"/>
      </a:accent4>
      <a:accent5>
        <a:srgbClr val="D73232"/>
      </a:accent5>
      <a:accent6>
        <a:srgbClr val="0F55C3"/>
      </a:accent6>
      <a:hlink>
        <a:srgbClr val="0000FF"/>
      </a:hlink>
      <a:folHlink>
        <a:srgbClr val="FF00FF"/>
      </a:folHlink>
    </a:clrScheme>
    <a:fontScheme name="NRI Template 2019 Standard">
      <a:majorFont>
        <a:latin typeface="Helvetica"/>
        <a:ea typeface="Helvetica"/>
        <a:cs typeface="Helvetica"/>
      </a:majorFont>
      <a:minorFont>
        <a:latin typeface="游ゴシック"/>
        <a:ea typeface="游ゴシック"/>
        <a:cs typeface="游ゴシック"/>
      </a:minorFont>
    </a:fontScheme>
    <a:fmtScheme name="NRI Template 2019 Standar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Yu Gothic UI"/>
            <a:ea typeface="Yu Gothic UI"/>
            <a:cs typeface="Yu Gothic UI"/>
            <a:sym typeface="Yu Gothic U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Yu Gothic UI"/>
            <a:ea typeface="Yu Gothic UI"/>
            <a:cs typeface="Yu Gothic UI"/>
            <a:sym typeface="Yu Gothic U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365</TotalTime>
  <Words>908</Words>
  <Application>Microsoft Office PowerPoint</Application>
  <PresentationFormat>A4 210 x 297 mm</PresentationFormat>
  <Paragraphs>299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5" baseType="lpstr">
      <vt:lpstr>(日本語用のフォントを使用)</vt:lpstr>
      <vt:lpstr>UD デジタル 教科書体 N-B</vt:lpstr>
      <vt:lpstr>UD デジタル 教科書体 N-R</vt:lpstr>
      <vt:lpstr>Yu Gothic UI</vt:lpstr>
      <vt:lpstr>游ゴシック</vt:lpstr>
      <vt:lpstr>Wingdings</vt:lpstr>
      <vt:lpstr>NRI Template 2019 Standard</vt:lpstr>
      <vt:lpstr>2025年度 Snowflake事業 事業報告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芳乃 松浦</cp:lastModifiedBy>
  <cp:revision>7</cp:revision>
  <dcterms:modified xsi:type="dcterms:W3CDTF">2026-03-17T04:34:06Z</dcterms:modified>
</cp:coreProperties>
</file>